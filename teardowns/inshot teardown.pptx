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C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853" y="1879854"/>
            <a:ext cx="6522292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 u="heavy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34158" y="2876669"/>
            <a:ext cx="2885440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00" b="1" i="0" u="heavy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00" b="1" i="0" u="heavy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00" b="1" i="0" u="heavy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0253" y="-20910"/>
            <a:ext cx="7875905" cy="5827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 u="heavy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65998" y="1746313"/>
            <a:ext cx="5367655" cy="1932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5200" u="none" spc="-265" dirty="0"/>
              <a:t>Product</a:t>
            </a:r>
            <a:r>
              <a:rPr sz="5200" u="none" spc="-500" dirty="0"/>
              <a:t> </a:t>
            </a:r>
            <a:r>
              <a:rPr sz="5200" u="none" spc="-270" dirty="0"/>
              <a:t>Observations</a:t>
            </a:r>
            <a:endParaRPr sz="520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395" dirty="0">
                <a:latin typeface="Tahoma"/>
                <a:cs typeface="Tahoma"/>
              </a:rPr>
              <a:t>Inshorts</a:t>
            </a:r>
            <a:endParaRPr sz="6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4632318"/>
            <a:ext cx="26728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0" dirty="0">
                <a:latin typeface="Tahoma"/>
                <a:cs typeface="Tahoma"/>
              </a:rPr>
              <a:t>By: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lang="en-IN" sz="2400" spc="80" dirty="0">
                <a:latin typeface="Tahoma"/>
                <a:cs typeface="Tahoma"/>
              </a:rPr>
              <a:t>Mayank Kumar</a:t>
            </a:r>
            <a:endParaRPr sz="2400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7525" y="278587"/>
            <a:ext cx="3028949" cy="15144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5271" rIns="0" bIns="0" rtlCol="0">
            <a:spAutoFit/>
          </a:bodyPr>
          <a:lstStyle/>
          <a:p>
            <a:pPr marL="1841500">
              <a:lnSpc>
                <a:spcPct val="100000"/>
              </a:lnSpc>
              <a:spcBef>
                <a:spcPts val="100"/>
              </a:spcBef>
            </a:pPr>
            <a:r>
              <a:rPr sz="2000" u="none" spc="-100" dirty="0"/>
              <a:t>How</a:t>
            </a:r>
            <a:r>
              <a:rPr sz="2000" u="none" spc="-185" dirty="0"/>
              <a:t> </a:t>
            </a:r>
            <a:r>
              <a:rPr sz="2000" u="none" spc="-100" dirty="0"/>
              <a:t>do</a:t>
            </a:r>
            <a:r>
              <a:rPr sz="2000" u="none" spc="-185" dirty="0"/>
              <a:t> </a:t>
            </a:r>
            <a:r>
              <a:rPr sz="2000" u="none" spc="-330" dirty="0"/>
              <a:t>I</a:t>
            </a:r>
            <a:r>
              <a:rPr sz="2000" u="none" spc="-180" dirty="0"/>
              <a:t> </a:t>
            </a:r>
            <a:r>
              <a:rPr sz="2000" u="none" spc="-80" dirty="0"/>
              <a:t>often</a:t>
            </a:r>
            <a:r>
              <a:rPr sz="2000" u="none" spc="-185" dirty="0"/>
              <a:t> </a:t>
            </a:r>
            <a:r>
              <a:rPr sz="2000" u="none" spc="-135" dirty="0"/>
              <a:t>use</a:t>
            </a:r>
            <a:r>
              <a:rPr sz="2000" u="none" spc="-180" dirty="0"/>
              <a:t> </a:t>
            </a:r>
            <a:r>
              <a:rPr sz="2000" u="none" spc="-95" dirty="0"/>
              <a:t>the</a:t>
            </a:r>
            <a:r>
              <a:rPr sz="2000" u="none" spc="-185" dirty="0"/>
              <a:t> </a:t>
            </a:r>
            <a:r>
              <a:rPr sz="2000" u="none" spc="-75" dirty="0"/>
              <a:t>product: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1302102" y="811796"/>
            <a:ext cx="6589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15" dirty="0">
                <a:latin typeface="Tahoma"/>
                <a:cs typeface="Tahoma"/>
              </a:rPr>
              <a:t>I</a:t>
            </a:r>
            <a:r>
              <a:rPr sz="1800" b="1" spc="-140" dirty="0">
                <a:latin typeface="Tahoma"/>
                <a:cs typeface="Tahoma"/>
              </a:rPr>
              <a:t> </a:t>
            </a:r>
            <a:r>
              <a:rPr sz="1800" b="1" spc="-135" dirty="0">
                <a:latin typeface="Tahoma"/>
                <a:cs typeface="Tahoma"/>
              </a:rPr>
              <a:t>use</a:t>
            </a:r>
            <a:r>
              <a:rPr sz="1800" b="1" spc="-145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inshorts</a:t>
            </a:r>
            <a:r>
              <a:rPr sz="1800" b="1" spc="-140" dirty="0">
                <a:latin typeface="Tahoma"/>
                <a:cs typeface="Tahoma"/>
              </a:rPr>
              <a:t> </a:t>
            </a:r>
            <a:r>
              <a:rPr sz="1800" b="1" spc="-120" dirty="0">
                <a:latin typeface="Tahoma"/>
                <a:cs typeface="Tahoma"/>
              </a:rPr>
              <a:t>almost</a:t>
            </a:r>
            <a:r>
              <a:rPr sz="1800" b="1" spc="-14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everyday</a:t>
            </a:r>
            <a:r>
              <a:rPr sz="1800" b="1" spc="-145" dirty="0">
                <a:latin typeface="Tahoma"/>
                <a:cs typeface="Tahoma"/>
              </a:rPr>
              <a:t> </a:t>
            </a:r>
            <a:r>
              <a:rPr sz="1800" b="1" spc="-140" dirty="0">
                <a:latin typeface="Tahoma"/>
                <a:cs typeface="Tahoma"/>
              </a:rPr>
              <a:t>because</a:t>
            </a:r>
            <a:r>
              <a:rPr sz="1800" b="1" spc="-145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of</a:t>
            </a:r>
            <a:r>
              <a:rPr sz="1800" b="1" spc="-145" dirty="0">
                <a:latin typeface="Tahoma"/>
                <a:cs typeface="Tahoma"/>
              </a:rPr>
              <a:t> </a:t>
            </a:r>
            <a:r>
              <a:rPr sz="1800" b="1" spc="-100" dirty="0">
                <a:latin typeface="Tahoma"/>
                <a:cs typeface="Tahoma"/>
              </a:rPr>
              <a:t>various</a:t>
            </a:r>
            <a:r>
              <a:rPr sz="1800" b="1" spc="-140" dirty="0">
                <a:latin typeface="Tahoma"/>
                <a:cs typeface="Tahoma"/>
              </a:rPr>
              <a:t> </a:t>
            </a:r>
            <a:r>
              <a:rPr sz="1800" b="1" spc="-114" dirty="0">
                <a:latin typeface="Tahoma"/>
                <a:cs typeface="Tahoma"/>
              </a:rPr>
              <a:t>below</a:t>
            </a:r>
            <a:r>
              <a:rPr sz="1800" b="1" spc="-140" dirty="0">
                <a:latin typeface="Tahoma"/>
                <a:cs typeface="Tahoma"/>
              </a:rPr>
              <a:t> </a:t>
            </a:r>
            <a:r>
              <a:rPr sz="1800" b="1" spc="-85" dirty="0">
                <a:latin typeface="Tahoma"/>
                <a:cs typeface="Tahoma"/>
              </a:rPr>
              <a:t>reasons: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9112" y="1638872"/>
            <a:ext cx="2296160" cy="204216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30835" indent="-318135">
              <a:lnSpc>
                <a:spcPct val="100000"/>
              </a:lnSpc>
              <a:spcBef>
                <a:spcPts val="865"/>
              </a:spcBef>
              <a:buSzPct val="92000"/>
              <a:buFont typeface="Microsoft Sans Serif"/>
              <a:buChar char="●"/>
              <a:tabLst>
                <a:tab pos="330835" algn="l"/>
              </a:tabLst>
            </a:pPr>
            <a:r>
              <a:rPr sz="1250" b="1" spc="-55" dirty="0">
                <a:latin typeface="Tahoma"/>
                <a:cs typeface="Tahoma"/>
              </a:rPr>
              <a:t>Quick</a:t>
            </a:r>
            <a:r>
              <a:rPr sz="1250" b="1" spc="-85" dirty="0">
                <a:latin typeface="Tahoma"/>
                <a:cs typeface="Tahoma"/>
              </a:rPr>
              <a:t> </a:t>
            </a:r>
            <a:r>
              <a:rPr sz="1250" b="1" spc="-10" dirty="0">
                <a:latin typeface="Tahoma"/>
                <a:cs typeface="Tahoma"/>
              </a:rPr>
              <a:t>Updates</a:t>
            </a:r>
            <a:endParaRPr sz="1250">
              <a:latin typeface="Tahoma"/>
              <a:cs typeface="Tahoma"/>
            </a:endParaRPr>
          </a:p>
          <a:p>
            <a:pPr marL="330835" indent="-318135">
              <a:lnSpc>
                <a:spcPct val="100000"/>
              </a:lnSpc>
              <a:spcBef>
                <a:spcPts val="765"/>
              </a:spcBef>
              <a:buSzPct val="92000"/>
              <a:buFont typeface="Microsoft Sans Serif"/>
              <a:buChar char="●"/>
              <a:tabLst>
                <a:tab pos="330835" algn="l"/>
              </a:tabLst>
            </a:pPr>
            <a:r>
              <a:rPr sz="1250" b="1" spc="-70" dirty="0">
                <a:latin typeface="Tahoma"/>
                <a:cs typeface="Tahoma"/>
              </a:rPr>
              <a:t>Time-</a:t>
            </a:r>
            <a:r>
              <a:rPr sz="1250" b="1" spc="-10" dirty="0">
                <a:latin typeface="Tahoma"/>
                <a:cs typeface="Tahoma"/>
              </a:rPr>
              <a:t>Efficient</a:t>
            </a:r>
            <a:endParaRPr sz="1250">
              <a:latin typeface="Tahoma"/>
              <a:cs typeface="Tahoma"/>
            </a:endParaRPr>
          </a:p>
          <a:p>
            <a:pPr marL="330835" indent="-318135">
              <a:lnSpc>
                <a:spcPct val="100000"/>
              </a:lnSpc>
              <a:spcBef>
                <a:spcPts val="770"/>
              </a:spcBef>
              <a:buSzPct val="92000"/>
              <a:buFont typeface="Microsoft Sans Serif"/>
              <a:buChar char="●"/>
              <a:tabLst>
                <a:tab pos="330835" algn="l"/>
              </a:tabLst>
            </a:pPr>
            <a:r>
              <a:rPr sz="1250" b="1" spc="-50" dirty="0">
                <a:latin typeface="Tahoma"/>
                <a:cs typeface="Tahoma"/>
              </a:rPr>
              <a:t>Wide</a:t>
            </a:r>
            <a:r>
              <a:rPr sz="1250" b="1" spc="-100" dirty="0">
                <a:latin typeface="Tahoma"/>
                <a:cs typeface="Tahoma"/>
              </a:rPr>
              <a:t> </a:t>
            </a:r>
            <a:r>
              <a:rPr sz="1250" b="1" spc="-10" dirty="0">
                <a:latin typeface="Tahoma"/>
                <a:cs typeface="Tahoma"/>
              </a:rPr>
              <a:t>Coverage</a:t>
            </a:r>
            <a:endParaRPr sz="1250">
              <a:latin typeface="Tahoma"/>
              <a:cs typeface="Tahoma"/>
            </a:endParaRPr>
          </a:p>
          <a:p>
            <a:pPr marL="330835" indent="-318135">
              <a:lnSpc>
                <a:spcPct val="100000"/>
              </a:lnSpc>
              <a:spcBef>
                <a:spcPts val="770"/>
              </a:spcBef>
              <a:buSzPct val="92000"/>
              <a:buFont typeface="Microsoft Sans Serif"/>
              <a:buChar char="●"/>
              <a:tabLst>
                <a:tab pos="330835" algn="l"/>
              </a:tabLst>
            </a:pPr>
            <a:r>
              <a:rPr sz="1250" b="1" spc="-75" dirty="0">
                <a:latin typeface="Tahoma"/>
                <a:cs typeface="Tahoma"/>
              </a:rPr>
              <a:t>Customizable</a:t>
            </a:r>
            <a:r>
              <a:rPr sz="1250" b="1" spc="-45" dirty="0">
                <a:latin typeface="Tahoma"/>
                <a:cs typeface="Tahoma"/>
              </a:rPr>
              <a:t> </a:t>
            </a:r>
            <a:r>
              <a:rPr sz="1250" b="1" spc="-10" dirty="0">
                <a:latin typeface="Tahoma"/>
                <a:cs typeface="Tahoma"/>
              </a:rPr>
              <a:t>Interests</a:t>
            </a:r>
            <a:endParaRPr sz="1250">
              <a:latin typeface="Tahoma"/>
              <a:cs typeface="Tahoma"/>
            </a:endParaRPr>
          </a:p>
          <a:p>
            <a:pPr marL="330835" indent="-318135">
              <a:lnSpc>
                <a:spcPct val="100000"/>
              </a:lnSpc>
              <a:spcBef>
                <a:spcPts val="765"/>
              </a:spcBef>
              <a:buSzPct val="92000"/>
              <a:buFont typeface="Microsoft Sans Serif"/>
              <a:buChar char="●"/>
              <a:tabLst>
                <a:tab pos="330835" algn="l"/>
              </a:tabLst>
            </a:pPr>
            <a:r>
              <a:rPr sz="1250" b="1" spc="-45" dirty="0">
                <a:latin typeface="Tahoma"/>
                <a:cs typeface="Tahoma"/>
              </a:rPr>
              <a:t>Mobile</a:t>
            </a:r>
            <a:r>
              <a:rPr sz="1250" b="1" spc="-90" dirty="0">
                <a:latin typeface="Tahoma"/>
                <a:cs typeface="Tahoma"/>
              </a:rPr>
              <a:t> </a:t>
            </a:r>
            <a:r>
              <a:rPr sz="1250" b="1" spc="-10" dirty="0">
                <a:latin typeface="Tahoma"/>
                <a:cs typeface="Tahoma"/>
              </a:rPr>
              <a:t>Accessibility</a:t>
            </a:r>
            <a:endParaRPr sz="1250">
              <a:latin typeface="Tahoma"/>
              <a:cs typeface="Tahoma"/>
            </a:endParaRPr>
          </a:p>
          <a:p>
            <a:pPr marL="330835" indent="-318135">
              <a:lnSpc>
                <a:spcPct val="100000"/>
              </a:lnSpc>
              <a:spcBef>
                <a:spcPts val="770"/>
              </a:spcBef>
              <a:buSzPct val="92000"/>
              <a:buFont typeface="Microsoft Sans Serif"/>
              <a:buChar char="●"/>
              <a:tabLst>
                <a:tab pos="330835" algn="l"/>
              </a:tabLst>
            </a:pPr>
            <a:r>
              <a:rPr sz="1250" b="1" spc="-65" dirty="0">
                <a:latin typeface="Tahoma"/>
                <a:cs typeface="Tahoma"/>
              </a:rPr>
              <a:t>Professional</a:t>
            </a:r>
            <a:r>
              <a:rPr sz="1250" b="1" spc="-40" dirty="0">
                <a:latin typeface="Tahoma"/>
                <a:cs typeface="Tahoma"/>
              </a:rPr>
              <a:t> </a:t>
            </a:r>
            <a:r>
              <a:rPr sz="1250" b="1" spc="-65" dirty="0">
                <a:latin typeface="Tahoma"/>
                <a:cs typeface="Tahoma"/>
              </a:rPr>
              <a:t>Conversations</a:t>
            </a:r>
            <a:endParaRPr sz="1250">
              <a:latin typeface="Tahoma"/>
              <a:cs typeface="Tahoma"/>
            </a:endParaRPr>
          </a:p>
          <a:p>
            <a:pPr marL="330835" indent="-318135">
              <a:lnSpc>
                <a:spcPct val="100000"/>
              </a:lnSpc>
              <a:spcBef>
                <a:spcPts val="765"/>
              </a:spcBef>
              <a:buSzPct val="92000"/>
              <a:buFont typeface="Microsoft Sans Serif"/>
              <a:buChar char="●"/>
              <a:tabLst>
                <a:tab pos="330835" algn="l"/>
              </a:tabLst>
            </a:pPr>
            <a:r>
              <a:rPr sz="1250" b="1" spc="-60" dirty="0">
                <a:latin typeface="Tahoma"/>
                <a:cs typeface="Tahoma"/>
              </a:rPr>
              <a:t>Visual</a:t>
            </a:r>
            <a:r>
              <a:rPr sz="1250" b="1" spc="-70" dirty="0">
                <a:latin typeface="Tahoma"/>
                <a:cs typeface="Tahoma"/>
              </a:rPr>
              <a:t> </a:t>
            </a:r>
            <a:r>
              <a:rPr sz="1250" b="1" spc="-10" dirty="0">
                <a:latin typeface="Tahoma"/>
                <a:cs typeface="Tahoma"/>
              </a:rPr>
              <a:t>Insights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20"/>
              </a:spcBef>
            </a:pPr>
            <a:r>
              <a:rPr b="1" spc="-110" dirty="0">
                <a:latin typeface="Tahoma"/>
                <a:cs typeface="Tahoma"/>
              </a:rPr>
              <a:t>:</a:t>
            </a:r>
            <a:r>
              <a:rPr b="1" spc="-25" dirty="0">
                <a:latin typeface="Tahoma"/>
                <a:cs typeface="Tahoma"/>
              </a:rPr>
              <a:t> </a:t>
            </a:r>
            <a:r>
              <a:rPr dirty="0"/>
              <a:t>Provides</a:t>
            </a:r>
            <a:r>
              <a:rPr spc="-45" dirty="0"/>
              <a:t> </a:t>
            </a:r>
            <a:r>
              <a:rPr dirty="0"/>
              <a:t>concise</a:t>
            </a:r>
            <a:r>
              <a:rPr spc="-40" dirty="0"/>
              <a:t> </a:t>
            </a:r>
            <a:r>
              <a:rPr dirty="0"/>
              <a:t>news</a:t>
            </a:r>
            <a:r>
              <a:rPr spc="-40" dirty="0"/>
              <a:t> </a:t>
            </a:r>
            <a:r>
              <a:rPr dirty="0"/>
              <a:t>summaries</a:t>
            </a:r>
            <a:r>
              <a:rPr spc="-4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stay</a:t>
            </a:r>
            <a:r>
              <a:rPr spc="-40" dirty="0"/>
              <a:t> </a:t>
            </a:r>
            <a:r>
              <a:rPr dirty="0"/>
              <a:t>informed</a:t>
            </a:r>
            <a:r>
              <a:rPr spc="-40" dirty="0"/>
              <a:t> </a:t>
            </a:r>
            <a:r>
              <a:rPr dirty="0"/>
              <a:t>without</a:t>
            </a:r>
            <a:r>
              <a:rPr spc="-45" dirty="0"/>
              <a:t> </a:t>
            </a:r>
            <a:r>
              <a:rPr dirty="0"/>
              <a:t>consuming</a:t>
            </a:r>
            <a:r>
              <a:rPr spc="-40" dirty="0"/>
              <a:t> </a:t>
            </a:r>
            <a:r>
              <a:rPr dirty="0"/>
              <a:t>much</a:t>
            </a:r>
            <a:r>
              <a:rPr spc="-40" dirty="0"/>
              <a:t> </a:t>
            </a:r>
            <a:r>
              <a:rPr spc="-20" dirty="0"/>
              <a:t>time</a:t>
            </a:r>
          </a:p>
          <a:p>
            <a:pPr marL="22860">
              <a:lnSpc>
                <a:spcPct val="100000"/>
              </a:lnSpc>
              <a:spcBef>
                <a:spcPts val="885"/>
              </a:spcBef>
            </a:pPr>
            <a:r>
              <a:rPr b="1" spc="-110" dirty="0">
                <a:latin typeface="Tahoma"/>
                <a:cs typeface="Tahoma"/>
              </a:rPr>
              <a:t>:</a:t>
            </a:r>
            <a:r>
              <a:rPr b="1" spc="-30" dirty="0">
                <a:latin typeface="Tahoma"/>
                <a:cs typeface="Tahoma"/>
              </a:rPr>
              <a:t> </a:t>
            </a:r>
            <a:r>
              <a:rPr dirty="0"/>
              <a:t>Helps</a:t>
            </a:r>
            <a:r>
              <a:rPr spc="-40" dirty="0"/>
              <a:t> </a:t>
            </a:r>
            <a:r>
              <a:rPr spc="-10" dirty="0"/>
              <a:t>manage</a:t>
            </a:r>
            <a:r>
              <a:rPr spc="-45" dirty="0"/>
              <a:t> </a:t>
            </a:r>
            <a:r>
              <a:rPr dirty="0"/>
              <a:t>time</a:t>
            </a:r>
            <a:r>
              <a:rPr spc="-45" dirty="0"/>
              <a:t> </a:t>
            </a:r>
            <a:r>
              <a:rPr dirty="0"/>
              <a:t>effectively</a:t>
            </a:r>
            <a:r>
              <a:rPr spc="-40" dirty="0"/>
              <a:t> </a:t>
            </a:r>
            <a:r>
              <a:rPr dirty="0"/>
              <a:t>by</a:t>
            </a:r>
            <a:r>
              <a:rPr spc="-45" dirty="0"/>
              <a:t> </a:t>
            </a:r>
            <a:r>
              <a:rPr dirty="0"/>
              <a:t>delivering</a:t>
            </a:r>
            <a:r>
              <a:rPr spc="-45" dirty="0"/>
              <a:t> </a:t>
            </a:r>
            <a:r>
              <a:rPr dirty="0"/>
              <a:t>key</a:t>
            </a:r>
            <a:r>
              <a:rPr spc="-40" dirty="0"/>
              <a:t> </a:t>
            </a:r>
            <a:r>
              <a:rPr dirty="0"/>
              <a:t>information</a:t>
            </a:r>
            <a:r>
              <a:rPr spc="-4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spc="50" dirty="0"/>
              <a:t>60</a:t>
            </a:r>
            <a:r>
              <a:rPr spc="-40" dirty="0"/>
              <a:t> </a:t>
            </a:r>
            <a:r>
              <a:rPr spc="-10" dirty="0"/>
              <a:t>words.</a:t>
            </a:r>
          </a:p>
          <a:p>
            <a:pPr marL="18415">
              <a:lnSpc>
                <a:spcPct val="100000"/>
              </a:lnSpc>
              <a:spcBef>
                <a:spcPts val="890"/>
              </a:spcBef>
            </a:pPr>
            <a:r>
              <a:rPr b="1" spc="-110" dirty="0">
                <a:latin typeface="Tahoma"/>
                <a:cs typeface="Tahoma"/>
              </a:rPr>
              <a:t>:</a:t>
            </a:r>
            <a:r>
              <a:rPr b="1" spc="-30" dirty="0">
                <a:latin typeface="Tahoma"/>
                <a:cs typeface="Tahoma"/>
              </a:rPr>
              <a:t> </a:t>
            </a:r>
            <a:r>
              <a:rPr dirty="0"/>
              <a:t>Covers</a:t>
            </a:r>
            <a:r>
              <a:rPr spc="-45" dirty="0"/>
              <a:t> </a:t>
            </a:r>
            <a:r>
              <a:rPr dirty="0"/>
              <a:t>diverse</a:t>
            </a:r>
            <a:r>
              <a:rPr spc="-45" dirty="0"/>
              <a:t> </a:t>
            </a:r>
            <a:r>
              <a:rPr dirty="0"/>
              <a:t>topics</a:t>
            </a:r>
            <a:r>
              <a:rPr spc="-45" dirty="0"/>
              <a:t> </a:t>
            </a:r>
            <a:r>
              <a:rPr dirty="0"/>
              <a:t>like</a:t>
            </a:r>
            <a:r>
              <a:rPr spc="-45" dirty="0"/>
              <a:t> </a:t>
            </a:r>
            <a:r>
              <a:rPr spc="-10" dirty="0"/>
              <a:t>business,</a:t>
            </a:r>
            <a:r>
              <a:rPr spc="-45" dirty="0"/>
              <a:t> </a:t>
            </a:r>
            <a:r>
              <a:rPr spc="-10" dirty="0"/>
              <a:t>technology,</a:t>
            </a:r>
            <a:r>
              <a:rPr spc="-4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current</a:t>
            </a:r>
            <a:r>
              <a:rPr spc="-45" dirty="0"/>
              <a:t> </a:t>
            </a:r>
            <a:r>
              <a:rPr dirty="0"/>
              <a:t>affairs</a:t>
            </a:r>
            <a:r>
              <a:rPr spc="-4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one</a:t>
            </a:r>
            <a:r>
              <a:rPr spc="-45" dirty="0"/>
              <a:t> </a:t>
            </a:r>
            <a:r>
              <a:rPr spc="-20" dirty="0"/>
              <a:t>app.</a:t>
            </a:r>
          </a:p>
          <a:p>
            <a:pPr marL="24130">
              <a:lnSpc>
                <a:spcPct val="100000"/>
              </a:lnSpc>
              <a:spcBef>
                <a:spcPts val="885"/>
              </a:spcBef>
            </a:pPr>
            <a:r>
              <a:rPr b="1" spc="-110" dirty="0">
                <a:latin typeface="Tahoma"/>
                <a:cs typeface="Tahoma"/>
              </a:rPr>
              <a:t>:</a:t>
            </a:r>
            <a:r>
              <a:rPr b="1" spc="-40" dirty="0">
                <a:latin typeface="Tahoma"/>
                <a:cs typeface="Tahoma"/>
              </a:rPr>
              <a:t> </a:t>
            </a:r>
            <a:r>
              <a:rPr dirty="0"/>
              <a:t>Enables</a:t>
            </a:r>
            <a:r>
              <a:rPr spc="-55" dirty="0"/>
              <a:t> </a:t>
            </a:r>
            <a:r>
              <a:rPr dirty="0"/>
              <a:t>tailored</a:t>
            </a:r>
            <a:r>
              <a:rPr spc="-50" dirty="0"/>
              <a:t> </a:t>
            </a:r>
            <a:r>
              <a:rPr dirty="0"/>
              <a:t>news</a:t>
            </a:r>
            <a:r>
              <a:rPr spc="-55" dirty="0"/>
              <a:t> </a:t>
            </a:r>
            <a:r>
              <a:rPr dirty="0"/>
              <a:t>based</a:t>
            </a:r>
            <a:r>
              <a:rPr spc="-55" dirty="0"/>
              <a:t> </a:t>
            </a:r>
            <a:r>
              <a:rPr dirty="0"/>
              <a:t>on</a:t>
            </a:r>
            <a:r>
              <a:rPr spc="-55" dirty="0"/>
              <a:t> </a:t>
            </a:r>
            <a:r>
              <a:rPr dirty="0"/>
              <a:t>preferences,</a:t>
            </a:r>
            <a:r>
              <a:rPr spc="-55" dirty="0"/>
              <a:t> </a:t>
            </a:r>
            <a:r>
              <a:rPr dirty="0"/>
              <a:t>ensuring</a:t>
            </a:r>
            <a:r>
              <a:rPr spc="-55" dirty="0"/>
              <a:t> </a:t>
            </a:r>
            <a:r>
              <a:rPr spc="-10" dirty="0"/>
              <a:t>relevance.</a:t>
            </a:r>
          </a:p>
          <a:p>
            <a:pPr marL="14604">
              <a:lnSpc>
                <a:spcPct val="100000"/>
              </a:lnSpc>
              <a:spcBef>
                <a:spcPts val="890"/>
              </a:spcBef>
            </a:pPr>
            <a:r>
              <a:rPr b="1" spc="-110" dirty="0">
                <a:latin typeface="Tahoma"/>
                <a:cs typeface="Tahoma"/>
              </a:rPr>
              <a:t>:</a:t>
            </a:r>
            <a:r>
              <a:rPr b="1" spc="-50" dirty="0">
                <a:latin typeface="Tahoma"/>
                <a:cs typeface="Tahoma"/>
              </a:rPr>
              <a:t> </a:t>
            </a:r>
            <a:r>
              <a:rPr dirty="0"/>
              <a:t>Easy</a:t>
            </a:r>
            <a:r>
              <a:rPr spc="-70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access</a:t>
            </a:r>
            <a:r>
              <a:rPr spc="-65" dirty="0"/>
              <a:t> </a:t>
            </a:r>
            <a:r>
              <a:rPr dirty="0"/>
              <a:t>on-the-go</a:t>
            </a:r>
            <a:r>
              <a:rPr spc="-70" dirty="0"/>
              <a:t> </a:t>
            </a:r>
            <a:r>
              <a:rPr dirty="0"/>
              <a:t>for</a:t>
            </a:r>
            <a:r>
              <a:rPr spc="-65" dirty="0"/>
              <a:t> </a:t>
            </a:r>
            <a:r>
              <a:rPr dirty="0"/>
              <a:t>real-time</a:t>
            </a:r>
            <a:r>
              <a:rPr spc="-65" dirty="0"/>
              <a:t> </a:t>
            </a:r>
            <a:r>
              <a:rPr spc="-10" dirty="0"/>
              <a:t>updates.</a:t>
            </a: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b="1" spc="-110" dirty="0">
                <a:latin typeface="Tahoma"/>
                <a:cs typeface="Tahoma"/>
              </a:rPr>
              <a:t>:</a:t>
            </a:r>
            <a:r>
              <a:rPr b="1" spc="-30" dirty="0">
                <a:latin typeface="Tahoma"/>
                <a:cs typeface="Tahoma"/>
              </a:rPr>
              <a:t> </a:t>
            </a:r>
            <a:r>
              <a:rPr dirty="0"/>
              <a:t>Keeps</a:t>
            </a:r>
            <a:r>
              <a:rPr spc="-45" dirty="0"/>
              <a:t> </a:t>
            </a:r>
            <a:r>
              <a:rPr dirty="0"/>
              <a:t>you</a:t>
            </a:r>
            <a:r>
              <a:rPr spc="-45" dirty="0"/>
              <a:t> </a:t>
            </a:r>
            <a:r>
              <a:rPr dirty="0"/>
              <a:t>informed,</a:t>
            </a:r>
            <a:r>
              <a:rPr spc="-45" dirty="0"/>
              <a:t> </a:t>
            </a:r>
            <a:r>
              <a:rPr dirty="0"/>
              <a:t>enhancing</a:t>
            </a:r>
            <a:r>
              <a:rPr spc="-45" dirty="0"/>
              <a:t> </a:t>
            </a:r>
            <a:r>
              <a:rPr dirty="0"/>
              <a:t>participation</a:t>
            </a:r>
            <a:r>
              <a:rPr spc="-4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discussions</a:t>
            </a:r>
            <a:r>
              <a:rPr spc="-4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decision-</a:t>
            </a:r>
            <a:r>
              <a:rPr spc="-10" dirty="0"/>
              <a:t>making.</a:t>
            </a:r>
          </a:p>
          <a:p>
            <a:pPr marL="13970">
              <a:lnSpc>
                <a:spcPct val="100000"/>
              </a:lnSpc>
              <a:spcBef>
                <a:spcPts val="885"/>
              </a:spcBef>
            </a:pPr>
            <a:r>
              <a:rPr b="1" spc="-110" dirty="0">
                <a:latin typeface="Tahoma"/>
                <a:cs typeface="Tahoma"/>
              </a:rPr>
              <a:t>:</a:t>
            </a:r>
            <a:r>
              <a:rPr b="1" spc="-55" dirty="0">
                <a:latin typeface="Tahoma"/>
                <a:cs typeface="Tahoma"/>
              </a:rPr>
              <a:t> </a:t>
            </a:r>
            <a:r>
              <a:rPr dirty="0"/>
              <a:t>Infographics</a:t>
            </a:r>
            <a:r>
              <a:rPr spc="-65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dirty="0"/>
              <a:t>headlines</a:t>
            </a:r>
            <a:r>
              <a:rPr spc="-70" dirty="0"/>
              <a:t> </a:t>
            </a:r>
            <a:r>
              <a:rPr dirty="0"/>
              <a:t>offer</a:t>
            </a:r>
            <a:r>
              <a:rPr spc="-70" dirty="0"/>
              <a:t> </a:t>
            </a:r>
            <a:r>
              <a:rPr spc="-20" dirty="0"/>
              <a:t>a</a:t>
            </a:r>
            <a:r>
              <a:rPr spc="-70" dirty="0"/>
              <a:t> </a:t>
            </a:r>
            <a:r>
              <a:rPr dirty="0"/>
              <a:t>quick</a:t>
            </a:r>
            <a:r>
              <a:rPr spc="-70" dirty="0"/>
              <a:t> </a:t>
            </a:r>
            <a:r>
              <a:rPr dirty="0"/>
              <a:t>understanding</a:t>
            </a:r>
            <a:r>
              <a:rPr spc="-6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complex</a:t>
            </a:r>
            <a:r>
              <a:rPr spc="-70" dirty="0"/>
              <a:t> </a:t>
            </a:r>
            <a:r>
              <a:rPr spc="-10" dirty="0"/>
              <a:t>topics.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550" y="515775"/>
            <a:ext cx="2375650" cy="457864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22950" y="518150"/>
            <a:ext cx="2375650" cy="45786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41500" y="518150"/>
            <a:ext cx="2375649" cy="457864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R="297180" algn="ctr">
              <a:lnSpc>
                <a:spcPct val="100000"/>
              </a:lnSpc>
              <a:spcBef>
                <a:spcPts val="390"/>
              </a:spcBef>
            </a:pPr>
            <a:r>
              <a:rPr spc="-60" dirty="0"/>
              <a:t>Different</a:t>
            </a:r>
            <a:r>
              <a:rPr spc="-120" dirty="0"/>
              <a:t> </a:t>
            </a:r>
            <a:r>
              <a:rPr spc="-95" dirty="0"/>
              <a:t>set</a:t>
            </a:r>
            <a:r>
              <a:rPr spc="-120" dirty="0"/>
              <a:t> </a:t>
            </a:r>
            <a:r>
              <a:rPr spc="-75" dirty="0"/>
              <a:t>of</a:t>
            </a:r>
            <a:r>
              <a:rPr spc="-125" dirty="0"/>
              <a:t> </a:t>
            </a:r>
            <a:r>
              <a:rPr spc="-105" dirty="0"/>
              <a:t>screens</a:t>
            </a:r>
            <a:r>
              <a:rPr spc="-120" dirty="0"/>
              <a:t> </a:t>
            </a:r>
            <a:r>
              <a:rPr spc="-70" dirty="0"/>
              <a:t>to</a:t>
            </a:r>
            <a:r>
              <a:rPr spc="-120" dirty="0"/>
              <a:t> </a:t>
            </a:r>
            <a:r>
              <a:rPr spc="-90" dirty="0"/>
              <a:t>perform</a:t>
            </a:r>
            <a:r>
              <a:rPr spc="-120" dirty="0"/>
              <a:t> </a:t>
            </a:r>
            <a:r>
              <a:rPr spc="-95" dirty="0"/>
              <a:t>the</a:t>
            </a:r>
            <a:r>
              <a:rPr spc="-125" dirty="0"/>
              <a:t> </a:t>
            </a:r>
            <a:r>
              <a:rPr spc="-95" dirty="0"/>
              <a:t>desired</a:t>
            </a:r>
            <a:r>
              <a:rPr spc="-120" dirty="0"/>
              <a:t> </a:t>
            </a:r>
            <a:r>
              <a:rPr spc="-10" dirty="0"/>
              <a:t>action:</a:t>
            </a:r>
          </a:p>
          <a:p>
            <a:pPr algn="ctr">
              <a:lnSpc>
                <a:spcPct val="100000"/>
              </a:lnSpc>
              <a:spcBef>
                <a:spcPts val="275"/>
              </a:spcBef>
              <a:tabLst>
                <a:tab pos="3007360" algn="l"/>
                <a:tab pos="5951855" algn="l"/>
              </a:tabLst>
            </a:pPr>
            <a:r>
              <a:rPr sz="1400" spc="-100" dirty="0"/>
              <a:t>Screen-</a:t>
            </a:r>
            <a:r>
              <a:rPr sz="1400" spc="-85" dirty="0"/>
              <a:t>1</a:t>
            </a:r>
            <a:r>
              <a:rPr sz="1400" spc="-100" dirty="0"/>
              <a:t> Home </a:t>
            </a:r>
            <a:r>
              <a:rPr sz="1400" spc="-10" dirty="0"/>
              <a:t>screen</a:t>
            </a:r>
            <a:r>
              <a:rPr sz="1400" u="none" dirty="0"/>
              <a:t>	</a:t>
            </a:r>
            <a:r>
              <a:rPr sz="1400" spc="-100" dirty="0"/>
              <a:t>Screen-</a:t>
            </a:r>
            <a:r>
              <a:rPr sz="1400" spc="-85" dirty="0"/>
              <a:t>2 </a:t>
            </a:r>
            <a:r>
              <a:rPr sz="1400" spc="-75" dirty="0"/>
              <a:t>Profile</a:t>
            </a:r>
            <a:r>
              <a:rPr sz="1400" spc="-85" dirty="0"/>
              <a:t> </a:t>
            </a:r>
            <a:r>
              <a:rPr sz="1400" spc="-10" dirty="0"/>
              <a:t>Screen</a:t>
            </a:r>
            <a:r>
              <a:rPr sz="1400" u="none" dirty="0"/>
              <a:t>	</a:t>
            </a:r>
            <a:r>
              <a:rPr sz="1400" spc="-100" dirty="0"/>
              <a:t>Screen</a:t>
            </a:r>
            <a:r>
              <a:rPr sz="1400" spc="-110" dirty="0"/>
              <a:t> -</a:t>
            </a:r>
            <a:r>
              <a:rPr sz="1400" spc="-85" dirty="0"/>
              <a:t>3</a:t>
            </a:r>
            <a:r>
              <a:rPr sz="1400" spc="-105" dirty="0"/>
              <a:t> </a:t>
            </a:r>
            <a:r>
              <a:rPr sz="1400" spc="-110" dirty="0"/>
              <a:t>Search </a:t>
            </a:r>
            <a:r>
              <a:rPr sz="1400" spc="-55" dirty="0"/>
              <a:t>Screen</a:t>
            </a:r>
            <a:endParaRPr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24FB39-0CE4-7D45-EA8B-9F36831CF4EF}"/>
              </a:ext>
            </a:extLst>
          </p:cNvPr>
          <p:cNvSpPr/>
          <p:nvPr/>
        </p:nvSpPr>
        <p:spPr>
          <a:xfrm>
            <a:off x="4495800" y="1504950"/>
            <a:ext cx="533400" cy="2286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/>
              <a:t>Mayank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23362" y="354000"/>
            <a:ext cx="2375649" cy="475602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098200" y="168802"/>
            <a:ext cx="4849495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40" dirty="0">
                <a:latin typeface="Tahoma"/>
                <a:cs typeface="Tahoma"/>
              </a:rPr>
              <a:t>Offers</a:t>
            </a:r>
            <a:r>
              <a:rPr sz="900" b="1" spc="-60" dirty="0">
                <a:latin typeface="Tahoma"/>
                <a:cs typeface="Tahoma"/>
              </a:rPr>
              <a:t> </a:t>
            </a:r>
            <a:r>
              <a:rPr sz="900" b="1" spc="-65" dirty="0">
                <a:latin typeface="Tahoma"/>
                <a:cs typeface="Tahoma"/>
              </a:rPr>
              <a:t>users</a:t>
            </a:r>
            <a:r>
              <a:rPr sz="900" b="1" spc="-55" dirty="0">
                <a:latin typeface="Tahoma"/>
                <a:cs typeface="Tahoma"/>
              </a:rPr>
              <a:t> </a:t>
            </a:r>
            <a:r>
              <a:rPr sz="900" b="1" spc="-60" dirty="0">
                <a:latin typeface="Tahoma"/>
                <a:cs typeface="Tahoma"/>
              </a:rPr>
              <a:t>the </a:t>
            </a:r>
            <a:r>
              <a:rPr sz="900" b="1" spc="-55" dirty="0">
                <a:latin typeface="Tahoma"/>
                <a:cs typeface="Tahoma"/>
              </a:rPr>
              <a:t>option</a:t>
            </a:r>
            <a:r>
              <a:rPr sz="900" b="1" spc="-60" dirty="0">
                <a:latin typeface="Tahoma"/>
                <a:cs typeface="Tahoma"/>
              </a:rPr>
              <a:t> </a:t>
            </a:r>
            <a:r>
              <a:rPr sz="900" b="1" spc="-45" dirty="0">
                <a:latin typeface="Tahoma"/>
                <a:cs typeface="Tahoma"/>
              </a:rPr>
              <a:t>to</a:t>
            </a:r>
            <a:r>
              <a:rPr sz="900" b="1" spc="-60" dirty="0">
                <a:latin typeface="Tahoma"/>
                <a:cs typeface="Tahoma"/>
              </a:rPr>
              <a:t> </a:t>
            </a:r>
            <a:r>
              <a:rPr sz="900" b="1" spc="-65" dirty="0">
                <a:latin typeface="Tahoma"/>
                <a:cs typeface="Tahoma"/>
              </a:rPr>
              <a:t>view</a:t>
            </a:r>
            <a:r>
              <a:rPr sz="900" b="1" spc="-55" dirty="0">
                <a:latin typeface="Tahoma"/>
                <a:cs typeface="Tahoma"/>
              </a:rPr>
              <a:t> </a:t>
            </a:r>
            <a:r>
              <a:rPr sz="900" b="1" spc="-75" dirty="0">
                <a:latin typeface="Tahoma"/>
                <a:cs typeface="Tahoma"/>
              </a:rPr>
              <a:t>a</a:t>
            </a:r>
            <a:r>
              <a:rPr sz="900" b="1" spc="-60" dirty="0">
                <a:latin typeface="Tahoma"/>
                <a:cs typeface="Tahoma"/>
              </a:rPr>
              <a:t> </a:t>
            </a:r>
            <a:r>
              <a:rPr sz="900" b="1" spc="-80" dirty="0">
                <a:latin typeface="Tahoma"/>
                <a:cs typeface="Tahoma"/>
              </a:rPr>
              <a:t>news</a:t>
            </a:r>
            <a:r>
              <a:rPr sz="900" b="1" spc="-55" dirty="0">
                <a:latin typeface="Tahoma"/>
                <a:cs typeface="Tahoma"/>
              </a:rPr>
              <a:t> </a:t>
            </a:r>
            <a:r>
              <a:rPr sz="900" b="1" spc="-85" dirty="0">
                <a:latin typeface="Tahoma"/>
                <a:cs typeface="Tahoma"/>
              </a:rPr>
              <a:t>image</a:t>
            </a:r>
            <a:r>
              <a:rPr sz="900" b="1" spc="-65" dirty="0">
                <a:latin typeface="Tahoma"/>
                <a:cs typeface="Tahoma"/>
              </a:rPr>
              <a:t> </a:t>
            </a:r>
            <a:r>
              <a:rPr sz="900" b="1" spc="-70" dirty="0">
                <a:latin typeface="Tahoma"/>
                <a:cs typeface="Tahoma"/>
              </a:rPr>
              <a:t>along</a:t>
            </a:r>
            <a:r>
              <a:rPr sz="900" b="1" spc="-60" dirty="0">
                <a:latin typeface="Tahoma"/>
                <a:cs typeface="Tahoma"/>
              </a:rPr>
              <a:t> </a:t>
            </a:r>
            <a:r>
              <a:rPr sz="900" b="1" spc="-65" dirty="0">
                <a:latin typeface="Tahoma"/>
                <a:cs typeface="Tahoma"/>
              </a:rPr>
              <a:t>with</a:t>
            </a:r>
            <a:r>
              <a:rPr sz="900" b="1" spc="-60" dirty="0">
                <a:latin typeface="Tahoma"/>
                <a:cs typeface="Tahoma"/>
              </a:rPr>
              <a:t> </a:t>
            </a:r>
            <a:r>
              <a:rPr sz="900" b="1" spc="-75" dirty="0">
                <a:latin typeface="Tahoma"/>
                <a:cs typeface="Tahoma"/>
              </a:rPr>
              <a:t>a</a:t>
            </a:r>
            <a:r>
              <a:rPr sz="900" b="1" spc="-60" dirty="0">
                <a:latin typeface="Tahoma"/>
                <a:cs typeface="Tahoma"/>
              </a:rPr>
              <a:t> </a:t>
            </a:r>
            <a:r>
              <a:rPr sz="900" b="1" spc="-65" dirty="0">
                <a:latin typeface="Tahoma"/>
                <a:cs typeface="Tahoma"/>
              </a:rPr>
              <a:t>concise </a:t>
            </a:r>
            <a:r>
              <a:rPr sz="900" b="1" spc="-60" dirty="0">
                <a:latin typeface="Tahoma"/>
                <a:cs typeface="Tahoma"/>
              </a:rPr>
              <a:t>description </a:t>
            </a:r>
            <a:r>
              <a:rPr sz="900" b="1" spc="-45" dirty="0">
                <a:latin typeface="Tahoma"/>
                <a:cs typeface="Tahoma"/>
              </a:rPr>
              <a:t>for</a:t>
            </a:r>
            <a:r>
              <a:rPr sz="900" b="1" spc="-60" dirty="0">
                <a:latin typeface="Tahoma"/>
                <a:cs typeface="Tahoma"/>
              </a:rPr>
              <a:t> quick </a:t>
            </a:r>
            <a:r>
              <a:rPr sz="900" b="1" spc="-10" dirty="0">
                <a:latin typeface="Tahoma"/>
                <a:cs typeface="Tahoma"/>
              </a:rPr>
              <a:t>insights.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900">
              <a:latin typeface="Tahoma"/>
              <a:cs typeface="Tahoma"/>
            </a:endParaRPr>
          </a:p>
          <a:p>
            <a:pPr marL="2586355" marR="196850">
              <a:lnSpc>
                <a:spcPct val="100000"/>
              </a:lnSpc>
              <a:spcBef>
                <a:spcPts val="5"/>
              </a:spcBef>
            </a:pPr>
            <a:r>
              <a:rPr sz="1000" b="1" spc="-60" dirty="0">
                <a:latin typeface="Tahoma"/>
                <a:cs typeface="Tahoma"/>
              </a:rPr>
              <a:t>Provides</a:t>
            </a:r>
            <a:r>
              <a:rPr sz="1000" b="1" spc="-70" dirty="0">
                <a:latin typeface="Tahoma"/>
                <a:cs typeface="Tahoma"/>
              </a:rPr>
              <a:t> users</a:t>
            </a:r>
            <a:r>
              <a:rPr sz="1000" b="1" spc="-65" dirty="0">
                <a:latin typeface="Tahoma"/>
                <a:cs typeface="Tahoma"/>
              </a:rPr>
              <a:t> with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85" dirty="0">
                <a:latin typeface="Tahoma"/>
                <a:cs typeface="Tahoma"/>
              </a:rPr>
              <a:t>an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ellipsis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20" dirty="0">
                <a:latin typeface="Tahoma"/>
                <a:cs typeface="Tahoma"/>
              </a:rPr>
              <a:t>menu </a:t>
            </a:r>
            <a:r>
              <a:rPr sz="1000" b="1" spc="-65" dirty="0">
                <a:latin typeface="Tahoma"/>
                <a:cs typeface="Tahoma"/>
              </a:rPr>
              <a:t>option,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enabling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80" dirty="0">
                <a:latin typeface="Tahoma"/>
                <a:cs typeface="Tahoma"/>
              </a:rPr>
              <a:t>them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to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bookmark </a:t>
            </a:r>
            <a:r>
              <a:rPr sz="1000" b="1" spc="-60" dirty="0">
                <a:latin typeface="Tahoma"/>
                <a:cs typeface="Tahoma"/>
              </a:rPr>
              <a:t>specific </a:t>
            </a:r>
            <a:r>
              <a:rPr sz="1000" b="1" spc="-85" dirty="0">
                <a:latin typeface="Tahoma"/>
                <a:cs typeface="Tahoma"/>
              </a:rPr>
              <a:t>news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articles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50" dirty="0">
                <a:latin typeface="Tahoma"/>
                <a:cs typeface="Tahoma"/>
              </a:rPr>
              <a:t>for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80" dirty="0">
                <a:latin typeface="Tahoma"/>
                <a:cs typeface="Tahoma"/>
              </a:rPr>
              <a:t>easy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access </a:t>
            </a:r>
            <a:r>
              <a:rPr sz="1000" b="1" spc="-10" dirty="0">
                <a:latin typeface="Tahoma"/>
                <a:cs typeface="Tahoma"/>
              </a:rPr>
              <a:t>later.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1050" y="3982120"/>
            <a:ext cx="20193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latin typeface="Tahoma"/>
                <a:cs typeface="Tahoma"/>
              </a:rPr>
              <a:t>Allows</a:t>
            </a:r>
            <a:r>
              <a:rPr sz="1000" b="1" spc="-70" dirty="0">
                <a:latin typeface="Tahoma"/>
                <a:cs typeface="Tahoma"/>
              </a:rPr>
              <a:t> users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to</a:t>
            </a:r>
            <a:r>
              <a:rPr sz="1000" b="1" spc="-75" dirty="0">
                <a:latin typeface="Tahoma"/>
                <a:cs typeface="Tahoma"/>
              </a:rPr>
              <a:t> access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detailed </a:t>
            </a:r>
            <a:r>
              <a:rPr sz="1000" b="1" spc="-65" dirty="0">
                <a:latin typeface="Tahoma"/>
                <a:cs typeface="Tahoma"/>
              </a:rPr>
              <a:t>information on</a:t>
            </a:r>
            <a:r>
              <a:rPr sz="1000" b="1" spc="-60" dirty="0">
                <a:latin typeface="Tahoma"/>
                <a:cs typeface="Tahoma"/>
              </a:rPr>
              <a:t> related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recent</a:t>
            </a:r>
            <a:r>
              <a:rPr sz="1000" b="1" spc="-55" dirty="0">
                <a:latin typeface="Tahoma"/>
                <a:cs typeface="Tahoma"/>
              </a:rPr>
              <a:t> news </a:t>
            </a:r>
            <a:r>
              <a:rPr sz="1000" b="1" spc="-75" dirty="0">
                <a:latin typeface="Tahoma"/>
                <a:cs typeface="Tahoma"/>
              </a:rPr>
              <a:t>through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bottom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tab,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ensuring </a:t>
            </a:r>
            <a:r>
              <a:rPr sz="1000" b="1" spc="-80" dirty="0">
                <a:latin typeface="Tahoma"/>
                <a:cs typeface="Tahoma"/>
              </a:rPr>
              <a:t>seamless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navigation.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9525" y="354000"/>
            <a:ext cx="2375650" cy="478462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2025" y="2926220"/>
            <a:ext cx="14433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latin typeface="Tahoma"/>
                <a:cs typeface="Tahoma"/>
              </a:rPr>
              <a:t>Allows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70" dirty="0">
                <a:latin typeface="Tahoma"/>
                <a:cs typeface="Tahoma"/>
              </a:rPr>
              <a:t>users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to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select </a:t>
            </a:r>
            <a:r>
              <a:rPr sz="1000" b="1" spc="-65" dirty="0">
                <a:latin typeface="Tahoma"/>
                <a:cs typeface="Tahoma"/>
              </a:rPr>
              <a:t>interests,</a:t>
            </a:r>
            <a:r>
              <a:rPr sz="1000" b="1" spc="-20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personalizing </a:t>
            </a:r>
            <a:r>
              <a:rPr sz="1000" b="1" spc="-55" dirty="0">
                <a:latin typeface="Tahoma"/>
                <a:cs typeface="Tahoma"/>
              </a:rPr>
              <a:t>article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recommendations on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their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90" dirty="0">
                <a:latin typeface="Tahoma"/>
                <a:cs typeface="Tahoma"/>
              </a:rPr>
              <a:t>home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screen.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0550" y="4227995"/>
            <a:ext cx="11328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b="1" spc="-60" dirty="0">
                <a:latin typeface="Tahoma"/>
                <a:cs typeface="Tahoma"/>
              </a:rPr>
              <a:t>Provides</a:t>
            </a:r>
            <a:r>
              <a:rPr sz="1000" b="1" spc="-70" dirty="0">
                <a:latin typeface="Tahoma"/>
                <a:cs typeface="Tahoma"/>
              </a:rPr>
              <a:t> users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55" dirty="0">
                <a:latin typeface="Tahoma"/>
                <a:cs typeface="Tahoma"/>
              </a:rPr>
              <a:t>with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option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to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share </a:t>
            </a:r>
            <a:r>
              <a:rPr sz="1000" b="1" spc="-75" dirty="0">
                <a:latin typeface="Tahoma"/>
                <a:cs typeface="Tahoma"/>
              </a:rPr>
              <a:t>feedback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about</a:t>
            </a:r>
            <a:r>
              <a:rPr sz="1000" b="1" spc="-50" dirty="0">
                <a:latin typeface="Tahoma"/>
                <a:cs typeface="Tahoma"/>
              </a:rPr>
              <a:t> </a:t>
            </a:r>
            <a:r>
              <a:rPr sz="1000" b="1" spc="-25" dirty="0">
                <a:latin typeface="Tahoma"/>
                <a:cs typeface="Tahoma"/>
              </a:rPr>
              <a:t>the </a:t>
            </a:r>
            <a:r>
              <a:rPr sz="1000" b="1" spc="-10" dirty="0">
                <a:latin typeface="Tahoma"/>
                <a:cs typeface="Tahoma"/>
              </a:rPr>
              <a:t>platform.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28834" y="4828666"/>
            <a:ext cx="41967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65" dirty="0">
                <a:latin typeface="Tahoma"/>
                <a:cs typeface="Tahoma"/>
              </a:rPr>
              <a:t>Users</a:t>
            </a:r>
            <a:r>
              <a:rPr sz="1000" b="1" spc="-70" dirty="0">
                <a:latin typeface="Tahoma"/>
                <a:cs typeface="Tahoma"/>
              </a:rPr>
              <a:t> are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provided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with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85" dirty="0">
                <a:latin typeface="Tahoma"/>
                <a:cs typeface="Tahoma"/>
              </a:rPr>
              <a:t>an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option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to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85" dirty="0">
                <a:latin typeface="Tahoma"/>
                <a:cs typeface="Tahoma"/>
              </a:rPr>
              <a:t>save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85" dirty="0">
                <a:latin typeface="Tahoma"/>
                <a:cs typeface="Tahoma"/>
              </a:rPr>
              <a:t>changes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90" dirty="0">
                <a:latin typeface="Tahoma"/>
                <a:cs typeface="Tahoma"/>
              </a:rPr>
              <a:t>made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on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this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screen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2225" y="108174"/>
            <a:ext cx="2375650" cy="47107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63875" y="638345"/>
            <a:ext cx="23107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b="1" spc="-60" dirty="0">
                <a:latin typeface="Tahoma"/>
                <a:cs typeface="Tahoma"/>
              </a:rPr>
              <a:t>Provides</a:t>
            </a:r>
            <a:r>
              <a:rPr sz="1000" b="1" spc="-70" dirty="0">
                <a:latin typeface="Tahoma"/>
                <a:cs typeface="Tahoma"/>
              </a:rPr>
              <a:t> users </a:t>
            </a:r>
            <a:r>
              <a:rPr sz="1000" b="1" spc="-65" dirty="0">
                <a:latin typeface="Tahoma"/>
                <a:cs typeface="Tahoma"/>
              </a:rPr>
              <a:t>with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option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25" dirty="0">
                <a:latin typeface="Tahoma"/>
                <a:cs typeface="Tahoma"/>
              </a:rPr>
              <a:t>to </a:t>
            </a:r>
            <a:r>
              <a:rPr sz="1000" b="1" spc="-75" dirty="0">
                <a:latin typeface="Tahoma"/>
                <a:cs typeface="Tahoma"/>
              </a:rPr>
              <a:t>customize</a:t>
            </a:r>
            <a:r>
              <a:rPr sz="1000" b="1" spc="-45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their</a:t>
            </a:r>
            <a:r>
              <a:rPr sz="1000" b="1" spc="-4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industry</a:t>
            </a:r>
            <a:r>
              <a:rPr sz="1000" b="1" spc="-45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preferences, </a:t>
            </a:r>
            <a:r>
              <a:rPr sz="1000" b="1" spc="-80" dirty="0">
                <a:latin typeface="Tahoma"/>
                <a:cs typeface="Tahoma"/>
              </a:rPr>
              <a:t>ensuring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50" dirty="0">
                <a:latin typeface="Tahoma"/>
                <a:cs typeface="Tahoma"/>
              </a:rPr>
              <a:t> </a:t>
            </a:r>
            <a:r>
              <a:rPr sz="1000" b="1" spc="-90" dirty="0">
                <a:latin typeface="Tahoma"/>
                <a:cs typeface="Tahoma"/>
              </a:rPr>
              <a:t>home</a:t>
            </a:r>
            <a:r>
              <a:rPr sz="1000" b="1" spc="-5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section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70" dirty="0">
                <a:latin typeface="Tahoma"/>
                <a:cs typeface="Tahoma"/>
              </a:rPr>
              <a:t>displays</a:t>
            </a:r>
            <a:r>
              <a:rPr sz="1000" b="1" spc="-40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news </a:t>
            </a:r>
            <a:r>
              <a:rPr sz="1000" b="1" spc="-55" dirty="0">
                <a:latin typeface="Tahoma"/>
                <a:cs typeface="Tahoma"/>
              </a:rPr>
              <a:t>tailored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to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their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interests.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21225" y="2143044"/>
            <a:ext cx="212915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latin typeface="Tahoma"/>
                <a:cs typeface="Tahoma"/>
              </a:rPr>
              <a:t>Allows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70" dirty="0">
                <a:latin typeface="Tahoma"/>
                <a:cs typeface="Tahoma"/>
              </a:rPr>
              <a:t>users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to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select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preferred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25" dirty="0">
                <a:latin typeface="Tahoma"/>
                <a:cs typeface="Tahoma"/>
              </a:rPr>
              <a:t>and </a:t>
            </a:r>
            <a:r>
              <a:rPr sz="1000" b="1" spc="-65" dirty="0">
                <a:latin typeface="Tahoma"/>
                <a:cs typeface="Tahoma"/>
              </a:rPr>
              <a:t>non-</a:t>
            </a:r>
            <a:r>
              <a:rPr sz="1000" b="1" spc="-60" dirty="0">
                <a:latin typeface="Tahoma"/>
                <a:cs typeface="Tahoma"/>
              </a:rPr>
              <a:t>preferred industries </a:t>
            </a:r>
            <a:r>
              <a:rPr sz="1000" b="1" spc="-65" dirty="0">
                <a:latin typeface="Tahoma"/>
                <a:cs typeface="Tahoma"/>
              </a:rPr>
              <a:t>on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 </a:t>
            </a:r>
            <a:r>
              <a:rPr sz="1000" b="1" spc="-70" dirty="0">
                <a:latin typeface="Tahoma"/>
                <a:cs typeface="Tahoma"/>
              </a:rPr>
              <a:t>same </a:t>
            </a:r>
            <a:r>
              <a:rPr sz="1000" b="1" spc="-75" dirty="0">
                <a:latin typeface="Tahoma"/>
                <a:cs typeface="Tahoma"/>
              </a:rPr>
              <a:t>screen,</a:t>
            </a:r>
            <a:r>
              <a:rPr sz="1000" b="1" spc="-50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adjust</a:t>
            </a:r>
            <a:r>
              <a:rPr sz="1000" b="1" spc="-50" dirty="0">
                <a:latin typeface="Tahoma"/>
                <a:cs typeface="Tahoma"/>
              </a:rPr>
              <a:t> </a:t>
            </a:r>
            <a:r>
              <a:rPr sz="1000" b="1" spc="-70" dirty="0">
                <a:latin typeface="Tahoma"/>
                <a:cs typeface="Tahoma"/>
              </a:rPr>
              <a:t>preferences,</a:t>
            </a:r>
            <a:r>
              <a:rPr sz="1000" b="1" spc="-50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and</a:t>
            </a:r>
            <a:r>
              <a:rPr sz="1000" b="1" spc="-50" dirty="0">
                <a:latin typeface="Tahoma"/>
                <a:cs typeface="Tahoma"/>
              </a:rPr>
              <a:t> </a:t>
            </a:r>
            <a:r>
              <a:rPr sz="1000" b="1" spc="-20" dirty="0">
                <a:latin typeface="Tahoma"/>
                <a:cs typeface="Tahoma"/>
              </a:rPr>
              <a:t>save </a:t>
            </a:r>
            <a:r>
              <a:rPr sz="1000" b="1" spc="-85" dirty="0">
                <a:latin typeface="Tahoma"/>
                <a:cs typeface="Tahoma"/>
              </a:rPr>
              <a:t>changes</a:t>
            </a:r>
            <a:r>
              <a:rPr sz="1000" b="1" spc="-2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automatically</a:t>
            </a:r>
            <a:r>
              <a:rPr sz="1000" b="1" spc="-30" dirty="0">
                <a:latin typeface="Tahoma"/>
                <a:cs typeface="Tahoma"/>
              </a:rPr>
              <a:t> </a:t>
            </a:r>
            <a:r>
              <a:rPr sz="1000" b="1" spc="-25" dirty="0">
                <a:latin typeface="Tahoma"/>
                <a:cs typeface="Tahoma"/>
              </a:rPr>
              <a:t>for </a:t>
            </a:r>
            <a:r>
              <a:rPr sz="1000" b="1" spc="-65" dirty="0">
                <a:latin typeface="Tahoma"/>
                <a:cs typeface="Tahoma"/>
              </a:rPr>
              <a:t>personalized </a:t>
            </a:r>
            <a:r>
              <a:rPr sz="1000" b="1" spc="-85" dirty="0">
                <a:latin typeface="Tahoma"/>
                <a:cs typeface="Tahoma"/>
              </a:rPr>
              <a:t>news</a:t>
            </a:r>
            <a:r>
              <a:rPr sz="1000" b="1" spc="-60" dirty="0">
                <a:latin typeface="Tahoma"/>
                <a:cs typeface="Tahoma"/>
              </a:rPr>
              <a:t> in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their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respective </a:t>
            </a:r>
            <a:r>
              <a:rPr sz="1000" b="1" spc="-10" dirty="0">
                <a:latin typeface="Tahoma"/>
                <a:cs typeface="Tahoma"/>
              </a:rPr>
              <a:t>sections.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9050" y="717020"/>
            <a:ext cx="34480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b="1" spc="-65" dirty="0">
                <a:latin typeface="Tahoma"/>
                <a:cs typeface="Tahoma"/>
              </a:rPr>
              <a:t>Users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55" dirty="0">
                <a:latin typeface="Tahoma"/>
                <a:cs typeface="Tahoma"/>
              </a:rPr>
              <a:t>will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70" dirty="0">
                <a:latin typeface="Tahoma"/>
                <a:cs typeface="Tahoma"/>
              </a:rPr>
              <a:t>also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80" dirty="0">
                <a:latin typeface="Tahoma"/>
                <a:cs typeface="Tahoma"/>
              </a:rPr>
              <a:t>be</a:t>
            </a:r>
            <a:r>
              <a:rPr sz="1000" b="1" spc="-75" dirty="0">
                <a:latin typeface="Tahoma"/>
                <a:cs typeface="Tahoma"/>
              </a:rPr>
              <a:t> able </a:t>
            </a:r>
            <a:r>
              <a:rPr sz="1000" b="1" spc="-45" dirty="0">
                <a:latin typeface="Tahoma"/>
                <a:cs typeface="Tahoma"/>
              </a:rPr>
              <a:t>to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view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85" dirty="0">
                <a:latin typeface="Tahoma"/>
                <a:cs typeface="Tahoma"/>
              </a:rPr>
              <a:t>a</a:t>
            </a:r>
            <a:r>
              <a:rPr sz="1000" b="1" spc="-70" dirty="0">
                <a:latin typeface="Tahoma"/>
                <a:cs typeface="Tahoma"/>
              </a:rPr>
              <a:t> disclaimer</a:t>
            </a:r>
            <a:r>
              <a:rPr sz="1000" b="1" spc="-75" dirty="0">
                <a:latin typeface="Tahoma"/>
                <a:cs typeface="Tahoma"/>
              </a:rPr>
              <a:t> regarding </a:t>
            </a:r>
            <a:r>
              <a:rPr sz="1000" b="1" spc="-10" dirty="0">
                <a:latin typeface="Tahoma"/>
                <a:cs typeface="Tahoma"/>
              </a:rPr>
              <a:t>their </a:t>
            </a:r>
            <a:r>
              <a:rPr sz="1000" b="1" spc="-70" dirty="0">
                <a:latin typeface="Tahoma"/>
                <a:cs typeface="Tahoma"/>
              </a:rPr>
              <a:t>preferences,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70" dirty="0">
                <a:latin typeface="Tahoma"/>
                <a:cs typeface="Tahoma"/>
              </a:rPr>
              <a:t>displayed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by</a:t>
            </a:r>
            <a:r>
              <a:rPr sz="1000" b="1" spc="-65" dirty="0">
                <a:latin typeface="Tahoma"/>
                <a:cs typeface="Tahoma"/>
              </a:rPr>
              <a:t> the </a:t>
            </a:r>
            <a:r>
              <a:rPr sz="1000" b="1" spc="-80" dirty="0">
                <a:latin typeface="Tahoma"/>
                <a:cs typeface="Tahoma"/>
              </a:rPr>
              <a:t>app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upon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80" dirty="0">
                <a:latin typeface="Tahoma"/>
                <a:cs typeface="Tahoma"/>
              </a:rPr>
              <a:t>accessing</a:t>
            </a:r>
            <a:r>
              <a:rPr sz="1000" b="1" spc="-60" dirty="0">
                <a:latin typeface="Tahoma"/>
                <a:cs typeface="Tahoma"/>
              </a:rPr>
              <a:t> this </a:t>
            </a:r>
            <a:r>
              <a:rPr sz="1000" b="1" spc="-35" dirty="0">
                <a:latin typeface="Tahoma"/>
                <a:cs typeface="Tahoma"/>
              </a:rPr>
              <a:t>screen, </a:t>
            </a:r>
            <a:r>
              <a:rPr sz="1000" b="1" spc="-80" dirty="0">
                <a:latin typeface="Tahoma"/>
                <a:cs typeface="Tahoma"/>
              </a:rPr>
              <a:t>enhancing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 overall </a:t>
            </a:r>
            <a:r>
              <a:rPr sz="1000" b="1" spc="-70" dirty="0">
                <a:latin typeface="Tahoma"/>
                <a:cs typeface="Tahoma"/>
              </a:rPr>
              <a:t>user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experience.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025" y="467125"/>
            <a:ext cx="2234874" cy="460752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29599" y="474762"/>
            <a:ext cx="2234874" cy="45922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2025" y="47879"/>
            <a:ext cx="3710940" cy="340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900" b="1" spc="-55" dirty="0">
                <a:latin typeface="Tahoma"/>
                <a:cs typeface="Tahoma"/>
              </a:rPr>
              <a:t>Provides</a:t>
            </a:r>
            <a:r>
              <a:rPr sz="900" b="1" spc="-65" dirty="0">
                <a:latin typeface="Tahoma"/>
                <a:cs typeface="Tahoma"/>
              </a:rPr>
              <a:t> users</a:t>
            </a:r>
            <a:r>
              <a:rPr sz="900" b="1" spc="-60" dirty="0">
                <a:latin typeface="Tahoma"/>
                <a:cs typeface="Tahoma"/>
              </a:rPr>
              <a:t> </a:t>
            </a:r>
            <a:r>
              <a:rPr sz="900" b="1" spc="-65" dirty="0">
                <a:latin typeface="Tahoma"/>
                <a:cs typeface="Tahoma"/>
              </a:rPr>
              <a:t>with </a:t>
            </a:r>
            <a:r>
              <a:rPr sz="900" b="1" spc="-60" dirty="0">
                <a:latin typeface="Tahoma"/>
                <a:cs typeface="Tahoma"/>
              </a:rPr>
              <a:t>the</a:t>
            </a:r>
            <a:r>
              <a:rPr sz="900" b="1" spc="-65" dirty="0">
                <a:latin typeface="Tahoma"/>
                <a:cs typeface="Tahoma"/>
              </a:rPr>
              <a:t> </a:t>
            </a:r>
            <a:r>
              <a:rPr sz="900" b="1" spc="-55" dirty="0">
                <a:latin typeface="Tahoma"/>
                <a:cs typeface="Tahoma"/>
              </a:rPr>
              <a:t>option</a:t>
            </a:r>
            <a:r>
              <a:rPr sz="900" b="1" spc="-70" dirty="0">
                <a:latin typeface="Tahoma"/>
                <a:cs typeface="Tahoma"/>
              </a:rPr>
              <a:t> </a:t>
            </a:r>
            <a:r>
              <a:rPr sz="900" b="1" spc="-45" dirty="0">
                <a:latin typeface="Tahoma"/>
                <a:cs typeface="Tahoma"/>
              </a:rPr>
              <a:t>to</a:t>
            </a:r>
            <a:r>
              <a:rPr sz="900" b="1" spc="-65" dirty="0">
                <a:latin typeface="Tahoma"/>
                <a:cs typeface="Tahoma"/>
              </a:rPr>
              <a:t> view</a:t>
            </a:r>
            <a:r>
              <a:rPr sz="900" b="1" spc="-60" dirty="0">
                <a:latin typeface="Tahoma"/>
                <a:cs typeface="Tahoma"/>
              </a:rPr>
              <a:t> </a:t>
            </a:r>
            <a:r>
              <a:rPr sz="900" b="1" spc="-75" dirty="0">
                <a:latin typeface="Tahoma"/>
                <a:cs typeface="Tahoma"/>
              </a:rPr>
              <a:t>a</a:t>
            </a:r>
            <a:r>
              <a:rPr sz="900" b="1" spc="-65" dirty="0">
                <a:latin typeface="Tahoma"/>
                <a:cs typeface="Tahoma"/>
              </a:rPr>
              <a:t> </a:t>
            </a:r>
            <a:r>
              <a:rPr sz="900" b="1" spc="-60" dirty="0">
                <a:latin typeface="Tahoma"/>
                <a:cs typeface="Tahoma"/>
              </a:rPr>
              <a:t>recap</a:t>
            </a:r>
            <a:r>
              <a:rPr sz="900" b="1" spc="-70" dirty="0">
                <a:latin typeface="Tahoma"/>
                <a:cs typeface="Tahoma"/>
              </a:rPr>
              <a:t> </a:t>
            </a:r>
            <a:r>
              <a:rPr sz="900" b="1" spc="-50" dirty="0">
                <a:latin typeface="Tahoma"/>
                <a:cs typeface="Tahoma"/>
              </a:rPr>
              <a:t>of</a:t>
            </a:r>
            <a:r>
              <a:rPr sz="900" b="1" spc="-65" dirty="0">
                <a:latin typeface="Tahoma"/>
                <a:cs typeface="Tahoma"/>
              </a:rPr>
              <a:t> </a:t>
            </a:r>
            <a:r>
              <a:rPr sz="900" b="1" spc="-60" dirty="0">
                <a:latin typeface="Tahoma"/>
                <a:cs typeface="Tahoma"/>
              </a:rPr>
              <a:t>the</a:t>
            </a:r>
            <a:r>
              <a:rPr sz="900" b="1" spc="-65" dirty="0">
                <a:latin typeface="Tahoma"/>
                <a:cs typeface="Tahoma"/>
              </a:rPr>
              <a:t> </a:t>
            </a:r>
            <a:r>
              <a:rPr sz="900" b="1" spc="-70" dirty="0">
                <a:latin typeface="Tahoma"/>
                <a:cs typeface="Tahoma"/>
              </a:rPr>
              <a:t>most</a:t>
            </a:r>
            <a:r>
              <a:rPr sz="900" b="1" spc="-60" dirty="0">
                <a:latin typeface="Tahoma"/>
                <a:cs typeface="Tahoma"/>
              </a:rPr>
              <a:t> notable</a:t>
            </a:r>
            <a:r>
              <a:rPr sz="900" b="1" spc="-70" dirty="0">
                <a:latin typeface="Tahoma"/>
                <a:cs typeface="Tahoma"/>
              </a:rPr>
              <a:t> </a:t>
            </a:r>
            <a:r>
              <a:rPr sz="900" b="1" spc="-20" dirty="0">
                <a:latin typeface="Tahoma"/>
                <a:cs typeface="Tahoma"/>
              </a:rPr>
              <a:t>news </a:t>
            </a:r>
            <a:r>
              <a:rPr sz="900" b="1" spc="-60" dirty="0">
                <a:latin typeface="Tahoma"/>
                <a:cs typeface="Tahoma"/>
              </a:rPr>
              <a:t>from the</a:t>
            </a:r>
            <a:r>
              <a:rPr sz="900" b="1" spc="-65" dirty="0">
                <a:latin typeface="Tahoma"/>
                <a:cs typeface="Tahoma"/>
              </a:rPr>
              <a:t> </a:t>
            </a:r>
            <a:r>
              <a:rPr sz="900" b="1" spc="-50" dirty="0">
                <a:latin typeface="Tahoma"/>
                <a:cs typeface="Tahoma"/>
              </a:rPr>
              <a:t>current</a:t>
            </a:r>
            <a:r>
              <a:rPr sz="900" b="1" spc="-60" dirty="0">
                <a:latin typeface="Tahoma"/>
                <a:cs typeface="Tahoma"/>
              </a:rPr>
              <a:t> year </a:t>
            </a:r>
            <a:r>
              <a:rPr sz="900" b="1" spc="-65" dirty="0">
                <a:latin typeface="Tahoma"/>
                <a:cs typeface="Tahoma"/>
              </a:rPr>
              <a:t>under </a:t>
            </a:r>
            <a:r>
              <a:rPr sz="900" b="1" spc="-60" dirty="0">
                <a:latin typeface="Tahoma"/>
                <a:cs typeface="Tahoma"/>
              </a:rPr>
              <a:t>the</a:t>
            </a:r>
            <a:r>
              <a:rPr sz="900" b="1" spc="-65" dirty="0">
                <a:latin typeface="Tahoma"/>
                <a:cs typeface="Tahoma"/>
              </a:rPr>
              <a:t> </a:t>
            </a:r>
            <a:r>
              <a:rPr sz="900" b="1" spc="-60" dirty="0">
                <a:latin typeface="Tahoma"/>
                <a:cs typeface="Tahoma"/>
              </a:rPr>
              <a:t>Your24 </a:t>
            </a:r>
            <a:r>
              <a:rPr sz="900" b="1" spc="-70" dirty="0">
                <a:latin typeface="Tahoma"/>
                <a:cs typeface="Tahoma"/>
              </a:rPr>
              <a:t>Recap</a:t>
            </a:r>
            <a:r>
              <a:rPr sz="900" b="1" spc="-60" dirty="0">
                <a:latin typeface="Tahoma"/>
                <a:cs typeface="Tahoma"/>
              </a:rPr>
              <a:t> </a:t>
            </a:r>
            <a:r>
              <a:rPr sz="900" b="1" spc="-65" dirty="0">
                <a:latin typeface="Tahoma"/>
                <a:cs typeface="Tahoma"/>
              </a:rPr>
              <a:t>section </a:t>
            </a:r>
            <a:r>
              <a:rPr sz="900" b="1" spc="-75" dirty="0">
                <a:latin typeface="Tahoma"/>
                <a:cs typeface="Tahoma"/>
              </a:rPr>
              <a:t>n</a:t>
            </a:r>
            <a:r>
              <a:rPr sz="900" b="1" spc="-65" dirty="0">
                <a:latin typeface="Tahoma"/>
                <a:cs typeface="Tahoma"/>
              </a:rPr>
              <a:t> </a:t>
            </a:r>
            <a:r>
              <a:rPr sz="900" b="1" spc="-60" dirty="0">
                <a:latin typeface="Tahoma"/>
                <a:cs typeface="Tahoma"/>
              </a:rPr>
              <a:t>the</a:t>
            </a:r>
            <a:r>
              <a:rPr sz="900" b="1" spc="-65" dirty="0">
                <a:latin typeface="Tahoma"/>
                <a:cs typeface="Tahoma"/>
              </a:rPr>
              <a:t> </a:t>
            </a:r>
            <a:r>
              <a:rPr sz="900" b="1" spc="-80" dirty="0">
                <a:latin typeface="Tahoma"/>
                <a:cs typeface="Tahoma"/>
              </a:rPr>
              <a:t>home</a:t>
            </a:r>
            <a:r>
              <a:rPr sz="900" b="1" spc="-60" dirty="0">
                <a:latin typeface="Tahoma"/>
                <a:cs typeface="Tahoma"/>
              </a:rPr>
              <a:t> </a:t>
            </a:r>
            <a:r>
              <a:rPr sz="900" b="1" spc="-10" dirty="0">
                <a:latin typeface="Tahoma"/>
                <a:cs typeface="Tahoma"/>
              </a:rPr>
              <a:t>screen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37575" y="1628460"/>
            <a:ext cx="1861820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000" b="1" spc="-70" dirty="0">
                <a:latin typeface="Tahoma"/>
                <a:cs typeface="Tahoma"/>
              </a:rPr>
              <a:t>Enables users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to</a:t>
            </a:r>
            <a:r>
              <a:rPr sz="1000" b="1" spc="-75" dirty="0">
                <a:latin typeface="Tahoma"/>
                <a:cs typeface="Tahoma"/>
              </a:rPr>
              <a:t> access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85" dirty="0">
                <a:latin typeface="Tahoma"/>
                <a:cs typeface="Tahoma"/>
              </a:rPr>
              <a:t>a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20" dirty="0">
                <a:latin typeface="Tahoma"/>
                <a:cs typeface="Tahoma"/>
              </a:rPr>
              <a:t>Most </a:t>
            </a:r>
            <a:r>
              <a:rPr sz="1000" b="1" spc="-60" dirty="0">
                <a:latin typeface="Tahoma"/>
                <a:cs typeface="Tahoma"/>
              </a:rPr>
              <a:t>Notable articles</a:t>
            </a:r>
            <a:r>
              <a:rPr sz="1000" b="1" spc="-50" dirty="0">
                <a:latin typeface="Tahoma"/>
                <a:cs typeface="Tahoma"/>
              </a:rPr>
              <a:t> </a:t>
            </a:r>
            <a:r>
              <a:rPr sz="1000" b="1" spc="-70" dirty="0">
                <a:latin typeface="Tahoma"/>
                <a:cs typeface="Tahoma"/>
              </a:rPr>
              <a:t>under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“Insights" </a:t>
            </a:r>
            <a:r>
              <a:rPr sz="1000" b="1" spc="-65" dirty="0">
                <a:latin typeface="Tahoma"/>
                <a:cs typeface="Tahoma"/>
              </a:rPr>
              <a:t>section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on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90" dirty="0">
                <a:latin typeface="Tahoma"/>
                <a:cs typeface="Tahoma"/>
              </a:rPr>
              <a:t>home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screen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37500" y="4264135"/>
            <a:ext cx="2119630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000" b="1" spc="-65" dirty="0">
                <a:latin typeface="Tahoma"/>
                <a:cs typeface="Tahoma"/>
              </a:rPr>
              <a:t>Users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55" dirty="0">
                <a:latin typeface="Tahoma"/>
                <a:cs typeface="Tahoma"/>
              </a:rPr>
              <a:t>will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70" dirty="0">
                <a:latin typeface="Tahoma"/>
                <a:cs typeface="Tahoma"/>
              </a:rPr>
              <a:t>also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85" dirty="0">
                <a:latin typeface="Tahoma"/>
                <a:cs typeface="Tahoma"/>
              </a:rPr>
              <a:t>have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option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25" dirty="0">
                <a:latin typeface="Tahoma"/>
                <a:cs typeface="Tahoma"/>
              </a:rPr>
              <a:t>to </a:t>
            </a:r>
            <a:r>
              <a:rPr sz="1000" b="1" spc="-80" dirty="0">
                <a:latin typeface="Tahoma"/>
                <a:cs typeface="Tahoma"/>
              </a:rPr>
              <a:t>share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70" dirty="0">
                <a:latin typeface="Tahoma"/>
                <a:cs typeface="Tahoma"/>
              </a:rPr>
              <a:t>these insights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in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either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20" dirty="0">
                <a:latin typeface="Tahoma"/>
                <a:cs typeface="Tahoma"/>
              </a:rPr>
              <a:t>card </a:t>
            </a:r>
            <a:r>
              <a:rPr sz="1000" b="1" spc="-65" dirty="0">
                <a:latin typeface="Tahoma"/>
                <a:cs typeface="Tahoma"/>
              </a:rPr>
              <a:t>format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or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85" dirty="0">
                <a:latin typeface="Tahoma"/>
                <a:cs typeface="Tahoma"/>
              </a:rPr>
              <a:t>as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part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55" dirty="0">
                <a:latin typeface="Tahoma"/>
                <a:cs typeface="Tahoma"/>
              </a:rPr>
              <a:t>of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entire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50" dirty="0">
                <a:latin typeface="Tahoma"/>
                <a:cs typeface="Tahoma"/>
              </a:rPr>
              <a:t>library.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46924" y="1884159"/>
            <a:ext cx="193230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000" b="1" spc="-65" dirty="0">
                <a:latin typeface="Tahoma"/>
                <a:cs typeface="Tahoma"/>
              </a:rPr>
              <a:t>Users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can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50" dirty="0">
                <a:latin typeface="Tahoma"/>
                <a:cs typeface="Tahoma"/>
              </a:rPr>
              <a:t>click</a:t>
            </a:r>
            <a:r>
              <a:rPr sz="1000" b="1" spc="-85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on</a:t>
            </a:r>
            <a:r>
              <a:rPr sz="1000" b="1" spc="-80" dirty="0">
                <a:latin typeface="Tahoma"/>
                <a:cs typeface="Tahoma"/>
              </a:rPr>
              <a:t> any</a:t>
            </a:r>
            <a:r>
              <a:rPr sz="1000" b="1" spc="-85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relevant </a:t>
            </a:r>
            <a:r>
              <a:rPr sz="1000" b="1" spc="-55" dirty="0">
                <a:latin typeface="Tahoma"/>
                <a:cs typeface="Tahoma"/>
              </a:rPr>
              <a:t>article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to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view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50" dirty="0">
                <a:latin typeface="Tahoma"/>
                <a:cs typeface="Tahoma"/>
              </a:rPr>
              <a:t>its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details,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55" dirty="0">
                <a:latin typeface="Tahoma"/>
                <a:cs typeface="Tahoma"/>
              </a:rPr>
              <a:t>allowing </a:t>
            </a:r>
            <a:r>
              <a:rPr sz="1000" b="1" spc="-80" dirty="0">
                <a:latin typeface="Tahoma"/>
                <a:cs typeface="Tahoma"/>
              </a:rPr>
              <a:t>them </a:t>
            </a:r>
            <a:r>
              <a:rPr sz="1000" b="1" spc="-45" dirty="0">
                <a:latin typeface="Tahoma"/>
                <a:cs typeface="Tahoma"/>
              </a:rPr>
              <a:t>to</a:t>
            </a:r>
            <a:r>
              <a:rPr sz="1000" b="1" spc="-9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catch</a:t>
            </a:r>
            <a:r>
              <a:rPr sz="1000" b="1" spc="-85" dirty="0">
                <a:latin typeface="Tahoma"/>
                <a:cs typeface="Tahoma"/>
              </a:rPr>
              <a:t> </a:t>
            </a:r>
            <a:r>
              <a:rPr sz="1000" b="1" spc="-80" dirty="0">
                <a:latin typeface="Tahoma"/>
                <a:cs typeface="Tahoma"/>
              </a:rPr>
              <a:t>up</a:t>
            </a:r>
            <a:r>
              <a:rPr sz="1000" b="1" spc="-85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on</a:t>
            </a:r>
            <a:r>
              <a:rPr sz="1000" b="1" spc="-85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missed </a:t>
            </a:r>
            <a:r>
              <a:rPr sz="1000" b="1" spc="-60" dirty="0">
                <a:latin typeface="Tahoma"/>
                <a:cs typeface="Tahoma"/>
              </a:rPr>
              <a:t>articles </a:t>
            </a:r>
            <a:r>
              <a:rPr sz="1000" b="1" spc="-65" dirty="0">
                <a:latin typeface="Tahoma"/>
                <a:cs typeface="Tahoma"/>
              </a:rPr>
              <a:t>from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 </a:t>
            </a:r>
            <a:r>
              <a:rPr sz="1000" b="1" spc="-60" dirty="0">
                <a:latin typeface="Tahoma"/>
                <a:cs typeface="Tahoma"/>
              </a:rPr>
              <a:t>current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year.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724" y="103224"/>
            <a:ext cx="2234874" cy="49813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28850" y="103224"/>
            <a:ext cx="2375649" cy="49370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27700" y="192610"/>
            <a:ext cx="2027555" cy="90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000" b="1" spc="-50" dirty="0">
                <a:latin typeface="Tahoma"/>
                <a:cs typeface="Tahoma"/>
              </a:rPr>
              <a:t>Allows</a:t>
            </a:r>
            <a:r>
              <a:rPr sz="1000" b="1" spc="-70" dirty="0">
                <a:latin typeface="Tahoma"/>
                <a:cs typeface="Tahoma"/>
              </a:rPr>
              <a:t> users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to</a:t>
            </a:r>
            <a:r>
              <a:rPr sz="1000" b="1" spc="-75" dirty="0">
                <a:latin typeface="Tahoma"/>
                <a:cs typeface="Tahoma"/>
              </a:rPr>
              <a:t> access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"Most </a:t>
            </a:r>
            <a:r>
              <a:rPr sz="1000" b="1" spc="-60" dirty="0">
                <a:latin typeface="Tahoma"/>
                <a:cs typeface="Tahoma"/>
              </a:rPr>
              <a:t>Notable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50" dirty="0">
                <a:latin typeface="Tahoma"/>
                <a:cs typeface="Tahoma"/>
              </a:rPr>
              <a:t>Videos"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in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85" dirty="0">
                <a:latin typeface="Tahoma"/>
                <a:cs typeface="Tahoma"/>
              </a:rPr>
              <a:t>a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short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format </a:t>
            </a:r>
            <a:r>
              <a:rPr sz="1000" b="1" spc="-65" dirty="0">
                <a:latin typeface="Tahoma"/>
                <a:cs typeface="Tahoma"/>
              </a:rPr>
              <a:t>with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70" dirty="0">
                <a:latin typeface="Tahoma"/>
                <a:cs typeface="Tahoma"/>
              </a:rPr>
              <a:t>captions,</a:t>
            </a:r>
            <a:r>
              <a:rPr sz="1000" b="1" spc="-45" dirty="0">
                <a:latin typeface="Tahoma"/>
                <a:cs typeface="Tahoma"/>
              </a:rPr>
              <a:t> </a:t>
            </a:r>
            <a:r>
              <a:rPr sz="1000" b="1" spc="-70" dirty="0">
                <a:latin typeface="Tahoma"/>
                <a:cs typeface="Tahoma"/>
              </a:rPr>
              <a:t>available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70" dirty="0">
                <a:latin typeface="Tahoma"/>
                <a:cs typeface="Tahoma"/>
              </a:rPr>
              <a:t>under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25" dirty="0">
                <a:latin typeface="Tahoma"/>
                <a:cs typeface="Tahoma"/>
              </a:rPr>
              <a:t>the </a:t>
            </a:r>
            <a:r>
              <a:rPr sz="1000" b="1" spc="-45" dirty="0">
                <a:latin typeface="Tahoma"/>
                <a:cs typeface="Tahoma"/>
              </a:rPr>
              <a:t>"Video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Shorts" section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on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55" dirty="0">
                <a:latin typeface="Tahoma"/>
                <a:cs typeface="Tahoma"/>
              </a:rPr>
              <a:t>home </a:t>
            </a:r>
            <a:r>
              <a:rPr sz="1000" b="1" spc="-10" dirty="0">
                <a:latin typeface="Tahoma"/>
                <a:cs typeface="Tahoma"/>
              </a:rPr>
              <a:t>screen.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49700" y="3634710"/>
            <a:ext cx="1989455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000" b="1" spc="-65" dirty="0">
                <a:latin typeface="Tahoma"/>
                <a:cs typeface="Tahoma"/>
              </a:rPr>
              <a:t>Users</a:t>
            </a:r>
            <a:r>
              <a:rPr sz="1000" b="1" spc="-70" dirty="0">
                <a:latin typeface="Tahoma"/>
                <a:cs typeface="Tahoma"/>
              </a:rPr>
              <a:t> also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85" dirty="0">
                <a:latin typeface="Tahoma"/>
                <a:cs typeface="Tahoma"/>
              </a:rPr>
              <a:t>have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option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to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40" dirty="0">
                <a:latin typeface="Tahoma"/>
                <a:cs typeface="Tahoma"/>
              </a:rPr>
              <a:t>share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video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with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others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across </a:t>
            </a:r>
            <a:r>
              <a:rPr sz="1000" b="1" spc="-60" dirty="0">
                <a:latin typeface="Tahoma"/>
                <a:cs typeface="Tahoma"/>
              </a:rPr>
              <a:t>various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social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80" dirty="0">
                <a:latin typeface="Tahoma"/>
                <a:cs typeface="Tahoma"/>
              </a:rPr>
              <a:t>media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platforms.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16825" y="776044"/>
            <a:ext cx="177609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b="1" spc="-65" dirty="0">
                <a:latin typeface="Tahoma"/>
                <a:cs typeface="Tahoma"/>
              </a:rPr>
              <a:t>Users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85" dirty="0">
                <a:latin typeface="Tahoma"/>
                <a:cs typeface="Tahoma"/>
              </a:rPr>
              <a:t>have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option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to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20" dirty="0">
                <a:latin typeface="Tahoma"/>
                <a:cs typeface="Tahoma"/>
              </a:rPr>
              <a:t>view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most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recent</a:t>
            </a:r>
            <a:r>
              <a:rPr sz="1000" b="1" spc="-70" dirty="0">
                <a:latin typeface="Tahoma"/>
                <a:cs typeface="Tahoma"/>
              </a:rPr>
              <a:t> 8</a:t>
            </a:r>
            <a:r>
              <a:rPr sz="1000" b="1" spc="-65" dirty="0">
                <a:latin typeface="Tahoma"/>
                <a:cs typeface="Tahoma"/>
              </a:rPr>
              <a:t> topics,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55" dirty="0">
                <a:latin typeface="Tahoma"/>
                <a:cs typeface="Tahoma"/>
              </a:rPr>
              <a:t>which </a:t>
            </a:r>
            <a:r>
              <a:rPr sz="1000" b="1" spc="-70" dirty="0">
                <a:latin typeface="Tahoma"/>
                <a:cs typeface="Tahoma"/>
              </a:rPr>
              <a:t>they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can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50" dirty="0">
                <a:latin typeface="Tahoma"/>
                <a:cs typeface="Tahoma"/>
              </a:rPr>
              <a:t>click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to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explore, </a:t>
            </a:r>
            <a:r>
              <a:rPr sz="1000" b="1" spc="-70" dirty="0">
                <a:latin typeface="Tahoma"/>
                <a:cs typeface="Tahoma"/>
              </a:rPr>
              <a:t>under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"Roundups"</a:t>
            </a:r>
            <a:r>
              <a:rPr sz="1000" b="1" spc="-50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section </a:t>
            </a:r>
            <a:r>
              <a:rPr sz="1000" b="1" spc="-65" dirty="0">
                <a:latin typeface="Tahoma"/>
                <a:cs typeface="Tahoma"/>
              </a:rPr>
              <a:t>with</a:t>
            </a:r>
            <a:r>
              <a:rPr sz="1000" b="1" spc="-85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count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55" dirty="0">
                <a:latin typeface="Tahoma"/>
                <a:cs typeface="Tahoma"/>
              </a:rPr>
              <a:t>of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articles </a:t>
            </a:r>
            <a:r>
              <a:rPr sz="1000" b="1" spc="-85" dirty="0">
                <a:latin typeface="Tahoma"/>
                <a:cs typeface="Tahoma"/>
              </a:rPr>
              <a:t>shown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50" dirty="0">
                <a:latin typeface="Tahoma"/>
                <a:cs typeface="Tahoma"/>
              </a:rPr>
              <a:t>for</a:t>
            </a:r>
            <a:r>
              <a:rPr sz="1000" b="1" spc="-75" dirty="0">
                <a:latin typeface="Tahoma"/>
                <a:cs typeface="Tahoma"/>
              </a:rPr>
              <a:t> each </a:t>
            </a:r>
            <a:r>
              <a:rPr sz="1000" b="1" spc="-10" dirty="0">
                <a:latin typeface="Tahoma"/>
                <a:cs typeface="Tahoma"/>
              </a:rPr>
              <a:t>topics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16900" y="2916784"/>
            <a:ext cx="1693545" cy="1252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000" b="1" spc="-65" dirty="0">
                <a:latin typeface="Tahoma"/>
                <a:cs typeface="Tahoma"/>
              </a:rPr>
              <a:t>Users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85" dirty="0">
                <a:latin typeface="Tahoma"/>
                <a:cs typeface="Tahoma"/>
              </a:rPr>
              <a:t>have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option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to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40" dirty="0">
                <a:latin typeface="Tahoma"/>
                <a:cs typeface="Tahoma"/>
              </a:rPr>
              <a:t>view </a:t>
            </a:r>
            <a:r>
              <a:rPr sz="1000" b="1" spc="-60" dirty="0">
                <a:latin typeface="Tahoma"/>
                <a:cs typeface="Tahoma"/>
              </a:rPr>
              <a:t>daily</a:t>
            </a:r>
            <a:r>
              <a:rPr sz="1000" b="1" spc="-5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roundups</a:t>
            </a:r>
            <a:r>
              <a:rPr sz="1000" b="1" spc="-45" dirty="0">
                <a:latin typeface="Tahoma"/>
                <a:cs typeface="Tahoma"/>
              </a:rPr>
              <a:t> </a:t>
            </a:r>
            <a:r>
              <a:rPr sz="1000" b="1" spc="-70" dirty="0">
                <a:latin typeface="Tahoma"/>
                <a:cs typeface="Tahoma"/>
              </a:rPr>
              <a:t>organized</a:t>
            </a:r>
            <a:r>
              <a:rPr sz="1000" b="1" spc="-40" dirty="0">
                <a:latin typeface="Tahoma"/>
                <a:cs typeface="Tahoma"/>
              </a:rPr>
              <a:t> </a:t>
            </a:r>
            <a:r>
              <a:rPr sz="1000" b="1" spc="-25" dirty="0">
                <a:latin typeface="Tahoma"/>
                <a:cs typeface="Tahoma"/>
              </a:rPr>
              <a:t>by </a:t>
            </a:r>
            <a:r>
              <a:rPr sz="1000" b="1" spc="-80" dirty="0">
                <a:latin typeface="Tahoma"/>
                <a:cs typeface="Tahoma"/>
              </a:rPr>
              <a:t>category,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with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article </a:t>
            </a:r>
            <a:r>
              <a:rPr sz="1000" b="1" spc="-65" dirty="0">
                <a:latin typeface="Tahoma"/>
                <a:cs typeface="Tahoma"/>
              </a:rPr>
              <a:t>count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70" dirty="0">
                <a:latin typeface="Tahoma"/>
                <a:cs typeface="Tahoma"/>
              </a:rPr>
              <a:t>displayed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50" dirty="0">
                <a:latin typeface="Tahoma"/>
                <a:cs typeface="Tahoma"/>
              </a:rPr>
              <a:t>for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20" dirty="0">
                <a:latin typeface="Tahoma"/>
                <a:cs typeface="Tahoma"/>
              </a:rPr>
              <a:t>each </a:t>
            </a:r>
            <a:r>
              <a:rPr sz="1000" b="1" spc="-80" dirty="0">
                <a:latin typeface="Tahoma"/>
                <a:cs typeface="Tahoma"/>
              </a:rPr>
              <a:t>category,</a:t>
            </a:r>
            <a:r>
              <a:rPr sz="1000" b="1" spc="-45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allowing</a:t>
            </a:r>
            <a:r>
              <a:rPr sz="1000" b="1" spc="-45" dirty="0">
                <a:latin typeface="Tahoma"/>
                <a:cs typeface="Tahoma"/>
              </a:rPr>
              <a:t> </a:t>
            </a:r>
            <a:r>
              <a:rPr sz="1000" b="1" spc="-80" dirty="0">
                <a:latin typeface="Tahoma"/>
                <a:cs typeface="Tahoma"/>
              </a:rPr>
              <a:t>them</a:t>
            </a:r>
            <a:r>
              <a:rPr sz="1000" b="1" spc="-40" dirty="0">
                <a:latin typeface="Tahoma"/>
                <a:cs typeface="Tahoma"/>
              </a:rPr>
              <a:t> </a:t>
            </a:r>
            <a:r>
              <a:rPr sz="1000" b="1" spc="-25" dirty="0">
                <a:latin typeface="Tahoma"/>
                <a:cs typeface="Tahoma"/>
              </a:rPr>
              <a:t>to </a:t>
            </a:r>
            <a:r>
              <a:rPr sz="1000" b="1" spc="-70" dirty="0">
                <a:latin typeface="Tahoma"/>
                <a:cs typeface="Tahoma"/>
              </a:rPr>
              <a:t>explore</a:t>
            </a:r>
            <a:r>
              <a:rPr sz="1000" b="1" spc="-50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articles</a:t>
            </a:r>
            <a:r>
              <a:rPr sz="1000" b="1" spc="-45" dirty="0">
                <a:latin typeface="Tahoma"/>
                <a:cs typeface="Tahoma"/>
              </a:rPr>
              <a:t> </a:t>
            </a:r>
            <a:r>
              <a:rPr sz="1000" b="1" spc="-70" dirty="0">
                <a:latin typeface="Tahoma"/>
                <a:cs typeface="Tahoma"/>
              </a:rPr>
              <a:t>within</a:t>
            </a:r>
            <a:r>
              <a:rPr sz="1000" b="1" spc="-45" dirty="0">
                <a:latin typeface="Tahoma"/>
                <a:cs typeface="Tahoma"/>
              </a:rPr>
              <a:t> </a:t>
            </a:r>
            <a:r>
              <a:rPr sz="1000" b="1" spc="-20" dirty="0">
                <a:latin typeface="Tahoma"/>
                <a:cs typeface="Tahoma"/>
              </a:rPr>
              <a:t>each </a:t>
            </a:r>
            <a:r>
              <a:rPr sz="1000" b="1" spc="-10" dirty="0">
                <a:latin typeface="Tahoma"/>
                <a:cs typeface="Tahoma"/>
              </a:rPr>
              <a:t>section.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06475" y="4391985"/>
            <a:ext cx="1888489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000" b="1" spc="-65" dirty="0">
                <a:latin typeface="Tahoma"/>
                <a:cs typeface="Tahoma"/>
              </a:rPr>
              <a:t>Users</a:t>
            </a:r>
            <a:r>
              <a:rPr sz="1000" b="1" spc="-70" dirty="0">
                <a:latin typeface="Tahoma"/>
                <a:cs typeface="Tahoma"/>
              </a:rPr>
              <a:t> also </a:t>
            </a:r>
            <a:r>
              <a:rPr sz="1000" b="1" spc="-85" dirty="0">
                <a:latin typeface="Tahoma"/>
                <a:cs typeface="Tahoma"/>
              </a:rPr>
              <a:t>have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option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25" dirty="0">
                <a:latin typeface="Tahoma"/>
                <a:cs typeface="Tahoma"/>
              </a:rPr>
              <a:t>to </a:t>
            </a:r>
            <a:r>
              <a:rPr sz="1000" b="1" spc="-65" dirty="0">
                <a:latin typeface="Tahoma"/>
                <a:cs typeface="Tahoma"/>
              </a:rPr>
              <a:t>completely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85" dirty="0">
                <a:latin typeface="Tahoma"/>
                <a:cs typeface="Tahoma"/>
              </a:rPr>
              <a:t>mute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audio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55" dirty="0">
                <a:latin typeface="Tahoma"/>
                <a:cs typeface="Tahoma"/>
              </a:rPr>
              <a:t>of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25" dirty="0">
                <a:latin typeface="Tahoma"/>
                <a:cs typeface="Tahoma"/>
              </a:rPr>
              <a:t>the </a:t>
            </a:r>
            <a:r>
              <a:rPr sz="1000" b="1" spc="-10" dirty="0">
                <a:latin typeface="Tahoma"/>
                <a:cs typeface="Tahoma"/>
              </a:rPr>
              <a:t>video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525" y="373700"/>
            <a:ext cx="2234874" cy="465672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01550" y="166294"/>
            <a:ext cx="52177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65" dirty="0">
                <a:latin typeface="Tahoma"/>
                <a:cs typeface="Tahoma"/>
              </a:rPr>
              <a:t>Users </a:t>
            </a:r>
            <a:r>
              <a:rPr sz="1000" b="1" spc="-85" dirty="0">
                <a:latin typeface="Tahoma"/>
                <a:cs typeface="Tahoma"/>
              </a:rPr>
              <a:t>have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option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to</a:t>
            </a:r>
            <a:r>
              <a:rPr sz="1000" b="1" spc="-70" dirty="0">
                <a:latin typeface="Tahoma"/>
                <a:cs typeface="Tahoma"/>
              </a:rPr>
              <a:t> search </a:t>
            </a:r>
            <a:r>
              <a:rPr sz="1000" b="1" spc="-50" dirty="0">
                <a:latin typeface="Tahoma"/>
                <a:cs typeface="Tahoma"/>
              </a:rPr>
              <a:t>for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80" dirty="0">
                <a:latin typeface="Tahoma"/>
                <a:cs typeface="Tahoma"/>
              </a:rPr>
              <a:t>any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90" dirty="0">
                <a:latin typeface="Tahoma"/>
                <a:cs typeface="Tahoma"/>
              </a:rPr>
              <a:t>news,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topics, </a:t>
            </a:r>
            <a:r>
              <a:rPr sz="1000" b="1" spc="-45" dirty="0">
                <a:latin typeface="Tahoma"/>
                <a:cs typeface="Tahoma"/>
              </a:rPr>
              <a:t>or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articles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to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view </a:t>
            </a:r>
            <a:r>
              <a:rPr sz="1000" b="1" spc="-60" dirty="0">
                <a:latin typeface="Tahoma"/>
                <a:cs typeface="Tahoma"/>
              </a:rPr>
              <a:t>detailed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25" dirty="0">
                <a:latin typeface="Tahoma"/>
                <a:cs typeface="Tahoma"/>
              </a:rPr>
              <a:t>information.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57875" y="1176085"/>
            <a:ext cx="268795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000" b="1" spc="-65" dirty="0">
                <a:latin typeface="Tahoma"/>
                <a:cs typeface="Tahoma"/>
              </a:rPr>
              <a:t>Users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85" dirty="0">
                <a:latin typeface="Tahoma"/>
                <a:cs typeface="Tahoma"/>
              </a:rPr>
              <a:t>have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option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to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50" dirty="0">
                <a:latin typeface="Tahoma"/>
                <a:cs typeface="Tahoma"/>
              </a:rPr>
              <a:t>click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on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"Games" </a:t>
            </a:r>
            <a:r>
              <a:rPr sz="1000" b="1" spc="-65" dirty="0">
                <a:latin typeface="Tahoma"/>
                <a:cs typeface="Tahoma"/>
              </a:rPr>
              <a:t>section</a:t>
            </a:r>
            <a:r>
              <a:rPr sz="1000" b="1" spc="-75" dirty="0">
                <a:latin typeface="Tahoma"/>
                <a:cs typeface="Tahoma"/>
              </a:rPr>
              <a:t> and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70" dirty="0">
                <a:latin typeface="Tahoma"/>
                <a:cs typeface="Tahoma"/>
              </a:rPr>
              <a:t>play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100" dirty="0">
                <a:latin typeface="Tahoma"/>
                <a:cs typeface="Tahoma"/>
              </a:rPr>
              <a:t>game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titled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"Word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55" dirty="0">
                <a:latin typeface="Tahoma"/>
                <a:cs typeface="Tahoma"/>
              </a:rPr>
              <a:t>Wheel."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0675" y="1995520"/>
            <a:ext cx="412813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65" dirty="0">
                <a:latin typeface="Tahoma"/>
                <a:cs typeface="Tahoma"/>
              </a:rPr>
              <a:t>Users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85" dirty="0">
                <a:latin typeface="Tahoma"/>
                <a:cs typeface="Tahoma"/>
              </a:rPr>
              <a:t>have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 </a:t>
            </a:r>
            <a:r>
              <a:rPr sz="1000" b="1" spc="-60" dirty="0">
                <a:latin typeface="Tahoma"/>
                <a:cs typeface="Tahoma"/>
              </a:rPr>
              <a:t>option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to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70" dirty="0">
                <a:latin typeface="Tahoma"/>
                <a:cs typeface="Tahoma"/>
              </a:rPr>
              <a:t>explore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various </a:t>
            </a:r>
            <a:r>
              <a:rPr sz="1000" b="1" spc="-65" dirty="0">
                <a:latin typeface="Tahoma"/>
                <a:cs typeface="Tahoma"/>
              </a:rPr>
              <a:t>sections,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including</a:t>
            </a:r>
            <a:endParaRPr sz="1000">
              <a:latin typeface="Tahoma"/>
              <a:cs typeface="Tahoma"/>
            </a:endParaRPr>
          </a:p>
          <a:p>
            <a:pPr marL="469265" indent="-304800">
              <a:lnSpc>
                <a:spcPct val="100000"/>
              </a:lnSpc>
              <a:buFont typeface="Arial"/>
              <a:buChar char="●"/>
              <a:tabLst>
                <a:tab pos="469265" algn="l"/>
              </a:tabLst>
            </a:pPr>
            <a:r>
              <a:rPr sz="1000" b="1" spc="-10" dirty="0">
                <a:latin typeface="Tahoma"/>
                <a:cs typeface="Tahoma"/>
              </a:rPr>
              <a:t>My</a:t>
            </a:r>
            <a:r>
              <a:rPr sz="1000" b="1" spc="-70" dirty="0">
                <a:latin typeface="Tahoma"/>
                <a:cs typeface="Tahoma"/>
              </a:rPr>
              <a:t> Feed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-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which</a:t>
            </a:r>
            <a:r>
              <a:rPr sz="1000" b="1" spc="-70" dirty="0">
                <a:latin typeface="Tahoma"/>
                <a:cs typeface="Tahoma"/>
              </a:rPr>
              <a:t> displays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personalized </a:t>
            </a:r>
            <a:r>
              <a:rPr sz="1000" b="1" spc="-10" dirty="0">
                <a:latin typeface="Tahoma"/>
                <a:cs typeface="Tahoma"/>
              </a:rPr>
              <a:t>content</a:t>
            </a:r>
            <a:endParaRPr sz="1000">
              <a:latin typeface="Tahoma"/>
              <a:cs typeface="Tahoma"/>
            </a:endParaRPr>
          </a:p>
          <a:p>
            <a:pPr marL="469265" indent="-304800">
              <a:lnSpc>
                <a:spcPct val="100000"/>
              </a:lnSpc>
              <a:buFont typeface="Arial"/>
              <a:buChar char="●"/>
              <a:tabLst>
                <a:tab pos="469265" algn="l"/>
              </a:tabLst>
            </a:pPr>
            <a:r>
              <a:rPr sz="1000" b="1" spc="-20" dirty="0">
                <a:latin typeface="Tahoma"/>
                <a:cs typeface="Tahoma"/>
              </a:rPr>
              <a:t>All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News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-</a:t>
            </a:r>
            <a:r>
              <a:rPr sz="1000" b="1" spc="-65" dirty="0">
                <a:latin typeface="Tahoma"/>
                <a:cs typeface="Tahoma"/>
              </a:rPr>
              <a:t> offering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85" dirty="0">
                <a:latin typeface="Tahoma"/>
                <a:cs typeface="Tahoma"/>
              </a:rPr>
              <a:t>a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80" dirty="0">
                <a:latin typeface="Tahoma"/>
                <a:cs typeface="Tahoma"/>
              </a:rPr>
              <a:t>comprehensive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50" dirty="0">
                <a:latin typeface="Tahoma"/>
                <a:cs typeface="Tahoma"/>
              </a:rPr>
              <a:t>list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55" dirty="0">
                <a:latin typeface="Tahoma"/>
                <a:cs typeface="Tahoma"/>
              </a:rPr>
              <a:t>of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85" dirty="0">
                <a:latin typeface="Tahoma"/>
                <a:cs typeface="Tahoma"/>
              </a:rPr>
              <a:t>news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articles</a:t>
            </a:r>
            <a:endParaRPr sz="1000">
              <a:latin typeface="Tahoma"/>
              <a:cs typeface="Tahoma"/>
            </a:endParaRPr>
          </a:p>
          <a:p>
            <a:pPr marL="469265" indent="-304800">
              <a:lnSpc>
                <a:spcPct val="100000"/>
              </a:lnSpc>
              <a:buFont typeface="Arial"/>
              <a:buChar char="●"/>
              <a:tabLst>
                <a:tab pos="469265" algn="l"/>
              </a:tabLst>
            </a:pPr>
            <a:r>
              <a:rPr sz="1000" b="1" spc="-80" dirty="0">
                <a:latin typeface="Tahoma"/>
                <a:cs typeface="Tahoma"/>
              </a:rPr>
              <a:t>Top </a:t>
            </a:r>
            <a:r>
              <a:rPr sz="1000" b="1" spc="-65" dirty="0">
                <a:latin typeface="Tahoma"/>
                <a:cs typeface="Tahoma"/>
              </a:rPr>
              <a:t>Stories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dirty="0">
                <a:latin typeface="Tahoma"/>
                <a:cs typeface="Tahoma"/>
              </a:rPr>
              <a:t>-</a:t>
            </a:r>
            <a:r>
              <a:rPr sz="1000" b="1" spc="140" dirty="0">
                <a:latin typeface="Tahoma"/>
                <a:cs typeface="Tahoma"/>
              </a:rPr>
              <a:t> </a:t>
            </a:r>
            <a:r>
              <a:rPr sz="1000" b="1" spc="-70" dirty="0">
                <a:latin typeface="Tahoma"/>
                <a:cs typeface="Tahoma"/>
              </a:rPr>
              <a:t>featuring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most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popular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85" dirty="0">
                <a:latin typeface="Tahoma"/>
                <a:cs typeface="Tahoma"/>
              </a:rPr>
              <a:t>&amp;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significant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85" dirty="0">
                <a:latin typeface="Tahoma"/>
                <a:cs typeface="Tahoma"/>
              </a:rPr>
              <a:t>news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items</a:t>
            </a:r>
            <a:endParaRPr sz="1000">
              <a:latin typeface="Tahoma"/>
              <a:cs typeface="Tahoma"/>
            </a:endParaRPr>
          </a:p>
          <a:p>
            <a:pPr marL="469265" indent="-304800">
              <a:lnSpc>
                <a:spcPct val="100000"/>
              </a:lnSpc>
              <a:buFont typeface="Arial"/>
              <a:buChar char="●"/>
              <a:tabLst>
                <a:tab pos="469265" algn="l"/>
              </a:tabLst>
            </a:pPr>
            <a:r>
              <a:rPr sz="1000" b="1" spc="-75" dirty="0">
                <a:latin typeface="Tahoma"/>
                <a:cs typeface="Tahoma"/>
              </a:rPr>
              <a:t>Trending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- </a:t>
            </a:r>
            <a:r>
              <a:rPr sz="1000" b="1" spc="-70" dirty="0">
                <a:latin typeface="Tahoma"/>
                <a:cs typeface="Tahoma"/>
              </a:rPr>
              <a:t>highlighting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80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latest</a:t>
            </a:r>
            <a:r>
              <a:rPr sz="1000" b="1" spc="-75" dirty="0">
                <a:latin typeface="Tahoma"/>
                <a:cs typeface="Tahoma"/>
              </a:rPr>
              <a:t> and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most </a:t>
            </a:r>
            <a:r>
              <a:rPr sz="1000" b="1" spc="-70" dirty="0">
                <a:latin typeface="Tahoma"/>
                <a:cs typeface="Tahoma"/>
              </a:rPr>
              <a:t>discussed </a:t>
            </a:r>
            <a:r>
              <a:rPr sz="1000" b="1" spc="-10" dirty="0">
                <a:latin typeface="Tahoma"/>
                <a:cs typeface="Tahoma"/>
              </a:rPr>
              <a:t>topics.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1250" y="98350"/>
            <a:ext cx="2033650" cy="43468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639850" y="3628070"/>
            <a:ext cx="6313805" cy="1426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338829">
              <a:lnSpc>
                <a:spcPct val="100000"/>
              </a:lnSpc>
              <a:spcBef>
                <a:spcPts val="100"/>
              </a:spcBef>
            </a:pPr>
            <a:r>
              <a:rPr sz="1000" b="1" spc="-65" dirty="0">
                <a:latin typeface="Tahoma"/>
                <a:cs typeface="Tahoma"/>
              </a:rPr>
              <a:t>Users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70" dirty="0">
                <a:latin typeface="Tahoma"/>
                <a:cs typeface="Tahoma"/>
              </a:rPr>
              <a:t>also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85" dirty="0">
                <a:latin typeface="Tahoma"/>
                <a:cs typeface="Tahoma"/>
              </a:rPr>
              <a:t>have</a:t>
            </a:r>
            <a:r>
              <a:rPr sz="1000" b="1" spc="-65" dirty="0">
                <a:latin typeface="Tahoma"/>
                <a:cs typeface="Tahoma"/>
              </a:rPr>
              <a:t> the </a:t>
            </a:r>
            <a:r>
              <a:rPr sz="1000" b="1" spc="-60" dirty="0">
                <a:latin typeface="Tahoma"/>
                <a:cs typeface="Tahoma"/>
              </a:rPr>
              <a:t>option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to</a:t>
            </a:r>
            <a:r>
              <a:rPr sz="1000" b="1" spc="-65" dirty="0">
                <a:latin typeface="Tahoma"/>
                <a:cs typeface="Tahoma"/>
              </a:rPr>
              <a:t> view</a:t>
            </a:r>
            <a:r>
              <a:rPr sz="1000" b="1" spc="-60" dirty="0">
                <a:latin typeface="Tahoma"/>
                <a:cs typeface="Tahoma"/>
              </a:rPr>
              <a:t> notifications, </a:t>
            </a:r>
            <a:r>
              <a:rPr sz="1000" b="1" spc="-25" dirty="0">
                <a:latin typeface="Tahoma"/>
                <a:cs typeface="Tahoma"/>
              </a:rPr>
              <a:t>as </a:t>
            </a:r>
            <a:r>
              <a:rPr sz="1000" b="1" spc="-65" dirty="0">
                <a:latin typeface="Tahoma"/>
                <a:cs typeface="Tahoma"/>
              </a:rPr>
              <a:t>well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85" dirty="0">
                <a:latin typeface="Tahoma"/>
                <a:cs typeface="Tahoma"/>
              </a:rPr>
              <a:t>as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access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 </a:t>
            </a:r>
            <a:r>
              <a:rPr sz="1000" b="1" spc="-75" dirty="0">
                <a:latin typeface="Tahoma"/>
                <a:cs typeface="Tahoma"/>
              </a:rPr>
              <a:t>"Trending"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and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85" dirty="0">
                <a:latin typeface="Tahoma"/>
                <a:cs typeface="Tahoma"/>
              </a:rPr>
              <a:t>"Insights"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55" dirty="0">
                <a:latin typeface="Tahoma"/>
                <a:cs typeface="Tahoma"/>
              </a:rPr>
              <a:t>sections, directly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from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70" dirty="0">
                <a:latin typeface="Tahoma"/>
                <a:cs typeface="Tahoma"/>
              </a:rPr>
              <a:t>search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70" dirty="0">
                <a:latin typeface="Tahoma"/>
                <a:cs typeface="Tahoma"/>
              </a:rPr>
              <a:t>tab </a:t>
            </a:r>
            <a:r>
              <a:rPr sz="1000" b="1" spc="-50" dirty="0">
                <a:latin typeface="Tahoma"/>
                <a:cs typeface="Tahoma"/>
              </a:rPr>
              <a:t>for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quick</a:t>
            </a:r>
            <a:r>
              <a:rPr sz="1000" b="1" spc="-75" dirty="0">
                <a:latin typeface="Tahoma"/>
                <a:cs typeface="Tahoma"/>
              </a:rPr>
              <a:t> and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20" dirty="0">
                <a:latin typeface="Tahoma"/>
                <a:cs typeface="Tahoma"/>
              </a:rPr>
              <a:t>easy </a:t>
            </a:r>
            <a:r>
              <a:rPr sz="1000" b="1" spc="-10" dirty="0">
                <a:latin typeface="Tahoma"/>
                <a:cs typeface="Tahoma"/>
              </a:rPr>
              <a:t>navigation.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000">
              <a:latin typeface="Tahoma"/>
              <a:cs typeface="Tahoma"/>
            </a:endParaRPr>
          </a:p>
          <a:p>
            <a:pPr marL="2844800" marR="5080">
              <a:lnSpc>
                <a:spcPct val="100000"/>
              </a:lnSpc>
            </a:pP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rules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50" dirty="0">
                <a:latin typeface="Tahoma"/>
                <a:cs typeface="Tahoma"/>
              </a:rPr>
              <a:t>for</a:t>
            </a:r>
            <a:r>
              <a:rPr sz="1000" b="1" spc="-75" dirty="0">
                <a:latin typeface="Tahoma"/>
                <a:cs typeface="Tahoma"/>
              </a:rPr>
              <a:t> playing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100" dirty="0">
                <a:latin typeface="Tahoma"/>
                <a:cs typeface="Tahoma"/>
              </a:rPr>
              <a:t>game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55" dirty="0">
                <a:latin typeface="Tahoma"/>
                <a:cs typeface="Tahoma"/>
              </a:rPr>
              <a:t>will</a:t>
            </a:r>
            <a:r>
              <a:rPr sz="1000" b="1" spc="-70" dirty="0">
                <a:latin typeface="Tahoma"/>
                <a:cs typeface="Tahoma"/>
              </a:rPr>
              <a:t> also </a:t>
            </a:r>
            <a:r>
              <a:rPr sz="1000" b="1" spc="-80" dirty="0">
                <a:latin typeface="Tahoma"/>
                <a:cs typeface="Tahoma"/>
              </a:rPr>
              <a:t>be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clearly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70" dirty="0">
                <a:latin typeface="Tahoma"/>
                <a:cs typeface="Tahoma"/>
              </a:rPr>
              <a:t>displayed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25" dirty="0">
                <a:latin typeface="Tahoma"/>
                <a:cs typeface="Tahoma"/>
              </a:rPr>
              <a:t>to </a:t>
            </a:r>
            <a:r>
              <a:rPr sz="1000" b="1" spc="-80" dirty="0">
                <a:latin typeface="Tahoma"/>
                <a:cs typeface="Tahoma"/>
              </a:rPr>
              <a:t>users,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providing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80" dirty="0">
                <a:latin typeface="Tahoma"/>
                <a:cs typeface="Tahoma"/>
              </a:rPr>
              <a:t>them</a:t>
            </a:r>
            <a:r>
              <a:rPr sz="1000" b="1" spc="-5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with</a:t>
            </a:r>
            <a:r>
              <a:rPr sz="1000" b="1" spc="-60" dirty="0">
                <a:latin typeface="Tahoma"/>
                <a:cs typeface="Tahoma"/>
              </a:rPr>
              <a:t> detailed</a:t>
            </a:r>
            <a:r>
              <a:rPr sz="1000" b="1" spc="-55" dirty="0">
                <a:latin typeface="Tahoma"/>
                <a:cs typeface="Tahoma"/>
              </a:rPr>
              <a:t> instructions</a:t>
            </a:r>
            <a:r>
              <a:rPr sz="1000" b="1" spc="-50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to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ensure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50" dirty="0">
                <a:latin typeface="Tahoma"/>
                <a:cs typeface="Tahoma"/>
              </a:rPr>
              <a:t>a </a:t>
            </a:r>
            <a:r>
              <a:rPr sz="1000" b="1" spc="-75" dirty="0">
                <a:latin typeface="Tahoma"/>
                <a:cs typeface="Tahoma"/>
              </a:rPr>
              <a:t>smooth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and</a:t>
            </a:r>
            <a:r>
              <a:rPr sz="1000" b="1" spc="-45" dirty="0">
                <a:latin typeface="Tahoma"/>
                <a:cs typeface="Tahoma"/>
              </a:rPr>
              <a:t> </a:t>
            </a:r>
            <a:r>
              <a:rPr sz="1000" b="1" spc="-80" dirty="0">
                <a:latin typeface="Tahoma"/>
                <a:cs typeface="Tahoma"/>
              </a:rPr>
              <a:t>enjoyable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experience.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1349" y="152400"/>
            <a:ext cx="2234874" cy="48386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77950" y="3142535"/>
            <a:ext cx="309054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000" b="1" spc="-65" dirty="0">
                <a:latin typeface="Tahoma"/>
                <a:cs typeface="Tahoma"/>
              </a:rPr>
              <a:t>Users</a:t>
            </a:r>
            <a:r>
              <a:rPr sz="1000" b="1" spc="-70" dirty="0">
                <a:latin typeface="Tahoma"/>
                <a:cs typeface="Tahoma"/>
              </a:rPr>
              <a:t> are </a:t>
            </a:r>
            <a:r>
              <a:rPr sz="1000" b="1" spc="-60" dirty="0">
                <a:latin typeface="Tahoma"/>
                <a:cs typeface="Tahoma"/>
              </a:rPr>
              <a:t>provided</a:t>
            </a:r>
            <a:r>
              <a:rPr sz="1000" b="1" spc="-65" dirty="0">
                <a:latin typeface="Tahoma"/>
                <a:cs typeface="Tahoma"/>
              </a:rPr>
              <a:t> with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option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to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bookmark </a:t>
            </a:r>
            <a:r>
              <a:rPr sz="1000" b="1" spc="-20" dirty="0">
                <a:latin typeface="Tahoma"/>
                <a:cs typeface="Tahoma"/>
              </a:rPr>
              <a:t>news </a:t>
            </a:r>
            <a:r>
              <a:rPr sz="1000" b="1" spc="-60" dirty="0">
                <a:latin typeface="Tahoma"/>
                <a:cs typeface="Tahoma"/>
              </a:rPr>
              <a:t>articles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or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information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55" dirty="0">
                <a:latin typeface="Tahoma"/>
                <a:cs typeface="Tahoma"/>
              </a:rPr>
              <a:t>of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interest,</a:t>
            </a:r>
            <a:r>
              <a:rPr sz="1000" b="1" spc="-50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enabling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80" dirty="0">
                <a:latin typeface="Tahoma"/>
                <a:cs typeface="Tahoma"/>
              </a:rPr>
              <a:t>them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25" dirty="0">
                <a:latin typeface="Tahoma"/>
                <a:cs typeface="Tahoma"/>
              </a:rPr>
              <a:t>to </a:t>
            </a:r>
            <a:r>
              <a:rPr sz="1000" b="1" spc="-65" dirty="0">
                <a:latin typeface="Tahoma"/>
                <a:cs typeface="Tahoma"/>
              </a:rPr>
              <a:t>conveniently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55" dirty="0">
                <a:latin typeface="Tahoma"/>
                <a:cs typeface="Tahoma"/>
              </a:rPr>
              <a:t>revisit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and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70" dirty="0">
                <a:latin typeface="Tahoma"/>
                <a:cs typeface="Tahoma"/>
              </a:rPr>
              <a:t>explore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content in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30" dirty="0">
                <a:latin typeface="Tahoma"/>
                <a:cs typeface="Tahoma"/>
              </a:rPr>
              <a:t>greater </a:t>
            </a:r>
            <a:r>
              <a:rPr sz="1000" b="1" spc="-55" dirty="0">
                <a:latin typeface="Tahoma"/>
                <a:cs typeface="Tahoma"/>
              </a:rPr>
              <a:t>detail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at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85" dirty="0">
                <a:latin typeface="Tahoma"/>
                <a:cs typeface="Tahoma"/>
              </a:rPr>
              <a:t>a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later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20" dirty="0">
                <a:latin typeface="Tahoma"/>
                <a:cs typeface="Tahoma"/>
              </a:rPr>
              <a:t>time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99424" y="1660295"/>
            <a:ext cx="326580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b="1" spc="-65" dirty="0">
                <a:latin typeface="Tahoma"/>
                <a:cs typeface="Tahoma"/>
              </a:rPr>
              <a:t>Users </a:t>
            </a:r>
            <a:r>
              <a:rPr sz="1000" b="1" spc="-70" dirty="0">
                <a:latin typeface="Tahoma"/>
                <a:cs typeface="Tahoma"/>
              </a:rPr>
              <a:t>are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80" dirty="0">
                <a:latin typeface="Tahoma"/>
                <a:cs typeface="Tahoma"/>
              </a:rPr>
              <a:t>given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 </a:t>
            </a:r>
            <a:r>
              <a:rPr sz="1000" b="1" spc="-55" dirty="0">
                <a:latin typeface="Tahoma"/>
                <a:cs typeface="Tahoma"/>
              </a:rPr>
              <a:t>ability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to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100" dirty="0">
                <a:latin typeface="Tahoma"/>
                <a:cs typeface="Tahoma"/>
              </a:rPr>
              <a:t>engage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with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their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profiles </a:t>
            </a:r>
            <a:r>
              <a:rPr sz="1000" b="1" spc="-25" dirty="0">
                <a:latin typeface="Tahoma"/>
                <a:cs typeface="Tahoma"/>
              </a:rPr>
              <a:t>on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platform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by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80" dirty="0">
                <a:latin typeface="Tahoma"/>
                <a:cs typeface="Tahoma"/>
              </a:rPr>
              <a:t>accessing</a:t>
            </a:r>
            <a:r>
              <a:rPr sz="1000" b="1" spc="-75" dirty="0">
                <a:latin typeface="Tahoma"/>
                <a:cs typeface="Tahoma"/>
              </a:rPr>
              <a:t> and</a:t>
            </a:r>
            <a:r>
              <a:rPr sz="1000" b="1" spc="-65" dirty="0">
                <a:latin typeface="Tahoma"/>
                <a:cs typeface="Tahoma"/>
              </a:rPr>
              <a:t> editing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their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personal </a:t>
            </a:r>
            <a:r>
              <a:rPr sz="1000" b="1" spc="-65" dirty="0">
                <a:latin typeface="Tahoma"/>
                <a:cs typeface="Tahoma"/>
              </a:rPr>
              <a:t>information,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allowing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80" dirty="0">
                <a:latin typeface="Tahoma"/>
                <a:cs typeface="Tahoma"/>
              </a:rPr>
              <a:t>them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to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update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and</a:t>
            </a:r>
            <a:r>
              <a:rPr sz="1000" b="1" spc="-50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customize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their </a:t>
            </a:r>
            <a:r>
              <a:rPr sz="1000" b="1" spc="-60" dirty="0">
                <a:latin typeface="Tahoma"/>
                <a:cs typeface="Tahoma"/>
              </a:rPr>
              <a:t>details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85" dirty="0">
                <a:latin typeface="Tahoma"/>
                <a:cs typeface="Tahoma"/>
              </a:rPr>
              <a:t>as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needed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50" dirty="0">
                <a:latin typeface="Tahoma"/>
                <a:cs typeface="Tahoma"/>
              </a:rPr>
              <a:t>for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85" dirty="0">
                <a:latin typeface="Tahoma"/>
                <a:cs typeface="Tahoma"/>
              </a:rPr>
              <a:t>a</a:t>
            </a:r>
            <a:r>
              <a:rPr sz="1000" b="1" spc="-75" dirty="0">
                <a:latin typeface="Tahoma"/>
                <a:cs typeface="Tahoma"/>
              </a:rPr>
              <a:t> more </a:t>
            </a:r>
            <a:r>
              <a:rPr sz="1000" b="1" spc="-55" dirty="0">
                <a:latin typeface="Tahoma"/>
                <a:cs typeface="Tahoma"/>
              </a:rPr>
              <a:t>tailored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experience.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77950" y="328660"/>
            <a:ext cx="302958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000" b="1" spc="-65" dirty="0">
                <a:latin typeface="Tahoma"/>
                <a:cs typeface="Tahoma"/>
              </a:rPr>
              <a:t>Users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70" dirty="0">
                <a:latin typeface="Tahoma"/>
                <a:cs typeface="Tahoma"/>
              </a:rPr>
              <a:t>are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Tahoma"/>
                <a:cs typeface="Tahoma"/>
              </a:rPr>
              <a:t>offered </a:t>
            </a:r>
            <a:r>
              <a:rPr sz="1000" b="1" spc="-65" dirty="0">
                <a:latin typeface="Tahoma"/>
                <a:cs typeface="Tahoma"/>
              </a:rPr>
              <a:t>the </a:t>
            </a:r>
            <a:r>
              <a:rPr sz="1000" b="1" spc="-60" dirty="0">
                <a:latin typeface="Tahoma"/>
                <a:cs typeface="Tahoma"/>
              </a:rPr>
              <a:t>opportunity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to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80" dirty="0">
                <a:latin typeface="Tahoma"/>
                <a:cs typeface="Tahoma"/>
              </a:rPr>
              <a:t>share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their </a:t>
            </a:r>
            <a:r>
              <a:rPr sz="1000" b="1" spc="-75" dirty="0">
                <a:latin typeface="Tahoma"/>
                <a:cs typeface="Tahoma"/>
              </a:rPr>
              <a:t>feedback</a:t>
            </a:r>
            <a:r>
              <a:rPr sz="1000" b="1" spc="-65" dirty="0">
                <a:latin typeface="Tahoma"/>
                <a:cs typeface="Tahoma"/>
              </a:rPr>
              <a:t> about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 platform,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enabling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80" dirty="0">
                <a:latin typeface="Tahoma"/>
                <a:cs typeface="Tahoma"/>
              </a:rPr>
              <a:t>them</a:t>
            </a:r>
            <a:r>
              <a:rPr sz="1000" b="1" spc="-60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to</a:t>
            </a:r>
            <a:r>
              <a:rPr sz="1000" b="1" spc="-65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voice </a:t>
            </a:r>
            <a:r>
              <a:rPr sz="1000" b="1" spc="-60" dirty="0">
                <a:latin typeface="Tahoma"/>
                <a:cs typeface="Tahoma"/>
              </a:rPr>
              <a:t>their</a:t>
            </a:r>
            <a:r>
              <a:rPr sz="1000" b="1" spc="-45" dirty="0">
                <a:latin typeface="Tahoma"/>
                <a:cs typeface="Tahoma"/>
              </a:rPr>
              <a:t> </a:t>
            </a:r>
            <a:r>
              <a:rPr sz="1000" b="1" spc="-70" dirty="0">
                <a:latin typeface="Tahoma"/>
                <a:cs typeface="Tahoma"/>
              </a:rPr>
              <a:t>opinions,</a:t>
            </a:r>
            <a:r>
              <a:rPr sz="1000" b="1" spc="-40" dirty="0">
                <a:latin typeface="Tahoma"/>
                <a:cs typeface="Tahoma"/>
              </a:rPr>
              <a:t> </a:t>
            </a:r>
            <a:r>
              <a:rPr sz="1000" b="1" spc="-85" dirty="0">
                <a:latin typeface="Tahoma"/>
                <a:cs typeface="Tahoma"/>
              </a:rPr>
              <a:t>suggest</a:t>
            </a:r>
            <a:r>
              <a:rPr sz="1000" b="1" spc="-40" dirty="0">
                <a:latin typeface="Tahoma"/>
                <a:cs typeface="Tahoma"/>
              </a:rPr>
              <a:t> </a:t>
            </a:r>
            <a:r>
              <a:rPr sz="1000" b="1" spc="-80" dirty="0">
                <a:latin typeface="Tahoma"/>
                <a:cs typeface="Tahoma"/>
              </a:rPr>
              <a:t>improvements,</a:t>
            </a:r>
            <a:r>
              <a:rPr sz="1000" b="1" spc="-35" dirty="0">
                <a:latin typeface="Tahoma"/>
                <a:cs typeface="Tahoma"/>
              </a:rPr>
              <a:t> </a:t>
            </a:r>
            <a:r>
              <a:rPr sz="1000" b="1" spc="-75" dirty="0">
                <a:latin typeface="Tahoma"/>
                <a:cs typeface="Tahoma"/>
              </a:rPr>
              <a:t>and</a:t>
            </a:r>
            <a:r>
              <a:rPr sz="1000" b="1" spc="-40" dirty="0">
                <a:latin typeface="Tahoma"/>
                <a:cs typeface="Tahoma"/>
              </a:rPr>
              <a:t> </a:t>
            </a:r>
            <a:r>
              <a:rPr sz="1000" b="1" spc="-35" dirty="0">
                <a:latin typeface="Tahoma"/>
                <a:cs typeface="Tahoma"/>
              </a:rPr>
              <a:t>contribute </a:t>
            </a:r>
            <a:r>
              <a:rPr sz="1000" b="1" spc="-45" dirty="0">
                <a:latin typeface="Tahoma"/>
                <a:cs typeface="Tahoma"/>
              </a:rPr>
              <a:t>to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80" dirty="0">
                <a:latin typeface="Tahoma"/>
                <a:cs typeface="Tahoma"/>
              </a:rPr>
              <a:t>enhancing</a:t>
            </a:r>
            <a:r>
              <a:rPr sz="1000" b="1" spc="-7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the</a:t>
            </a:r>
            <a:r>
              <a:rPr sz="1000" b="1" spc="-75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overall </a:t>
            </a:r>
            <a:r>
              <a:rPr sz="1000" b="1" spc="-70" dirty="0">
                <a:latin typeface="Tahoma"/>
                <a:cs typeface="Tahoma"/>
              </a:rPr>
              <a:t>user </a:t>
            </a:r>
            <a:r>
              <a:rPr sz="1000" b="1" spc="-10" dirty="0">
                <a:latin typeface="Tahoma"/>
                <a:cs typeface="Tahoma"/>
              </a:rPr>
              <a:t>experience.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1A6F95-C90E-852E-1A63-18B5286E91FF}"/>
              </a:ext>
            </a:extLst>
          </p:cNvPr>
          <p:cNvSpPr/>
          <p:nvPr/>
        </p:nvSpPr>
        <p:spPr>
          <a:xfrm>
            <a:off x="3732086" y="1200150"/>
            <a:ext cx="533400" cy="2286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/>
              <a:t>Mayank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3632" y="2428904"/>
            <a:ext cx="333438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u="none" spc="-330" dirty="0"/>
              <a:t>Thank</a:t>
            </a:r>
            <a:r>
              <a:rPr sz="5200" u="none" spc="-505" dirty="0"/>
              <a:t> </a:t>
            </a:r>
            <a:r>
              <a:rPr sz="5200" u="none" spc="-175" dirty="0"/>
              <a:t>you!</a:t>
            </a:r>
            <a:endParaRPr sz="5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790</Words>
  <Application>Microsoft Office PowerPoint</Application>
  <PresentationFormat>On-screen Show (16:9)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Microsoft Sans Serif</vt:lpstr>
      <vt:lpstr>Tahoma</vt:lpstr>
      <vt:lpstr>Office Theme</vt:lpstr>
      <vt:lpstr>Product Observations</vt:lpstr>
      <vt:lpstr>How do I often use the product:</vt:lpstr>
      <vt:lpstr>Different set of screens to perform the desired action: Screen-1 Home screen Screen-2 Profile Screen Screen -3 Search Screen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Observation: Inshorts</dc:title>
  <cp:lastModifiedBy>Mayank Kumar</cp:lastModifiedBy>
  <cp:revision>1</cp:revision>
  <dcterms:created xsi:type="dcterms:W3CDTF">2025-01-29T19:14:38Z</dcterms:created>
  <dcterms:modified xsi:type="dcterms:W3CDTF">2025-03-27T17:08:52Z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2025-01-29T00:00:00Z</vt:filetime>
  </property>
  <property fmtid="{D5CDD505-2E9C-101B-9397-08002B2CF9AE}" pid="3" name="Creator">
    <vt:lpwstr>Google</vt:lpwstr>
  </property>
  <property fmtid="{D5CDD505-2E9C-101B-9397-08002B2CF9AE}" pid="4" name="LastSaved">
    <vt:filetime>2025-01-29T00:00:00Z</vt:filetime>
  </property>
</Properties>
</file>