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54080" y="2618010"/>
            <a:ext cx="3563620" cy="7275830"/>
          </a:xfrm>
          <a:custGeom>
            <a:avLst/>
            <a:gdLst/>
            <a:ahLst/>
            <a:cxnLst/>
            <a:rect l="l" t="t" r="r" b="b"/>
            <a:pathLst>
              <a:path w="3563620" h="7275830">
                <a:moveTo>
                  <a:pt x="3060699" y="7275462"/>
                </a:moveTo>
                <a:lnTo>
                  <a:pt x="502314" y="7275462"/>
                </a:lnTo>
                <a:lnTo>
                  <a:pt x="453963" y="7273161"/>
                </a:lnTo>
                <a:lnTo>
                  <a:pt x="406906" y="7266399"/>
                </a:lnTo>
                <a:lnTo>
                  <a:pt x="361356" y="7255387"/>
                </a:lnTo>
                <a:lnTo>
                  <a:pt x="317522" y="7240335"/>
                </a:lnTo>
                <a:lnTo>
                  <a:pt x="275617" y="7221456"/>
                </a:lnTo>
                <a:lnTo>
                  <a:pt x="235852" y="7198959"/>
                </a:lnTo>
                <a:lnTo>
                  <a:pt x="198437" y="7173057"/>
                </a:lnTo>
                <a:lnTo>
                  <a:pt x="163583" y="7143959"/>
                </a:lnTo>
                <a:lnTo>
                  <a:pt x="131502" y="7111879"/>
                </a:lnTo>
                <a:lnTo>
                  <a:pt x="102405" y="7077025"/>
                </a:lnTo>
                <a:lnTo>
                  <a:pt x="76503" y="7039610"/>
                </a:lnTo>
                <a:lnTo>
                  <a:pt x="54006" y="6999844"/>
                </a:lnTo>
                <a:lnTo>
                  <a:pt x="35127" y="6957940"/>
                </a:lnTo>
                <a:lnTo>
                  <a:pt x="20075" y="6914106"/>
                </a:lnTo>
                <a:lnTo>
                  <a:pt x="9063" y="6868556"/>
                </a:lnTo>
                <a:lnTo>
                  <a:pt x="2300" y="6821499"/>
                </a:lnTo>
                <a:lnTo>
                  <a:pt x="0" y="6773147"/>
                </a:lnTo>
                <a:lnTo>
                  <a:pt x="0" y="502314"/>
                </a:lnTo>
                <a:lnTo>
                  <a:pt x="2300" y="453963"/>
                </a:lnTo>
                <a:lnTo>
                  <a:pt x="9063" y="406906"/>
                </a:lnTo>
                <a:lnTo>
                  <a:pt x="20075" y="361356"/>
                </a:lnTo>
                <a:lnTo>
                  <a:pt x="35127" y="317522"/>
                </a:lnTo>
                <a:lnTo>
                  <a:pt x="54006" y="275617"/>
                </a:lnTo>
                <a:lnTo>
                  <a:pt x="76503" y="235852"/>
                </a:lnTo>
                <a:lnTo>
                  <a:pt x="102405" y="198437"/>
                </a:lnTo>
                <a:lnTo>
                  <a:pt x="131502" y="163583"/>
                </a:lnTo>
                <a:lnTo>
                  <a:pt x="163583" y="131502"/>
                </a:lnTo>
                <a:lnTo>
                  <a:pt x="198437" y="102405"/>
                </a:lnTo>
                <a:lnTo>
                  <a:pt x="235852" y="76503"/>
                </a:lnTo>
                <a:lnTo>
                  <a:pt x="275617" y="54006"/>
                </a:lnTo>
                <a:lnTo>
                  <a:pt x="317522" y="35127"/>
                </a:lnTo>
                <a:lnTo>
                  <a:pt x="361356" y="20075"/>
                </a:lnTo>
                <a:lnTo>
                  <a:pt x="406906" y="9063"/>
                </a:lnTo>
                <a:lnTo>
                  <a:pt x="453963" y="2300"/>
                </a:lnTo>
                <a:lnTo>
                  <a:pt x="502314" y="0"/>
                </a:lnTo>
                <a:lnTo>
                  <a:pt x="3060699" y="0"/>
                </a:lnTo>
                <a:lnTo>
                  <a:pt x="3109051" y="2300"/>
                </a:lnTo>
                <a:lnTo>
                  <a:pt x="3156107" y="9063"/>
                </a:lnTo>
                <a:lnTo>
                  <a:pt x="3201658" y="20075"/>
                </a:lnTo>
                <a:lnTo>
                  <a:pt x="3245491" y="35127"/>
                </a:lnTo>
                <a:lnTo>
                  <a:pt x="3287396" y="54006"/>
                </a:lnTo>
                <a:lnTo>
                  <a:pt x="3327161" y="76503"/>
                </a:lnTo>
                <a:lnTo>
                  <a:pt x="3364577" y="102405"/>
                </a:lnTo>
                <a:lnTo>
                  <a:pt x="3399430" y="131502"/>
                </a:lnTo>
                <a:lnTo>
                  <a:pt x="3431511" y="163583"/>
                </a:lnTo>
                <a:lnTo>
                  <a:pt x="3449759" y="185442"/>
                </a:lnTo>
                <a:lnTo>
                  <a:pt x="484310" y="185442"/>
                </a:lnTo>
                <a:lnTo>
                  <a:pt x="436180" y="189336"/>
                </a:lnTo>
                <a:lnTo>
                  <a:pt x="390502" y="200609"/>
                </a:lnTo>
                <a:lnTo>
                  <a:pt x="347891" y="218643"/>
                </a:lnTo>
                <a:lnTo>
                  <a:pt x="308965" y="242825"/>
                </a:lnTo>
                <a:lnTo>
                  <a:pt x="274337" y="272537"/>
                </a:lnTo>
                <a:lnTo>
                  <a:pt x="244625" y="307164"/>
                </a:lnTo>
                <a:lnTo>
                  <a:pt x="220444" y="346091"/>
                </a:lnTo>
                <a:lnTo>
                  <a:pt x="202409" y="388701"/>
                </a:lnTo>
                <a:lnTo>
                  <a:pt x="191255" y="433899"/>
                </a:lnTo>
                <a:lnTo>
                  <a:pt x="187242" y="482510"/>
                </a:lnTo>
                <a:lnTo>
                  <a:pt x="187242" y="6801954"/>
                </a:lnTo>
                <a:lnTo>
                  <a:pt x="191137" y="6850084"/>
                </a:lnTo>
                <a:lnTo>
                  <a:pt x="202409" y="6895762"/>
                </a:lnTo>
                <a:lnTo>
                  <a:pt x="220444" y="6938373"/>
                </a:lnTo>
                <a:lnTo>
                  <a:pt x="244625" y="6977299"/>
                </a:lnTo>
                <a:lnTo>
                  <a:pt x="274337" y="7011927"/>
                </a:lnTo>
                <a:lnTo>
                  <a:pt x="308965" y="7041639"/>
                </a:lnTo>
                <a:lnTo>
                  <a:pt x="347891" y="7065820"/>
                </a:lnTo>
                <a:lnTo>
                  <a:pt x="390502" y="7083855"/>
                </a:lnTo>
                <a:lnTo>
                  <a:pt x="436180" y="7095127"/>
                </a:lnTo>
                <a:lnTo>
                  <a:pt x="484310" y="7099021"/>
                </a:lnTo>
                <a:lnTo>
                  <a:pt x="3442245" y="7099021"/>
                </a:lnTo>
                <a:lnTo>
                  <a:pt x="3431511" y="7111879"/>
                </a:lnTo>
                <a:lnTo>
                  <a:pt x="3399430" y="7143959"/>
                </a:lnTo>
                <a:lnTo>
                  <a:pt x="3364577" y="7173057"/>
                </a:lnTo>
                <a:lnTo>
                  <a:pt x="3327161" y="7198959"/>
                </a:lnTo>
                <a:lnTo>
                  <a:pt x="3287396" y="7221456"/>
                </a:lnTo>
                <a:lnTo>
                  <a:pt x="3245491" y="7240335"/>
                </a:lnTo>
                <a:lnTo>
                  <a:pt x="3201658" y="7255387"/>
                </a:lnTo>
                <a:lnTo>
                  <a:pt x="3156107" y="7266399"/>
                </a:lnTo>
                <a:lnTo>
                  <a:pt x="3109051" y="7273161"/>
                </a:lnTo>
                <a:lnTo>
                  <a:pt x="3060699" y="7275462"/>
                </a:lnTo>
                <a:close/>
              </a:path>
              <a:path w="3563620" h="7275830">
                <a:moveTo>
                  <a:pt x="2527777" y="433899"/>
                </a:moveTo>
                <a:lnTo>
                  <a:pt x="1038837" y="433899"/>
                </a:lnTo>
                <a:lnTo>
                  <a:pt x="994552" y="427872"/>
                </a:lnTo>
                <a:lnTo>
                  <a:pt x="954618" y="410893"/>
                </a:lnTo>
                <a:lnTo>
                  <a:pt x="920685" y="384612"/>
                </a:lnTo>
                <a:lnTo>
                  <a:pt x="894404" y="350680"/>
                </a:lnTo>
                <a:lnTo>
                  <a:pt x="877425" y="310746"/>
                </a:lnTo>
                <a:lnTo>
                  <a:pt x="871399" y="266460"/>
                </a:lnTo>
                <a:lnTo>
                  <a:pt x="871399" y="185442"/>
                </a:lnTo>
                <a:lnTo>
                  <a:pt x="2695215" y="185442"/>
                </a:lnTo>
                <a:lnTo>
                  <a:pt x="2695215" y="230452"/>
                </a:lnTo>
                <a:lnTo>
                  <a:pt x="2209104" y="230452"/>
                </a:lnTo>
                <a:lnTo>
                  <a:pt x="2192197" y="233941"/>
                </a:lnTo>
                <a:lnTo>
                  <a:pt x="2177822" y="243505"/>
                </a:lnTo>
                <a:lnTo>
                  <a:pt x="2176879" y="244855"/>
                </a:lnTo>
                <a:lnTo>
                  <a:pt x="1544753" y="244855"/>
                </a:lnTo>
                <a:lnTo>
                  <a:pt x="1533134" y="247106"/>
                </a:lnTo>
                <a:lnTo>
                  <a:pt x="1523373" y="253407"/>
                </a:lnTo>
                <a:lnTo>
                  <a:pt x="1516649" y="263085"/>
                </a:lnTo>
                <a:lnTo>
                  <a:pt x="1514145" y="275462"/>
                </a:lnTo>
                <a:lnTo>
                  <a:pt x="1516649" y="287840"/>
                </a:lnTo>
                <a:lnTo>
                  <a:pt x="1523373" y="297518"/>
                </a:lnTo>
                <a:lnTo>
                  <a:pt x="1533134" y="303819"/>
                </a:lnTo>
                <a:lnTo>
                  <a:pt x="1544753" y="306070"/>
                </a:lnTo>
                <a:lnTo>
                  <a:pt x="2176243" y="306070"/>
                </a:lnTo>
                <a:lnTo>
                  <a:pt x="2177147" y="307420"/>
                </a:lnTo>
                <a:lnTo>
                  <a:pt x="2191438" y="316984"/>
                </a:lnTo>
                <a:lnTo>
                  <a:pt x="2209104" y="320473"/>
                </a:lnTo>
                <a:lnTo>
                  <a:pt x="2685053" y="320473"/>
                </a:lnTo>
                <a:lnTo>
                  <a:pt x="2672210" y="350680"/>
                </a:lnTo>
                <a:lnTo>
                  <a:pt x="2645929" y="384612"/>
                </a:lnTo>
                <a:lnTo>
                  <a:pt x="2611996" y="410893"/>
                </a:lnTo>
                <a:lnTo>
                  <a:pt x="2572062" y="427872"/>
                </a:lnTo>
                <a:lnTo>
                  <a:pt x="2527777" y="433899"/>
                </a:lnTo>
                <a:close/>
              </a:path>
              <a:path w="3563620" h="7275830">
                <a:moveTo>
                  <a:pt x="3442245" y="7099021"/>
                </a:moveTo>
                <a:lnTo>
                  <a:pt x="3082304" y="7099021"/>
                </a:lnTo>
                <a:lnTo>
                  <a:pt x="3130434" y="7095127"/>
                </a:lnTo>
                <a:lnTo>
                  <a:pt x="3176113" y="7083855"/>
                </a:lnTo>
                <a:lnTo>
                  <a:pt x="3218723" y="7065820"/>
                </a:lnTo>
                <a:lnTo>
                  <a:pt x="3257650" y="7041639"/>
                </a:lnTo>
                <a:lnTo>
                  <a:pt x="3292277" y="7011927"/>
                </a:lnTo>
                <a:lnTo>
                  <a:pt x="3321989" y="6977299"/>
                </a:lnTo>
                <a:lnTo>
                  <a:pt x="3346171" y="6938373"/>
                </a:lnTo>
                <a:lnTo>
                  <a:pt x="3364205" y="6895762"/>
                </a:lnTo>
                <a:lnTo>
                  <a:pt x="3375478" y="6850084"/>
                </a:lnTo>
                <a:lnTo>
                  <a:pt x="3379372" y="6801954"/>
                </a:lnTo>
                <a:lnTo>
                  <a:pt x="3377571" y="6801954"/>
                </a:lnTo>
                <a:lnTo>
                  <a:pt x="3377571" y="482510"/>
                </a:lnTo>
                <a:lnTo>
                  <a:pt x="3373677" y="434379"/>
                </a:lnTo>
                <a:lnTo>
                  <a:pt x="3362405" y="388701"/>
                </a:lnTo>
                <a:lnTo>
                  <a:pt x="3344370" y="346091"/>
                </a:lnTo>
                <a:lnTo>
                  <a:pt x="3320189" y="307164"/>
                </a:lnTo>
                <a:lnTo>
                  <a:pt x="3290477" y="272537"/>
                </a:lnTo>
                <a:lnTo>
                  <a:pt x="3255849" y="242825"/>
                </a:lnTo>
                <a:lnTo>
                  <a:pt x="3216923" y="218643"/>
                </a:lnTo>
                <a:lnTo>
                  <a:pt x="3174312" y="200609"/>
                </a:lnTo>
                <a:lnTo>
                  <a:pt x="3128634" y="189336"/>
                </a:lnTo>
                <a:lnTo>
                  <a:pt x="3080504" y="185442"/>
                </a:lnTo>
                <a:lnTo>
                  <a:pt x="3449759" y="185442"/>
                </a:lnTo>
                <a:lnTo>
                  <a:pt x="3486510" y="235852"/>
                </a:lnTo>
                <a:lnTo>
                  <a:pt x="3508919" y="275462"/>
                </a:lnTo>
                <a:lnTo>
                  <a:pt x="3527887" y="317522"/>
                </a:lnTo>
                <a:lnTo>
                  <a:pt x="3542938" y="361356"/>
                </a:lnTo>
                <a:lnTo>
                  <a:pt x="3553951" y="406906"/>
                </a:lnTo>
                <a:lnTo>
                  <a:pt x="3560713" y="453963"/>
                </a:lnTo>
                <a:lnTo>
                  <a:pt x="3563014" y="502314"/>
                </a:lnTo>
                <a:lnTo>
                  <a:pt x="3563014" y="6773147"/>
                </a:lnTo>
                <a:lnTo>
                  <a:pt x="3560713" y="6821499"/>
                </a:lnTo>
                <a:lnTo>
                  <a:pt x="3553951" y="6868556"/>
                </a:lnTo>
                <a:lnTo>
                  <a:pt x="3542938" y="6914106"/>
                </a:lnTo>
                <a:lnTo>
                  <a:pt x="3527887" y="6957940"/>
                </a:lnTo>
                <a:lnTo>
                  <a:pt x="3509007" y="6999844"/>
                </a:lnTo>
                <a:lnTo>
                  <a:pt x="3486510" y="7039610"/>
                </a:lnTo>
                <a:lnTo>
                  <a:pt x="3460608" y="7077025"/>
                </a:lnTo>
                <a:lnTo>
                  <a:pt x="3442245" y="7099021"/>
                </a:lnTo>
                <a:close/>
              </a:path>
              <a:path w="3563620" h="7275830">
                <a:moveTo>
                  <a:pt x="2685053" y="320473"/>
                </a:moveTo>
                <a:lnTo>
                  <a:pt x="2209104" y="320473"/>
                </a:lnTo>
                <a:lnTo>
                  <a:pt x="2226771" y="316984"/>
                </a:lnTo>
                <a:lnTo>
                  <a:pt x="2241062" y="307420"/>
                </a:lnTo>
                <a:lnTo>
                  <a:pt x="2250626" y="293129"/>
                </a:lnTo>
                <a:lnTo>
                  <a:pt x="2254084" y="275617"/>
                </a:lnTo>
                <a:lnTo>
                  <a:pt x="2254115" y="275462"/>
                </a:lnTo>
                <a:lnTo>
                  <a:pt x="2250626" y="257796"/>
                </a:lnTo>
                <a:lnTo>
                  <a:pt x="2241062" y="243505"/>
                </a:lnTo>
                <a:lnTo>
                  <a:pt x="2226771" y="233941"/>
                </a:lnTo>
                <a:lnTo>
                  <a:pt x="2209104" y="230452"/>
                </a:lnTo>
                <a:lnTo>
                  <a:pt x="2695215" y="230452"/>
                </a:lnTo>
                <a:lnTo>
                  <a:pt x="2695215" y="266460"/>
                </a:lnTo>
                <a:lnTo>
                  <a:pt x="2689189" y="310746"/>
                </a:lnTo>
                <a:lnTo>
                  <a:pt x="2685053" y="320473"/>
                </a:lnTo>
                <a:close/>
              </a:path>
              <a:path w="3563620" h="7275830">
                <a:moveTo>
                  <a:pt x="2176243" y="306070"/>
                </a:moveTo>
                <a:lnTo>
                  <a:pt x="1976851" y="306070"/>
                </a:lnTo>
                <a:lnTo>
                  <a:pt x="1988470" y="303819"/>
                </a:lnTo>
                <a:lnTo>
                  <a:pt x="1998231" y="297518"/>
                </a:lnTo>
                <a:lnTo>
                  <a:pt x="2004955" y="287840"/>
                </a:lnTo>
                <a:lnTo>
                  <a:pt x="2007427" y="275617"/>
                </a:lnTo>
                <a:lnTo>
                  <a:pt x="2007458" y="275462"/>
                </a:lnTo>
                <a:lnTo>
                  <a:pt x="2004955" y="263085"/>
                </a:lnTo>
                <a:lnTo>
                  <a:pt x="1998231" y="253407"/>
                </a:lnTo>
                <a:lnTo>
                  <a:pt x="1988470" y="247106"/>
                </a:lnTo>
                <a:lnTo>
                  <a:pt x="1976851" y="244855"/>
                </a:lnTo>
                <a:lnTo>
                  <a:pt x="2176879" y="244855"/>
                </a:lnTo>
                <a:lnTo>
                  <a:pt x="2167836" y="257796"/>
                </a:lnTo>
                <a:lnTo>
                  <a:pt x="2164094" y="275462"/>
                </a:lnTo>
                <a:lnTo>
                  <a:pt x="2167582" y="293129"/>
                </a:lnTo>
                <a:lnTo>
                  <a:pt x="2176243" y="3060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5561" y="201372"/>
            <a:ext cx="12900660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712146" y="2852541"/>
            <a:ext cx="6547484" cy="6982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8931" y="202596"/>
            <a:ext cx="17870136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0040" y="4057584"/>
            <a:ext cx="17011015" cy="6122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2.png"/><Relationship Id="rId4" Type="http://schemas.openxmlformats.org/officeDocument/2006/relationships/image" Target="../media/image1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image" Target="../media/image20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0757" y="781332"/>
            <a:ext cx="14251305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200" spc="-415">
                <a:solidFill>
                  <a:srgbClr val="FFFFFF"/>
                </a:solidFill>
              </a:rPr>
              <a:t>Cult</a:t>
            </a:r>
            <a:r>
              <a:rPr dirty="0" sz="9200" spc="-894">
                <a:solidFill>
                  <a:srgbClr val="FFFFFF"/>
                </a:solidFill>
              </a:rPr>
              <a:t> </a:t>
            </a:r>
            <a:r>
              <a:rPr dirty="0" sz="9200" spc="-505">
                <a:solidFill>
                  <a:srgbClr val="FFFFFF"/>
                </a:solidFill>
              </a:rPr>
              <a:t>Fit</a:t>
            </a:r>
            <a:r>
              <a:rPr dirty="0" sz="9200" spc="-900">
                <a:solidFill>
                  <a:srgbClr val="FFFFFF"/>
                </a:solidFill>
              </a:rPr>
              <a:t> </a:t>
            </a:r>
            <a:r>
              <a:rPr dirty="0" sz="9200" spc="-535">
                <a:solidFill>
                  <a:srgbClr val="FFFFFF"/>
                </a:solidFill>
              </a:rPr>
              <a:t>Referral</a:t>
            </a:r>
            <a:r>
              <a:rPr dirty="0" sz="9200" spc="-894">
                <a:solidFill>
                  <a:srgbClr val="FFFFFF"/>
                </a:solidFill>
              </a:rPr>
              <a:t> </a:t>
            </a:r>
            <a:r>
              <a:rPr dirty="0" sz="9200" spc="-605">
                <a:solidFill>
                  <a:srgbClr val="FFFFFF"/>
                </a:solidFill>
              </a:rPr>
              <a:t>Program</a:t>
            </a:r>
            <a:endParaRPr sz="9200"/>
          </a:p>
        </p:txBody>
      </p:sp>
      <p:sp>
        <p:nvSpPr>
          <p:cNvPr id="4" name="object 4" descr=""/>
          <p:cNvSpPr txBox="1"/>
          <p:nvPr/>
        </p:nvSpPr>
        <p:spPr>
          <a:xfrm>
            <a:off x="6340052" y="6876477"/>
            <a:ext cx="5992495" cy="19392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270">
                <a:solidFill>
                  <a:srgbClr val="FFFFFF"/>
                </a:solidFill>
                <a:latin typeface="Arial Black"/>
                <a:cs typeface="Arial Black"/>
              </a:rPr>
              <a:t>Product</a:t>
            </a:r>
            <a:r>
              <a:rPr dirty="0" sz="5200" spc="-4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5200" spc="-415">
                <a:solidFill>
                  <a:srgbClr val="FFFFFF"/>
                </a:solidFill>
                <a:latin typeface="Arial Black"/>
                <a:cs typeface="Arial Black"/>
              </a:rPr>
              <a:t>Teardown</a:t>
            </a:r>
            <a:endParaRPr sz="5200">
              <a:latin typeface="Arial Black"/>
              <a:cs typeface="Arial Black"/>
            </a:endParaRPr>
          </a:p>
          <a:p>
            <a:pPr algn="ctr" marR="377190">
              <a:lnSpc>
                <a:spcPct val="100000"/>
              </a:lnSpc>
              <a:spcBef>
                <a:spcPts val="25"/>
              </a:spcBef>
            </a:pPr>
            <a:r>
              <a:rPr dirty="0" sz="3400" spc="-25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endParaRPr sz="3400">
              <a:latin typeface="Verdana"/>
              <a:cs typeface="Verdana"/>
            </a:endParaRPr>
          </a:p>
          <a:p>
            <a:pPr algn="ctr" marR="376555">
              <a:lnSpc>
                <a:spcPct val="100000"/>
              </a:lnSpc>
              <a:spcBef>
                <a:spcPts val="645"/>
              </a:spcBef>
            </a:pPr>
            <a:r>
              <a:rPr dirty="0" sz="3400" spc="-85">
                <a:solidFill>
                  <a:srgbClr val="FFFFFF"/>
                </a:solidFill>
                <a:latin typeface="Verdana"/>
                <a:cs typeface="Verdana"/>
              </a:rPr>
              <a:t>Abhishek</a:t>
            </a:r>
            <a:r>
              <a:rPr dirty="0" sz="3400" spc="-3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3400" spc="-10">
                <a:solidFill>
                  <a:srgbClr val="FFFFFF"/>
                </a:solidFill>
                <a:latin typeface="Verdana"/>
                <a:cs typeface="Verdana"/>
              </a:rPr>
              <a:t>Banerjee</a:t>
            </a:r>
            <a:endParaRPr sz="3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85112" y="1620188"/>
            <a:ext cx="10419715" cy="3059430"/>
            <a:chOff x="585112" y="1620188"/>
            <a:chExt cx="10419715" cy="3059430"/>
          </a:xfrm>
        </p:grpSpPr>
        <p:sp>
          <p:nvSpPr>
            <p:cNvPr id="3" name="object 3" descr=""/>
            <p:cNvSpPr/>
            <p:nvPr/>
          </p:nvSpPr>
          <p:spPr>
            <a:xfrm>
              <a:off x="585112" y="1620188"/>
              <a:ext cx="10419715" cy="3059430"/>
            </a:xfrm>
            <a:custGeom>
              <a:avLst/>
              <a:gdLst/>
              <a:ahLst/>
              <a:cxnLst/>
              <a:rect l="l" t="t" r="r" b="b"/>
              <a:pathLst>
                <a:path w="10419715" h="3059429">
                  <a:moveTo>
                    <a:pt x="10419237" y="3058858"/>
                  </a:moveTo>
                  <a:lnTo>
                    <a:pt x="0" y="3058858"/>
                  </a:lnTo>
                  <a:lnTo>
                    <a:pt x="0" y="0"/>
                  </a:lnTo>
                  <a:lnTo>
                    <a:pt x="10419237" y="0"/>
                  </a:lnTo>
                  <a:lnTo>
                    <a:pt x="10419237" y="3058858"/>
                  </a:lnTo>
                  <a:close/>
                </a:path>
              </a:pathLst>
            </a:custGeom>
            <a:solidFill>
              <a:srgbClr val="5CE1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830" y="2659480"/>
              <a:ext cx="76200" cy="7619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830" y="3288130"/>
              <a:ext cx="76200" cy="7619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830" y="3916780"/>
              <a:ext cx="76200" cy="761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20"/>
              <a:t>Ecosystem</a:t>
            </a:r>
            <a:r>
              <a:rPr dirty="0" spc="-480"/>
              <a:t> </a:t>
            </a:r>
            <a:r>
              <a:rPr dirty="0" spc="-365"/>
              <a:t>Overview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1457035" y="1224807"/>
            <a:ext cx="5802630" cy="3480435"/>
          </a:xfrm>
          <a:prstGeom prst="rect">
            <a:avLst/>
          </a:prstGeom>
        </p:spPr>
        <p:txBody>
          <a:bodyPr wrap="square" lIns="0" tIns="2520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85"/>
              </a:spcBef>
            </a:pPr>
            <a:r>
              <a:rPr dirty="0" sz="4000">
                <a:latin typeface="Verdana"/>
                <a:cs typeface="Verdana"/>
              </a:rPr>
              <a:t>Product</a:t>
            </a:r>
            <a:r>
              <a:rPr dirty="0" sz="4000" spc="-160">
                <a:latin typeface="Verdana"/>
                <a:cs typeface="Verdana"/>
              </a:rPr>
              <a:t> </a:t>
            </a:r>
            <a:r>
              <a:rPr dirty="0" sz="4000" spc="-10">
                <a:latin typeface="Verdana"/>
                <a:cs typeface="Verdana"/>
              </a:rPr>
              <a:t>Description</a:t>
            </a:r>
            <a:endParaRPr sz="4000">
              <a:latin typeface="Verdana"/>
              <a:cs typeface="Verdana"/>
            </a:endParaRPr>
          </a:p>
          <a:p>
            <a:pPr algn="ctr" marL="174625" marR="167640">
              <a:lnSpc>
                <a:spcPct val="114599"/>
              </a:lnSpc>
              <a:spcBef>
                <a:spcPts val="715"/>
              </a:spcBef>
            </a:pPr>
            <a:r>
              <a:rPr dirty="0" sz="2400">
                <a:latin typeface="Verdana"/>
                <a:cs typeface="Verdana"/>
              </a:rPr>
              <a:t>Cult</a:t>
            </a:r>
            <a:r>
              <a:rPr dirty="0" sz="2400" spc="-23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fit</a:t>
            </a:r>
            <a:r>
              <a:rPr dirty="0" sz="2400" spc="-235">
                <a:latin typeface="Verdana"/>
                <a:cs typeface="Verdana"/>
              </a:rPr>
              <a:t> </a:t>
            </a:r>
            <a:r>
              <a:rPr dirty="0" sz="2400" spc="-45">
                <a:latin typeface="Verdana"/>
                <a:cs typeface="Verdana"/>
              </a:rPr>
              <a:t>is</a:t>
            </a:r>
            <a:r>
              <a:rPr dirty="0" sz="2400" spc="-235">
                <a:latin typeface="Verdana"/>
                <a:cs typeface="Verdana"/>
              </a:rPr>
              <a:t> </a:t>
            </a:r>
            <a:r>
              <a:rPr dirty="0" sz="2400" spc="-110">
                <a:latin typeface="Verdana"/>
                <a:cs typeface="Verdana"/>
              </a:rPr>
              <a:t>a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one</a:t>
            </a:r>
            <a:r>
              <a:rPr dirty="0" sz="2400" spc="-23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stop</a:t>
            </a:r>
            <a:r>
              <a:rPr dirty="0" sz="2400" spc="-235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solution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for</a:t>
            </a:r>
            <a:r>
              <a:rPr dirty="0" sz="2400" spc="-235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one- </a:t>
            </a:r>
            <a:r>
              <a:rPr dirty="0" sz="2400" spc="-25">
                <a:latin typeface="Verdana"/>
                <a:cs typeface="Verdana"/>
              </a:rPr>
              <a:t>stop-</a:t>
            </a:r>
            <a:r>
              <a:rPr dirty="0" sz="2400" spc="-35">
                <a:latin typeface="Verdana"/>
                <a:cs typeface="Verdana"/>
              </a:rPr>
              <a:t>shop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for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fitness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enthusiasts, </a:t>
            </a:r>
            <a:r>
              <a:rPr dirty="0" sz="2400" spc="-30">
                <a:latin typeface="Verdana"/>
                <a:cs typeface="Verdana"/>
              </a:rPr>
              <a:t>offering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110">
                <a:latin typeface="Verdana"/>
                <a:cs typeface="Verdana"/>
              </a:rPr>
              <a:t>a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wide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90">
                <a:latin typeface="Verdana"/>
                <a:cs typeface="Verdana"/>
              </a:rPr>
              <a:t>range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of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45">
                <a:latin typeface="Verdana"/>
                <a:cs typeface="Verdana"/>
              </a:rPr>
              <a:t>services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that</a:t>
            </a:r>
            <a:endParaRPr sz="2400">
              <a:latin typeface="Verdana"/>
              <a:cs typeface="Verdana"/>
            </a:endParaRPr>
          </a:p>
          <a:p>
            <a:pPr algn="ctr" marL="12700" marR="5080" indent="-635">
              <a:lnSpc>
                <a:spcPct val="114599"/>
              </a:lnSpc>
            </a:pPr>
            <a:r>
              <a:rPr dirty="0" sz="2400">
                <a:latin typeface="Verdana"/>
                <a:cs typeface="Verdana"/>
              </a:rPr>
              <a:t>include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65">
                <a:latin typeface="Verdana"/>
                <a:cs typeface="Verdana"/>
              </a:rPr>
              <a:t>workout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70">
                <a:latin typeface="Verdana"/>
                <a:cs typeface="Verdana"/>
              </a:rPr>
              <a:t>sessions,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95">
                <a:latin typeface="Verdana"/>
                <a:cs typeface="Verdana"/>
              </a:rPr>
              <a:t>yoga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25">
                <a:latin typeface="Verdana"/>
                <a:cs typeface="Verdana"/>
              </a:rPr>
              <a:t>classes, </a:t>
            </a:r>
            <a:r>
              <a:rPr dirty="0" sz="2400" spc="-35">
                <a:latin typeface="Verdana"/>
                <a:cs typeface="Verdana"/>
              </a:rPr>
              <a:t>meditation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90">
                <a:latin typeface="Verdana"/>
                <a:cs typeface="Verdana"/>
              </a:rPr>
              <a:t>programs,</a:t>
            </a:r>
            <a:r>
              <a:rPr dirty="0" sz="2400" spc="-204">
                <a:latin typeface="Verdana"/>
                <a:cs typeface="Verdana"/>
              </a:rPr>
              <a:t> </a:t>
            </a:r>
            <a:r>
              <a:rPr dirty="0" sz="2400" spc="-50">
                <a:latin typeface="Verdana"/>
                <a:cs typeface="Verdana"/>
              </a:rPr>
              <a:t>and</a:t>
            </a:r>
            <a:r>
              <a:rPr dirty="0" sz="2400" spc="-204">
                <a:latin typeface="Verdana"/>
                <a:cs typeface="Verdana"/>
              </a:rPr>
              <a:t> </a:t>
            </a:r>
            <a:r>
              <a:rPr dirty="0" sz="2400" spc="-45">
                <a:latin typeface="Verdana"/>
                <a:cs typeface="Verdana"/>
              </a:rPr>
              <a:t>healthy</a:t>
            </a:r>
            <a:r>
              <a:rPr dirty="0" sz="2400" spc="-204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meal </a:t>
            </a:r>
            <a:r>
              <a:rPr dirty="0" sz="2400" spc="-10">
                <a:latin typeface="Verdana"/>
                <a:cs typeface="Verdana"/>
              </a:rPr>
              <a:t>plans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04394" y="1639238"/>
            <a:ext cx="10378440" cy="302006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wrap="square" lIns="0" tIns="137795" rIns="0" bIns="0" rtlCol="0" vert="horz">
            <a:spAutoFit/>
          </a:bodyPr>
          <a:lstStyle/>
          <a:p>
            <a:pPr algn="ctr" marR="280670">
              <a:lnSpc>
                <a:spcPct val="100000"/>
              </a:lnSpc>
              <a:spcBef>
                <a:spcPts val="1085"/>
              </a:spcBef>
            </a:pPr>
            <a:r>
              <a:rPr dirty="0" sz="3400" spc="-114">
                <a:latin typeface="Verdana"/>
                <a:cs typeface="Verdana"/>
              </a:rPr>
              <a:t>Indian</a:t>
            </a:r>
            <a:r>
              <a:rPr dirty="0" sz="3400" spc="-330">
                <a:latin typeface="Verdana"/>
                <a:cs typeface="Verdana"/>
              </a:rPr>
              <a:t> </a:t>
            </a:r>
            <a:r>
              <a:rPr dirty="0" sz="3400" spc="-55">
                <a:latin typeface="Verdana"/>
                <a:cs typeface="Verdana"/>
              </a:rPr>
              <a:t>Fitness</a:t>
            </a:r>
            <a:r>
              <a:rPr dirty="0" sz="3400" spc="-330">
                <a:latin typeface="Verdana"/>
                <a:cs typeface="Verdana"/>
              </a:rPr>
              <a:t> </a:t>
            </a:r>
            <a:r>
              <a:rPr dirty="0" sz="3400" spc="-10">
                <a:latin typeface="Verdana"/>
                <a:cs typeface="Verdana"/>
              </a:rPr>
              <a:t>Market</a:t>
            </a:r>
            <a:endParaRPr sz="3400">
              <a:latin typeface="Verdana"/>
              <a:cs typeface="Verdana"/>
            </a:endParaRPr>
          </a:p>
          <a:p>
            <a:pPr marL="641350" marR="386080">
              <a:lnSpc>
                <a:spcPct val="114599"/>
              </a:lnSpc>
              <a:spcBef>
                <a:spcPts val="1650"/>
              </a:spcBef>
            </a:pPr>
            <a:r>
              <a:rPr dirty="0" sz="1800" spc="-65">
                <a:latin typeface="Verdana"/>
                <a:cs typeface="Verdana"/>
              </a:rPr>
              <a:t>Indian</a:t>
            </a:r>
            <a:r>
              <a:rPr dirty="0" sz="1800" spc="-165">
                <a:latin typeface="Verdana"/>
                <a:cs typeface="Verdana"/>
              </a:rPr>
              <a:t> </a:t>
            </a:r>
            <a:r>
              <a:rPr dirty="0" sz="1800" spc="-25">
                <a:latin typeface="Verdana"/>
                <a:cs typeface="Verdana"/>
              </a:rPr>
              <a:t>fitness</a:t>
            </a:r>
            <a:r>
              <a:rPr dirty="0" sz="1800" spc="-165">
                <a:latin typeface="Verdana"/>
                <a:cs typeface="Verdana"/>
              </a:rPr>
              <a:t> </a:t>
            </a:r>
            <a:r>
              <a:rPr dirty="0" sz="1800" spc="-70">
                <a:latin typeface="Verdana"/>
                <a:cs typeface="Verdana"/>
              </a:rPr>
              <a:t>market</a:t>
            </a:r>
            <a:r>
              <a:rPr dirty="0" sz="1800" spc="-165">
                <a:latin typeface="Verdana"/>
                <a:cs typeface="Verdana"/>
              </a:rPr>
              <a:t> </a:t>
            </a:r>
            <a:r>
              <a:rPr dirty="0" sz="1800" spc="-25">
                <a:latin typeface="Verdana"/>
                <a:cs typeface="Verdana"/>
              </a:rPr>
              <a:t>stands</a:t>
            </a:r>
            <a:r>
              <a:rPr dirty="0" sz="1800" spc="-165">
                <a:latin typeface="Verdana"/>
                <a:cs typeface="Verdana"/>
              </a:rPr>
              <a:t> </a:t>
            </a:r>
            <a:r>
              <a:rPr dirty="0" sz="1800" spc="-35">
                <a:latin typeface="Verdana"/>
                <a:cs typeface="Verdana"/>
              </a:rPr>
              <a:t>at</a:t>
            </a:r>
            <a:r>
              <a:rPr dirty="0" sz="1800" spc="-165">
                <a:latin typeface="Verdana"/>
                <a:cs typeface="Verdana"/>
              </a:rPr>
              <a:t> </a:t>
            </a:r>
            <a:r>
              <a:rPr dirty="0" sz="1800" spc="-114">
                <a:latin typeface="Verdana"/>
                <a:cs typeface="Verdana"/>
              </a:rPr>
              <a:t>$23</a:t>
            </a:r>
            <a:r>
              <a:rPr dirty="0" sz="1800" spc="-165">
                <a:latin typeface="Verdana"/>
                <a:cs typeface="Verdana"/>
              </a:rPr>
              <a:t> </a:t>
            </a:r>
            <a:r>
              <a:rPr dirty="0" sz="1800" spc="-25">
                <a:latin typeface="Verdana"/>
                <a:cs typeface="Verdana"/>
              </a:rPr>
              <a:t>million</a:t>
            </a:r>
            <a:r>
              <a:rPr dirty="0" sz="1800" spc="-165">
                <a:latin typeface="Verdana"/>
                <a:cs typeface="Verdana"/>
              </a:rPr>
              <a:t> </a:t>
            </a:r>
            <a:r>
              <a:rPr dirty="0" sz="1800" spc="-30">
                <a:latin typeface="Verdana"/>
                <a:cs typeface="Verdana"/>
              </a:rPr>
              <a:t>and</a:t>
            </a:r>
            <a:r>
              <a:rPr dirty="0" sz="1800" spc="-160">
                <a:latin typeface="Verdana"/>
                <a:cs typeface="Verdana"/>
              </a:rPr>
              <a:t> </a:t>
            </a:r>
            <a:r>
              <a:rPr dirty="0" sz="1800" spc="-70">
                <a:latin typeface="Verdana"/>
                <a:cs typeface="Verdana"/>
              </a:rPr>
              <a:t>aims</a:t>
            </a:r>
            <a:r>
              <a:rPr dirty="0" sz="1800" spc="-16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to</a:t>
            </a:r>
            <a:r>
              <a:rPr dirty="0" sz="1800" spc="-165">
                <a:latin typeface="Verdana"/>
                <a:cs typeface="Verdana"/>
              </a:rPr>
              <a:t> </a:t>
            </a:r>
            <a:r>
              <a:rPr dirty="0" sz="1800" spc="-25">
                <a:latin typeface="Verdana"/>
                <a:cs typeface="Verdana"/>
              </a:rPr>
              <a:t>reach</a:t>
            </a:r>
            <a:r>
              <a:rPr dirty="0" sz="1800" spc="-165">
                <a:latin typeface="Verdana"/>
                <a:cs typeface="Verdana"/>
              </a:rPr>
              <a:t> </a:t>
            </a:r>
            <a:r>
              <a:rPr dirty="0" sz="1800" spc="-65">
                <a:latin typeface="Verdana"/>
                <a:cs typeface="Verdana"/>
              </a:rPr>
              <a:t>$36</a:t>
            </a:r>
            <a:r>
              <a:rPr dirty="0" sz="1800" spc="-165">
                <a:latin typeface="Verdana"/>
                <a:cs typeface="Verdana"/>
              </a:rPr>
              <a:t> </a:t>
            </a:r>
            <a:r>
              <a:rPr dirty="0" sz="1800" spc="-25">
                <a:latin typeface="Verdana"/>
                <a:cs typeface="Verdana"/>
              </a:rPr>
              <a:t>million</a:t>
            </a:r>
            <a:r>
              <a:rPr dirty="0" sz="1800" spc="-165">
                <a:latin typeface="Verdana"/>
                <a:cs typeface="Verdana"/>
              </a:rPr>
              <a:t> </a:t>
            </a:r>
            <a:r>
              <a:rPr dirty="0" sz="1800" spc="-20">
                <a:latin typeface="Verdana"/>
                <a:cs typeface="Verdana"/>
              </a:rPr>
              <a:t>by</a:t>
            </a:r>
            <a:r>
              <a:rPr dirty="0" sz="1800" spc="-165">
                <a:latin typeface="Verdana"/>
                <a:cs typeface="Verdana"/>
              </a:rPr>
              <a:t> </a:t>
            </a:r>
            <a:r>
              <a:rPr dirty="0" sz="1800" spc="-65">
                <a:latin typeface="Verdana"/>
                <a:cs typeface="Verdana"/>
              </a:rPr>
              <a:t>2029</a:t>
            </a:r>
            <a:r>
              <a:rPr dirty="0" sz="1800" spc="-165">
                <a:latin typeface="Verdana"/>
                <a:cs typeface="Verdana"/>
              </a:rPr>
              <a:t> </a:t>
            </a:r>
            <a:r>
              <a:rPr dirty="0" sz="1800" spc="-35">
                <a:latin typeface="Verdana"/>
                <a:cs typeface="Verdana"/>
              </a:rPr>
              <a:t>at</a:t>
            </a:r>
            <a:r>
              <a:rPr dirty="0" sz="1800" spc="-160">
                <a:latin typeface="Verdana"/>
                <a:cs typeface="Verdana"/>
              </a:rPr>
              <a:t> </a:t>
            </a:r>
            <a:r>
              <a:rPr dirty="0" sz="1800" spc="-50">
                <a:latin typeface="Verdana"/>
                <a:cs typeface="Verdana"/>
              </a:rPr>
              <a:t>a </a:t>
            </a:r>
            <a:r>
              <a:rPr dirty="0" sz="1800" spc="-45">
                <a:latin typeface="Verdana"/>
                <a:cs typeface="Verdana"/>
              </a:rPr>
              <a:t>CAGR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of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6.05%</a:t>
            </a:r>
            <a:endParaRPr sz="1800">
              <a:latin typeface="Verdana"/>
              <a:cs typeface="Verdana"/>
            </a:endParaRPr>
          </a:p>
          <a:p>
            <a:pPr marL="641350" marR="496570">
              <a:lnSpc>
                <a:spcPct val="114599"/>
              </a:lnSpc>
            </a:pPr>
            <a:r>
              <a:rPr dirty="0" sz="1800" spc="-30">
                <a:latin typeface="Verdana"/>
                <a:cs typeface="Verdana"/>
              </a:rPr>
              <a:t>Growth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of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 spc="-25">
                <a:latin typeface="Verdana"/>
                <a:cs typeface="Verdana"/>
              </a:rPr>
              <a:t>the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 spc="-70">
                <a:latin typeface="Verdana"/>
                <a:cs typeface="Verdana"/>
              </a:rPr>
              <a:t>market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 spc="-45">
                <a:latin typeface="Verdana"/>
                <a:cs typeface="Verdana"/>
              </a:rPr>
              <a:t>is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 spc="-25">
                <a:latin typeface="Verdana"/>
                <a:cs typeface="Verdana"/>
              </a:rPr>
              <a:t>driven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 spc="-20">
                <a:latin typeface="Verdana"/>
                <a:cs typeface="Verdana"/>
              </a:rPr>
              <a:t>by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 spc="-50">
                <a:latin typeface="Verdana"/>
                <a:cs typeface="Verdana"/>
              </a:rPr>
              <a:t>rising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 spc="-65">
                <a:latin typeface="Verdana"/>
                <a:cs typeface="Verdana"/>
              </a:rPr>
              <a:t>diseases,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 spc="-50">
                <a:latin typeface="Verdana"/>
                <a:cs typeface="Verdana"/>
              </a:rPr>
              <a:t>government</a:t>
            </a:r>
            <a:r>
              <a:rPr dirty="0" sz="1800" spc="-145">
                <a:latin typeface="Verdana"/>
                <a:cs typeface="Verdana"/>
              </a:rPr>
              <a:t> </a:t>
            </a:r>
            <a:r>
              <a:rPr dirty="0" sz="1800" spc="-30">
                <a:latin typeface="Verdana"/>
                <a:cs typeface="Verdana"/>
              </a:rPr>
              <a:t>initiatives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to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promote </a:t>
            </a:r>
            <a:r>
              <a:rPr dirty="0" sz="1800" spc="-25">
                <a:latin typeface="Verdana"/>
                <a:cs typeface="Verdana"/>
              </a:rPr>
              <a:t>fitness</a:t>
            </a:r>
            <a:r>
              <a:rPr dirty="0" sz="1800" spc="-165">
                <a:latin typeface="Verdana"/>
                <a:cs typeface="Verdana"/>
              </a:rPr>
              <a:t> </a:t>
            </a:r>
            <a:r>
              <a:rPr dirty="0" sz="1800" spc="-30">
                <a:latin typeface="Verdana"/>
                <a:cs typeface="Verdana"/>
              </a:rPr>
              <a:t>and</a:t>
            </a:r>
            <a:r>
              <a:rPr dirty="0" sz="1800" spc="-165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popularity</a:t>
            </a:r>
            <a:r>
              <a:rPr dirty="0" sz="1800" spc="-16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of</a:t>
            </a:r>
            <a:r>
              <a:rPr dirty="0" sz="1800" spc="-160">
                <a:latin typeface="Verdana"/>
                <a:cs typeface="Verdana"/>
              </a:rPr>
              <a:t> </a:t>
            </a:r>
            <a:r>
              <a:rPr dirty="0" sz="1800" spc="-25">
                <a:latin typeface="Verdana"/>
                <a:cs typeface="Verdana"/>
              </a:rPr>
              <a:t>fitness</a:t>
            </a:r>
            <a:r>
              <a:rPr dirty="0" sz="1800" spc="-165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applications</a:t>
            </a:r>
            <a:r>
              <a:rPr dirty="0" sz="1800" spc="-165">
                <a:latin typeface="Verdana"/>
                <a:cs typeface="Verdana"/>
              </a:rPr>
              <a:t> </a:t>
            </a:r>
            <a:r>
              <a:rPr dirty="0" sz="1800" spc="-30">
                <a:latin typeface="Verdana"/>
                <a:cs typeface="Verdana"/>
              </a:rPr>
              <a:t>and</a:t>
            </a:r>
            <a:r>
              <a:rPr dirty="0" sz="1800" spc="-16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tech</a:t>
            </a:r>
            <a:r>
              <a:rPr dirty="0" sz="1800" spc="-16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gadgets</a:t>
            </a:r>
            <a:endParaRPr sz="1800">
              <a:latin typeface="Verdana"/>
              <a:cs typeface="Verdana"/>
            </a:endParaRPr>
          </a:p>
          <a:p>
            <a:pPr marL="641350" marR="899160">
              <a:lnSpc>
                <a:spcPct val="114599"/>
              </a:lnSpc>
            </a:pPr>
            <a:r>
              <a:rPr dirty="0" sz="1800" spc="-30">
                <a:latin typeface="Verdana"/>
                <a:cs typeface="Verdana"/>
              </a:rPr>
              <a:t>Hinderance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to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 spc="-25">
                <a:latin typeface="Verdana"/>
                <a:cs typeface="Verdana"/>
              </a:rPr>
              <a:t>this</a:t>
            </a:r>
            <a:r>
              <a:rPr dirty="0" sz="1800" spc="-145">
                <a:latin typeface="Verdana"/>
                <a:cs typeface="Verdana"/>
              </a:rPr>
              <a:t> </a:t>
            </a:r>
            <a:r>
              <a:rPr dirty="0" sz="1800" spc="-40">
                <a:latin typeface="Verdana"/>
                <a:cs typeface="Verdana"/>
              </a:rPr>
              <a:t>growth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 spc="-30">
                <a:latin typeface="Verdana"/>
                <a:cs typeface="Verdana"/>
              </a:rPr>
              <a:t>happens</a:t>
            </a:r>
            <a:r>
              <a:rPr dirty="0" sz="1800" spc="-14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to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 spc="-20">
                <a:latin typeface="Verdana"/>
                <a:cs typeface="Verdana"/>
              </a:rPr>
              <a:t>be</a:t>
            </a:r>
            <a:r>
              <a:rPr dirty="0" sz="1800" spc="-145">
                <a:latin typeface="Verdana"/>
                <a:cs typeface="Verdana"/>
              </a:rPr>
              <a:t> </a:t>
            </a:r>
            <a:r>
              <a:rPr dirty="0" sz="1800" spc="-55">
                <a:latin typeface="Verdana"/>
                <a:cs typeface="Verdana"/>
              </a:rPr>
              <a:t>high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 spc="-25">
                <a:latin typeface="Verdana"/>
                <a:cs typeface="Verdana"/>
              </a:rPr>
              <a:t>operational</a:t>
            </a:r>
            <a:r>
              <a:rPr dirty="0" sz="1800" spc="-145">
                <a:latin typeface="Verdana"/>
                <a:cs typeface="Verdana"/>
              </a:rPr>
              <a:t> </a:t>
            </a:r>
            <a:r>
              <a:rPr dirty="0" sz="1800" spc="-35">
                <a:latin typeface="Verdana"/>
                <a:cs typeface="Verdana"/>
              </a:rPr>
              <a:t>costs,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 spc="-50">
                <a:latin typeface="Verdana"/>
                <a:cs typeface="Verdana"/>
              </a:rPr>
              <a:t>lack</a:t>
            </a:r>
            <a:r>
              <a:rPr dirty="0" sz="1800" spc="-14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of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certified </a:t>
            </a:r>
            <a:r>
              <a:rPr dirty="0" sz="1800" spc="-35">
                <a:latin typeface="Verdana"/>
                <a:cs typeface="Verdana"/>
              </a:rPr>
              <a:t>trainers</a:t>
            </a:r>
            <a:r>
              <a:rPr dirty="0" sz="1800" spc="-15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to</a:t>
            </a:r>
            <a:r>
              <a:rPr dirty="0" sz="1800" spc="-155">
                <a:latin typeface="Verdana"/>
                <a:cs typeface="Verdana"/>
              </a:rPr>
              <a:t> </a:t>
            </a:r>
            <a:r>
              <a:rPr dirty="0" sz="1800" spc="-50">
                <a:latin typeface="Verdana"/>
                <a:cs typeface="Verdana"/>
              </a:rPr>
              <a:t>ensure</a:t>
            </a:r>
            <a:r>
              <a:rPr dirty="0" sz="1800" spc="-155">
                <a:latin typeface="Verdana"/>
                <a:cs typeface="Verdana"/>
              </a:rPr>
              <a:t> </a:t>
            </a:r>
            <a:r>
              <a:rPr dirty="0" sz="1800" spc="-35">
                <a:latin typeface="Verdana"/>
                <a:cs typeface="Verdana"/>
              </a:rPr>
              <a:t>safety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 spc="-30">
                <a:latin typeface="Verdana"/>
                <a:cs typeface="Verdana"/>
              </a:rPr>
              <a:t>and</a:t>
            </a:r>
            <a:r>
              <a:rPr dirty="0" sz="1800" spc="-155">
                <a:latin typeface="Verdana"/>
                <a:cs typeface="Verdana"/>
              </a:rPr>
              <a:t> </a:t>
            </a:r>
            <a:r>
              <a:rPr dirty="0" sz="1800" spc="-25">
                <a:latin typeface="Verdana"/>
                <a:cs typeface="Verdana"/>
              </a:rPr>
              <a:t>well</a:t>
            </a:r>
            <a:r>
              <a:rPr dirty="0" sz="1800" spc="-155">
                <a:latin typeface="Verdana"/>
                <a:cs typeface="Verdana"/>
              </a:rPr>
              <a:t> </a:t>
            </a:r>
            <a:r>
              <a:rPr dirty="0" sz="1800" spc="-45">
                <a:latin typeface="Verdana"/>
                <a:cs typeface="Verdana"/>
              </a:rPr>
              <a:t>being</a:t>
            </a:r>
            <a:r>
              <a:rPr dirty="0" sz="1800" spc="-15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of</a:t>
            </a:r>
            <a:r>
              <a:rPr dirty="0" sz="1800" spc="-150">
                <a:latin typeface="Verdana"/>
                <a:cs typeface="Verdana"/>
              </a:rPr>
              <a:t> </a:t>
            </a:r>
            <a:r>
              <a:rPr dirty="0" sz="1800" spc="-25">
                <a:latin typeface="Verdana"/>
                <a:cs typeface="Verdana"/>
              </a:rPr>
              <a:t>the</a:t>
            </a:r>
            <a:r>
              <a:rPr dirty="0" sz="1800" spc="-155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customers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414330" y="4898154"/>
            <a:ext cx="420116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65">
                <a:latin typeface="Verdana"/>
                <a:cs typeface="Verdana"/>
              </a:rPr>
              <a:t>Key</a:t>
            </a:r>
            <a:r>
              <a:rPr dirty="0" sz="4000" spc="-415">
                <a:latin typeface="Verdana"/>
                <a:cs typeface="Verdana"/>
              </a:rPr>
              <a:t> </a:t>
            </a:r>
            <a:r>
              <a:rPr dirty="0" sz="4000" spc="-60">
                <a:latin typeface="Verdana"/>
                <a:cs typeface="Verdana"/>
              </a:rPr>
              <a:t>stakeholders</a:t>
            </a:r>
            <a:endParaRPr sz="400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280025" y="6210706"/>
            <a:ext cx="1085850" cy="1190625"/>
            <a:chOff x="1280025" y="6210706"/>
            <a:chExt cx="1085850" cy="1190625"/>
          </a:xfrm>
        </p:grpSpPr>
        <p:sp>
          <p:nvSpPr>
            <p:cNvPr id="12" name="object 12" descr=""/>
            <p:cNvSpPr/>
            <p:nvPr/>
          </p:nvSpPr>
          <p:spPr>
            <a:xfrm>
              <a:off x="1280025" y="6210706"/>
              <a:ext cx="1085850" cy="1084580"/>
            </a:xfrm>
            <a:custGeom>
              <a:avLst/>
              <a:gdLst/>
              <a:ahLst/>
              <a:cxnLst/>
              <a:rect l="l" t="t" r="r" b="b"/>
              <a:pathLst>
                <a:path w="1085850" h="1084579">
                  <a:moveTo>
                    <a:pt x="542769" y="1084300"/>
                  </a:moveTo>
                  <a:lnTo>
                    <a:pt x="495935" y="1082310"/>
                  </a:lnTo>
                  <a:lnTo>
                    <a:pt x="450208" y="1076449"/>
                  </a:lnTo>
                  <a:lnTo>
                    <a:pt x="405750" y="1066879"/>
                  </a:lnTo>
                  <a:lnTo>
                    <a:pt x="362725" y="1053763"/>
                  </a:lnTo>
                  <a:lnTo>
                    <a:pt x="321294" y="1037264"/>
                  </a:lnTo>
                  <a:lnTo>
                    <a:pt x="281623" y="1017544"/>
                  </a:lnTo>
                  <a:lnTo>
                    <a:pt x="243872" y="994767"/>
                  </a:lnTo>
                  <a:lnTo>
                    <a:pt x="208205" y="969094"/>
                  </a:lnTo>
                  <a:lnTo>
                    <a:pt x="174785" y="940689"/>
                  </a:lnTo>
                  <a:lnTo>
                    <a:pt x="143775" y="909714"/>
                  </a:lnTo>
                  <a:lnTo>
                    <a:pt x="115337" y="876333"/>
                  </a:lnTo>
                  <a:lnTo>
                    <a:pt x="89635" y="840706"/>
                  </a:lnTo>
                  <a:lnTo>
                    <a:pt x="66832" y="802999"/>
                  </a:lnTo>
                  <a:lnTo>
                    <a:pt x="47089" y="763372"/>
                  </a:lnTo>
                  <a:lnTo>
                    <a:pt x="30571" y="721989"/>
                  </a:lnTo>
                  <a:lnTo>
                    <a:pt x="17441" y="679013"/>
                  </a:lnTo>
                  <a:lnTo>
                    <a:pt x="7860" y="634606"/>
                  </a:lnTo>
                  <a:lnTo>
                    <a:pt x="1992" y="588930"/>
                  </a:lnTo>
                  <a:lnTo>
                    <a:pt x="0" y="542150"/>
                  </a:lnTo>
                  <a:lnTo>
                    <a:pt x="1990" y="495369"/>
                  </a:lnTo>
                  <a:lnTo>
                    <a:pt x="7857" y="449694"/>
                  </a:lnTo>
                  <a:lnTo>
                    <a:pt x="17437" y="405287"/>
                  </a:lnTo>
                  <a:lnTo>
                    <a:pt x="30567" y="362311"/>
                  </a:lnTo>
                  <a:lnTo>
                    <a:pt x="47085" y="320928"/>
                  </a:lnTo>
                  <a:lnTo>
                    <a:pt x="66827" y="281301"/>
                  </a:lnTo>
                  <a:lnTo>
                    <a:pt x="89631" y="243593"/>
                  </a:lnTo>
                  <a:lnTo>
                    <a:pt x="115333" y="207967"/>
                  </a:lnTo>
                  <a:lnTo>
                    <a:pt x="143771" y="174585"/>
                  </a:lnTo>
                  <a:lnTo>
                    <a:pt x="174781" y="143611"/>
                  </a:lnTo>
                  <a:lnTo>
                    <a:pt x="208202" y="115205"/>
                  </a:lnTo>
                  <a:lnTo>
                    <a:pt x="243869" y="89533"/>
                  </a:lnTo>
                  <a:lnTo>
                    <a:pt x="281620" y="66755"/>
                  </a:lnTo>
                  <a:lnTo>
                    <a:pt x="321293" y="47036"/>
                  </a:lnTo>
                  <a:lnTo>
                    <a:pt x="362723" y="30537"/>
                  </a:lnTo>
                  <a:lnTo>
                    <a:pt x="405749" y="17421"/>
                  </a:lnTo>
                  <a:lnTo>
                    <a:pt x="450208" y="7851"/>
                  </a:lnTo>
                  <a:lnTo>
                    <a:pt x="495935" y="1989"/>
                  </a:lnTo>
                  <a:lnTo>
                    <a:pt x="542769" y="0"/>
                  </a:lnTo>
                  <a:lnTo>
                    <a:pt x="589604" y="1988"/>
                  </a:lnTo>
                  <a:lnTo>
                    <a:pt x="635331" y="7848"/>
                  </a:lnTo>
                  <a:lnTo>
                    <a:pt x="679789" y="17417"/>
                  </a:lnTo>
                  <a:lnTo>
                    <a:pt x="722814" y="30532"/>
                  </a:lnTo>
                  <a:lnTo>
                    <a:pt x="764244" y="47031"/>
                  </a:lnTo>
                  <a:lnTo>
                    <a:pt x="803916" y="66751"/>
                  </a:lnTo>
                  <a:lnTo>
                    <a:pt x="841667" y="89528"/>
                  </a:lnTo>
                  <a:lnTo>
                    <a:pt x="877334" y="115201"/>
                  </a:lnTo>
                  <a:lnTo>
                    <a:pt x="910754" y="143606"/>
                  </a:lnTo>
                  <a:lnTo>
                    <a:pt x="941764" y="174582"/>
                  </a:lnTo>
                  <a:lnTo>
                    <a:pt x="970202" y="207964"/>
                  </a:lnTo>
                  <a:lnTo>
                    <a:pt x="995904" y="243591"/>
                  </a:lnTo>
                  <a:lnTo>
                    <a:pt x="1018707" y="281299"/>
                  </a:lnTo>
                  <a:lnTo>
                    <a:pt x="1038449" y="320926"/>
                  </a:lnTo>
                  <a:lnTo>
                    <a:pt x="1054967" y="362309"/>
                  </a:lnTo>
                  <a:lnTo>
                    <a:pt x="1068098" y="405286"/>
                  </a:lnTo>
                  <a:lnTo>
                    <a:pt x="1077679" y="449694"/>
                  </a:lnTo>
                  <a:lnTo>
                    <a:pt x="1083547" y="495369"/>
                  </a:lnTo>
                  <a:lnTo>
                    <a:pt x="1085539" y="542150"/>
                  </a:lnTo>
                  <a:lnTo>
                    <a:pt x="1083547" y="588930"/>
                  </a:lnTo>
                  <a:lnTo>
                    <a:pt x="1077679" y="634606"/>
                  </a:lnTo>
                  <a:lnTo>
                    <a:pt x="1068098" y="679013"/>
                  </a:lnTo>
                  <a:lnTo>
                    <a:pt x="1054967" y="721989"/>
                  </a:lnTo>
                  <a:lnTo>
                    <a:pt x="1038449" y="763372"/>
                  </a:lnTo>
                  <a:lnTo>
                    <a:pt x="1018707" y="802999"/>
                  </a:lnTo>
                  <a:lnTo>
                    <a:pt x="995904" y="840706"/>
                  </a:lnTo>
                  <a:lnTo>
                    <a:pt x="970202" y="876333"/>
                  </a:lnTo>
                  <a:lnTo>
                    <a:pt x="941764" y="909714"/>
                  </a:lnTo>
                  <a:lnTo>
                    <a:pt x="910754" y="940689"/>
                  </a:lnTo>
                  <a:lnTo>
                    <a:pt x="877334" y="969094"/>
                  </a:lnTo>
                  <a:lnTo>
                    <a:pt x="841667" y="994767"/>
                  </a:lnTo>
                  <a:lnTo>
                    <a:pt x="803916" y="1017544"/>
                  </a:lnTo>
                  <a:lnTo>
                    <a:pt x="764244" y="1037264"/>
                  </a:lnTo>
                  <a:lnTo>
                    <a:pt x="722814" y="1053763"/>
                  </a:lnTo>
                  <a:lnTo>
                    <a:pt x="679789" y="1066879"/>
                  </a:lnTo>
                  <a:lnTo>
                    <a:pt x="635331" y="1076449"/>
                  </a:lnTo>
                  <a:lnTo>
                    <a:pt x="589604" y="1082310"/>
                  </a:lnTo>
                  <a:lnTo>
                    <a:pt x="542769" y="1084300"/>
                  </a:lnTo>
                  <a:close/>
                </a:path>
              </a:pathLst>
            </a:custGeom>
            <a:solidFill>
              <a:srgbClr val="F1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06153" y="6994398"/>
              <a:ext cx="633730" cy="407034"/>
            </a:xfrm>
            <a:custGeom>
              <a:avLst/>
              <a:gdLst/>
              <a:ahLst/>
              <a:cxnLst/>
              <a:rect l="l" t="t" r="r" b="b"/>
              <a:pathLst>
                <a:path w="633730" h="407034">
                  <a:moveTo>
                    <a:pt x="316641" y="406897"/>
                  </a:moveTo>
                  <a:lnTo>
                    <a:pt x="259544" y="403861"/>
                  </a:lnTo>
                  <a:lnTo>
                    <a:pt x="204217" y="394962"/>
                  </a:lnTo>
                  <a:lnTo>
                    <a:pt x="150962" y="380508"/>
                  </a:lnTo>
                  <a:lnTo>
                    <a:pt x="100086" y="360812"/>
                  </a:lnTo>
                  <a:lnTo>
                    <a:pt x="63564" y="342772"/>
                  </a:lnTo>
                  <a:lnTo>
                    <a:pt x="20484" y="316631"/>
                  </a:lnTo>
                  <a:lnTo>
                    <a:pt x="0" y="302092"/>
                  </a:lnTo>
                  <a:lnTo>
                    <a:pt x="6491" y="250906"/>
                  </a:lnTo>
                  <a:lnTo>
                    <a:pt x="20818" y="202603"/>
                  </a:lnTo>
                  <a:lnTo>
                    <a:pt x="42306" y="157855"/>
                  </a:lnTo>
                  <a:lnTo>
                    <a:pt x="70282" y="117336"/>
                  </a:lnTo>
                  <a:lnTo>
                    <a:pt x="104075" y="81719"/>
                  </a:lnTo>
                  <a:lnTo>
                    <a:pt x="143010" y="51677"/>
                  </a:lnTo>
                  <a:lnTo>
                    <a:pt x="182164" y="29811"/>
                  </a:lnTo>
                  <a:lnTo>
                    <a:pt x="224486" y="13579"/>
                  </a:lnTo>
                  <a:lnTo>
                    <a:pt x="269478" y="3477"/>
                  </a:lnTo>
                  <a:lnTo>
                    <a:pt x="316641" y="0"/>
                  </a:lnTo>
                  <a:lnTo>
                    <a:pt x="323956" y="83"/>
                  </a:lnTo>
                  <a:lnTo>
                    <a:pt x="384673" y="7307"/>
                  </a:lnTo>
                  <a:lnTo>
                    <a:pt x="422007" y="17899"/>
                  </a:lnTo>
                  <a:lnTo>
                    <a:pt x="457306" y="32788"/>
                  </a:lnTo>
                  <a:lnTo>
                    <a:pt x="517679" y="71796"/>
                  </a:lnTo>
                  <a:lnTo>
                    <a:pt x="565195" y="120072"/>
                  </a:lnTo>
                  <a:lnTo>
                    <a:pt x="604084" y="182948"/>
                  </a:lnTo>
                  <a:lnTo>
                    <a:pt x="618794" y="220627"/>
                  </a:lnTo>
                  <a:lnTo>
                    <a:pt x="628643" y="260461"/>
                  </a:lnTo>
                  <a:lnTo>
                    <a:pt x="633283" y="302092"/>
                  </a:lnTo>
                  <a:lnTo>
                    <a:pt x="612799" y="316636"/>
                  </a:lnTo>
                  <a:lnTo>
                    <a:pt x="569718" y="342787"/>
                  </a:lnTo>
                  <a:lnTo>
                    <a:pt x="533231" y="360812"/>
                  </a:lnTo>
                  <a:lnTo>
                    <a:pt x="482335" y="380508"/>
                  </a:lnTo>
                  <a:lnTo>
                    <a:pt x="429070" y="394962"/>
                  </a:lnTo>
                  <a:lnTo>
                    <a:pt x="373739" y="403861"/>
                  </a:lnTo>
                  <a:lnTo>
                    <a:pt x="316641" y="4068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649158" y="6837882"/>
              <a:ext cx="347345" cy="360045"/>
            </a:xfrm>
            <a:custGeom>
              <a:avLst/>
              <a:gdLst/>
              <a:ahLst/>
              <a:cxnLst/>
              <a:rect l="l" t="t" r="r" b="b"/>
              <a:pathLst>
                <a:path w="347344" h="360045">
                  <a:moveTo>
                    <a:pt x="347256" y="208203"/>
                  </a:moveTo>
                  <a:lnTo>
                    <a:pt x="312013" y="188175"/>
                  </a:lnTo>
                  <a:lnTo>
                    <a:pt x="268503" y="170916"/>
                  </a:lnTo>
                  <a:lnTo>
                    <a:pt x="250799" y="165976"/>
                  </a:lnTo>
                  <a:lnTo>
                    <a:pt x="250799" y="69697"/>
                  </a:lnTo>
                  <a:lnTo>
                    <a:pt x="245300" y="42633"/>
                  </a:lnTo>
                  <a:lnTo>
                    <a:pt x="230301" y="20472"/>
                  </a:lnTo>
                  <a:lnTo>
                    <a:pt x="208102" y="5499"/>
                  </a:lnTo>
                  <a:lnTo>
                    <a:pt x="180987" y="0"/>
                  </a:lnTo>
                  <a:lnTo>
                    <a:pt x="166268" y="0"/>
                  </a:lnTo>
                  <a:lnTo>
                    <a:pt x="139166" y="5499"/>
                  </a:lnTo>
                  <a:lnTo>
                    <a:pt x="116979" y="20472"/>
                  </a:lnTo>
                  <a:lnTo>
                    <a:pt x="101993" y="42633"/>
                  </a:lnTo>
                  <a:lnTo>
                    <a:pt x="96494" y="69697"/>
                  </a:lnTo>
                  <a:lnTo>
                    <a:pt x="96494" y="166738"/>
                  </a:lnTo>
                  <a:lnTo>
                    <a:pt x="81470" y="170103"/>
                  </a:lnTo>
                  <a:lnTo>
                    <a:pt x="39154" y="186334"/>
                  </a:lnTo>
                  <a:lnTo>
                    <a:pt x="0" y="208203"/>
                  </a:lnTo>
                  <a:lnTo>
                    <a:pt x="927" y="215176"/>
                  </a:lnTo>
                  <a:lnTo>
                    <a:pt x="21285" y="271360"/>
                  </a:lnTo>
                  <a:lnTo>
                    <a:pt x="48615" y="307530"/>
                  </a:lnTo>
                  <a:lnTo>
                    <a:pt x="84277" y="335495"/>
                  </a:lnTo>
                  <a:lnTo>
                    <a:pt x="126530" y="353555"/>
                  </a:lnTo>
                  <a:lnTo>
                    <a:pt x="173634" y="359956"/>
                  </a:lnTo>
                  <a:lnTo>
                    <a:pt x="210743" y="356019"/>
                  </a:lnTo>
                  <a:lnTo>
                    <a:pt x="275945" y="327025"/>
                  </a:lnTo>
                  <a:lnTo>
                    <a:pt x="318808" y="282956"/>
                  </a:lnTo>
                  <a:lnTo>
                    <a:pt x="341566" y="234899"/>
                  </a:lnTo>
                  <a:lnTo>
                    <a:pt x="347256" y="208203"/>
                  </a:lnTo>
                  <a:close/>
                </a:path>
              </a:pathLst>
            </a:custGeom>
            <a:solidFill>
              <a:srgbClr val="FAD5B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5656" y="6837881"/>
              <a:ext cx="154311" cy="17008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3756" y="6711509"/>
              <a:ext cx="89908" cy="137591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1295" y="6711509"/>
              <a:ext cx="89923" cy="137591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609523" y="6473168"/>
              <a:ext cx="436880" cy="510540"/>
            </a:xfrm>
            <a:custGeom>
              <a:avLst/>
              <a:gdLst/>
              <a:ahLst/>
              <a:cxnLst/>
              <a:rect l="l" t="t" r="r" b="b"/>
              <a:pathLst>
                <a:path w="436880" h="510540">
                  <a:moveTo>
                    <a:pt x="218455" y="510253"/>
                  </a:moveTo>
                  <a:lnTo>
                    <a:pt x="174439" y="504051"/>
                  </a:lnTo>
                  <a:lnTo>
                    <a:pt x="133437" y="486572"/>
                  </a:lnTo>
                  <a:lnTo>
                    <a:pt x="96330" y="459508"/>
                  </a:lnTo>
                  <a:lnTo>
                    <a:pt x="63997" y="424550"/>
                  </a:lnTo>
                  <a:lnTo>
                    <a:pt x="37317" y="383390"/>
                  </a:lnTo>
                  <a:lnTo>
                    <a:pt x="17172" y="337719"/>
                  </a:lnTo>
                  <a:lnTo>
                    <a:pt x="4439" y="289228"/>
                  </a:lnTo>
                  <a:lnTo>
                    <a:pt x="0" y="239609"/>
                  </a:lnTo>
                  <a:lnTo>
                    <a:pt x="4439" y="191323"/>
                  </a:lnTo>
                  <a:lnTo>
                    <a:pt x="17172" y="146348"/>
                  </a:lnTo>
                  <a:lnTo>
                    <a:pt x="37317" y="105647"/>
                  </a:lnTo>
                  <a:lnTo>
                    <a:pt x="63997" y="70185"/>
                  </a:lnTo>
                  <a:lnTo>
                    <a:pt x="96330" y="40925"/>
                  </a:lnTo>
                  <a:lnTo>
                    <a:pt x="133437" y="18831"/>
                  </a:lnTo>
                  <a:lnTo>
                    <a:pt x="174439" y="4868"/>
                  </a:lnTo>
                  <a:lnTo>
                    <a:pt x="218455" y="0"/>
                  </a:lnTo>
                  <a:lnTo>
                    <a:pt x="262480" y="4868"/>
                  </a:lnTo>
                  <a:lnTo>
                    <a:pt x="303483" y="18831"/>
                  </a:lnTo>
                  <a:lnTo>
                    <a:pt x="340585" y="40925"/>
                  </a:lnTo>
                  <a:lnTo>
                    <a:pt x="372910" y="70185"/>
                  </a:lnTo>
                  <a:lnTo>
                    <a:pt x="399579" y="105647"/>
                  </a:lnTo>
                  <a:lnTo>
                    <a:pt x="419715" y="146348"/>
                  </a:lnTo>
                  <a:lnTo>
                    <a:pt x="432440" y="191323"/>
                  </a:lnTo>
                  <a:lnTo>
                    <a:pt x="436877" y="239609"/>
                  </a:lnTo>
                  <a:lnTo>
                    <a:pt x="432141" y="288911"/>
                  </a:lnTo>
                  <a:lnTo>
                    <a:pt x="418689" y="337253"/>
                  </a:lnTo>
                  <a:lnTo>
                    <a:pt x="397656" y="382905"/>
                  </a:lnTo>
                  <a:lnTo>
                    <a:pt x="370175" y="424136"/>
                  </a:lnTo>
                  <a:lnTo>
                    <a:pt x="337381" y="459217"/>
                  </a:lnTo>
                  <a:lnTo>
                    <a:pt x="300406" y="486416"/>
                  </a:lnTo>
                  <a:lnTo>
                    <a:pt x="260387" y="504005"/>
                  </a:lnTo>
                  <a:lnTo>
                    <a:pt x="218455" y="510253"/>
                  </a:lnTo>
                  <a:close/>
                </a:path>
              </a:pathLst>
            </a:custGeom>
            <a:solidFill>
              <a:srgbClr val="FAD5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99692" y="6424840"/>
              <a:ext cx="462915" cy="310515"/>
            </a:xfrm>
            <a:custGeom>
              <a:avLst/>
              <a:gdLst/>
              <a:ahLst/>
              <a:cxnLst/>
              <a:rect l="l" t="t" r="r" b="b"/>
              <a:pathLst>
                <a:path w="462914" h="310515">
                  <a:moveTo>
                    <a:pt x="462521" y="241642"/>
                  </a:moveTo>
                  <a:lnTo>
                    <a:pt x="461454" y="186550"/>
                  </a:lnTo>
                  <a:lnTo>
                    <a:pt x="452551" y="146824"/>
                  </a:lnTo>
                  <a:lnTo>
                    <a:pt x="434898" y="110578"/>
                  </a:lnTo>
                  <a:lnTo>
                    <a:pt x="408863" y="79489"/>
                  </a:lnTo>
                  <a:lnTo>
                    <a:pt x="374827" y="55181"/>
                  </a:lnTo>
                  <a:lnTo>
                    <a:pt x="333133" y="39306"/>
                  </a:lnTo>
                  <a:lnTo>
                    <a:pt x="284162" y="33515"/>
                  </a:lnTo>
                  <a:lnTo>
                    <a:pt x="255219" y="36588"/>
                  </a:lnTo>
                  <a:lnTo>
                    <a:pt x="255130" y="33388"/>
                  </a:lnTo>
                  <a:lnTo>
                    <a:pt x="250952" y="18986"/>
                  </a:lnTo>
                  <a:lnTo>
                    <a:pt x="239864" y="3771"/>
                  </a:lnTo>
                  <a:lnTo>
                    <a:pt x="228358" y="38"/>
                  </a:lnTo>
                  <a:lnTo>
                    <a:pt x="206946" y="0"/>
                  </a:lnTo>
                  <a:lnTo>
                    <a:pt x="178295" y="4406"/>
                  </a:lnTo>
                  <a:lnTo>
                    <a:pt x="109994" y="29476"/>
                  </a:lnTo>
                  <a:lnTo>
                    <a:pt x="75704" y="51625"/>
                  </a:lnTo>
                  <a:lnTo>
                    <a:pt x="44881" y="81165"/>
                  </a:lnTo>
                  <a:lnTo>
                    <a:pt x="20205" y="118821"/>
                  </a:lnTo>
                  <a:lnTo>
                    <a:pt x="4356" y="165354"/>
                  </a:lnTo>
                  <a:lnTo>
                    <a:pt x="0" y="221475"/>
                  </a:lnTo>
                  <a:lnTo>
                    <a:pt x="9829" y="287947"/>
                  </a:lnTo>
                  <a:lnTo>
                    <a:pt x="22479" y="263093"/>
                  </a:lnTo>
                  <a:lnTo>
                    <a:pt x="63017" y="207403"/>
                  </a:lnTo>
                  <a:lnTo>
                    <a:pt x="135331" y="149123"/>
                  </a:lnTo>
                  <a:lnTo>
                    <a:pt x="229984" y="120535"/>
                  </a:lnTo>
                  <a:lnTo>
                    <a:pt x="231254" y="132156"/>
                  </a:lnTo>
                  <a:lnTo>
                    <a:pt x="247942" y="191325"/>
                  </a:lnTo>
                  <a:lnTo>
                    <a:pt x="256781" y="211747"/>
                  </a:lnTo>
                  <a:lnTo>
                    <a:pt x="287807" y="255701"/>
                  </a:lnTo>
                  <a:lnTo>
                    <a:pt x="347814" y="297205"/>
                  </a:lnTo>
                  <a:lnTo>
                    <a:pt x="443585" y="310273"/>
                  </a:lnTo>
                  <a:lnTo>
                    <a:pt x="447662" y="302869"/>
                  </a:lnTo>
                  <a:lnTo>
                    <a:pt x="455942" y="280200"/>
                  </a:lnTo>
                  <a:lnTo>
                    <a:pt x="462521" y="241642"/>
                  </a:lnTo>
                  <a:close/>
                </a:path>
              </a:pathLst>
            </a:custGeom>
            <a:solidFill>
              <a:srgbClr val="23255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3211021" y="6210706"/>
            <a:ext cx="1085850" cy="1190625"/>
            <a:chOff x="3211021" y="6210706"/>
            <a:chExt cx="1085850" cy="1190625"/>
          </a:xfrm>
        </p:grpSpPr>
        <p:sp>
          <p:nvSpPr>
            <p:cNvPr id="21" name="object 21" descr=""/>
            <p:cNvSpPr/>
            <p:nvPr/>
          </p:nvSpPr>
          <p:spPr>
            <a:xfrm>
              <a:off x="3211021" y="6210706"/>
              <a:ext cx="1085850" cy="1084580"/>
            </a:xfrm>
            <a:custGeom>
              <a:avLst/>
              <a:gdLst/>
              <a:ahLst/>
              <a:cxnLst/>
              <a:rect l="l" t="t" r="r" b="b"/>
              <a:pathLst>
                <a:path w="1085850" h="1084579">
                  <a:moveTo>
                    <a:pt x="542769" y="1084300"/>
                  </a:moveTo>
                  <a:lnTo>
                    <a:pt x="495935" y="1082310"/>
                  </a:lnTo>
                  <a:lnTo>
                    <a:pt x="450208" y="1076449"/>
                  </a:lnTo>
                  <a:lnTo>
                    <a:pt x="405750" y="1066879"/>
                  </a:lnTo>
                  <a:lnTo>
                    <a:pt x="362725" y="1053763"/>
                  </a:lnTo>
                  <a:lnTo>
                    <a:pt x="321294" y="1037264"/>
                  </a:lnTo>
                  <a:lnTo>
                    <a:pt x="281623" y="1017544"/>
                  </a:lnTo>
                  <a:lnTo>
                    <a:pt x="243872" y="994767"/>
                  </a:lnTo>
                  <a:lnTo>
                    <a:pt x="208205" y="969094"/>
                  </a:lnTo>
                  <a:lnTo>
                    <a:pt x="174785" y="940689"/>
                  </a:lnTo>
                  <a:lnTo>
                    <a:pt x="143775" y="909714"/>
                  </a:lnTo>
                  <a:lnTo>
                    <a:pt x="115337" y="876333"/>
                  </a:lnTo>
                  <a:lnTo>
                    <a:pt x="89635" y="840706"/>
                  </a:lnTo>
                  <a:lnTo>
                    <a:pt x="66832" y="802999"/>
                  </a:lnTo>
                  <a:lnTo>
                    <a:pt x="47089" y="763372"/>
                  </a:lnTo>
                  <a:lnTo>
                    <a:pt x="30571" y="721989"/>
                  </a:lnTo>
                  <a:lnTo>
                    <a:pt x="17441" y="679013"/>
                  </a:lnTo>
                  <a:lnTo>
                    <a:pt x="7860" y="634606"/>
                  </a:lnTo>
                  <a:lnTo>
                    <a:pt x="1992" y="588930"/>
                  </a:lnTo>
                  <a:lnTo>
                    <a:pt x="0" y="542150"/>
                  </a:lnTo>
                  <a:lnTo>
                    <a:pt x="1990" y="495369"/>
                  </a:lnTo>
                  <a:lnTo>
                    <a:pt x="7857" y="449694"/>
                  </a:lnTo>
                  <a:lnTo>
                    <a:pt x="17437" y="405287"/>
                  </a:lnTo>
                  <a:lnTo>
                    <a:pt x="30567" y="362311"/>
                  </a:lnTo>
                  <a:lnTo>
                    <a:pt x="47085" y="320928"/>
                  </a:lnTo>
                  <a:lnTo>
                    <a:pt x="66827" y="281301"/>
                  </a:lnTo>
                  <a:lnTo>
                    <a:pt x="89631" y="243593"/>
                  </a:lnTo>
                  <a:lnTo>
                    <a:pt x="115333" y="207967"/>
                  </a:lnTo>
                  <a:lnTo>
                    <a:pt x="143771" y="174585"/>
                  </a:lnTo>
                  <a:lnTo>
                    <a:pt x="174781" y="143611"/>
                  </a:lnTo>
                  <a:lnTo>
                    <a:pt x="208202" y="115205"/>
                  </a:lnTo>
                  <a:lnTo>
                    <a:pt x="243869" y="89533"/>
                  </a:lnTo>
                  <a:lnTo>
                    <a:pt x="281620" y="66755"/>
                  </a:lnTo>
                  <a:lnTo>
                    <a:pt x="321293" y="47036"/>
                  </a:lnTo>
                  <a:lnTo>
                    <a:pt x="362723" y="30537"/>
                  </a:lnTo>
                  <a:lnTo>
                    <a:pt x="405749" y="17421"/>
                  </a:lnTo>
                  <a:lnTo>
                    <a:pt x="450208" y="7851"/>
                  </a:lnTo>
                  <a:lnTo>
                    <a:pt x="495935" y="1989"/>
                  </a:lnTo>
                  <a:lnTo>
                    <a:pt x="542769" y="0"/>
                  </a:lnTo>
                  <a:lnTo>
                    <a:pt x="589604" y="1988"/>
                  </a:lnTo>
                  <a:lnTo>
                    <a:pt x="635331" y="7848"/>
                  </a:lnTo>
                  <a:lnTo>
                    <a:pt x="679789" y="17417"/>
                  </a:lnTo>
                  <a:lnTo>
                    <a:pt x="722814" y="30532"/>
                  </a:lnTo>
                  <a:lnTo>
                    <a:pt x="764244" y="47031"/>
                  </a:lnTo>
                  <a:lnTo>
                    <a:pt x="803916" y="66751"/>
                  </a:lnTo>
                  <a:lnTo>
                    <a:pt x="841667" y="89528"/>
                  </a:lnTo>
                  <a:lnTo>
                    <a:pt x="877334" y="115201"/>
                  </a:lnTo>
                  <a:lnTo>
                    <a:pt x="910754" y="143606"/>
                  </a:lnTo>
                  <a:lnTo>
                    <a:pt x="941764" y="174582"/>
                  </a:lnTo>
                  <a:lnTo>
                    <a:pt x="970202" y="207964"/>
                  </a:lnTo>
                  <a:lnTo>
                    <a:pt x="995904" y="243591"/>
                  </a:lnTo>
                  <a:lnTo>
                    <a:pt x="1018707" y="281299"/>
                  </a:lnTo>
                  <a:lnTo>
                    <a:pt x="1038449" y="320926"/>
                  </a:lnTo>
                  <a:lnTo>
                    <a:pt x="1054967" y="362309"/>
                  </a:lnTo>
                  <a:lnTo>
                    <a:pt x="1068098" y="405286"/>
                  </a:lnTo>
                  <a:lnTo>
                    <a:pt x="1077679" y="449694"/>
                  </a:lnTo>
                  <a:lnTo>
                    <a:pt x="1083547" y="495369"/>
                  </a:lnTo>
                  <a:lnTo>
                    <a:pt x="1085539" y="542150"/>
                  </a:lnTo>
                  <a:lnTo>
                    <a:pt x="1083547" y="588930"/>
                  </a:lnTo>
                  <a:lnTo>
                    <a:pt x="1077679" y="634606"/>
                  </a:lnTo>
                  <a:lnTo>
                    <a:pt x="1068098" y="679013"/>
                  </a:lnTo>
                  <a:lnTo>
                    <a:pt x="1054967" y="721989"/>
                  </a:lnTo>
                  <a:lnTo>
                    <a:pt x="1038449" y="763372"/>
                  </a:lnTo>
                  <a:lnTo>
                    <a:pt x="1018707" y="802999"/>
                  </a:lnTo>
                  <a:lnTo>
                    <a:pt x="995904" y="840706"/>
                  </a:lnTo>
                  <a:lnTo>
                    <a:pt x="970202" y="876333"/>
                  </a:lnTo>
                  <a:lnTo>
                    <a:pt x="941764" y="909714"/>
                  </a:lnTo>
                  <a:lnTo>
                    <a:pt x="910754" y="940689"/>
                  </a:lnTo>
                  <a:lnTo>
                    <a:pt x="877334" y="969094"/>
                  </a:lnTo>
                  <a:lnTo>
                    <a:pt x="841667" y="994767"/>
                  </a:lnTo>
                  <a:lnTo>
                    <a:pt x="803916" y="1017544"/>
                  </a:lnTo>
                  <a:lnTo>
                    <a:pt x="764244" y="1037264"/>
                  </a:lnTo>
                  <a:lnTo>
                    <a:pt x="722814" y="1053763"/>
                  </a:lnTo>
                  <a:lnTo>
                    <a:pt x="679789" y="1066879"/>
                  </a:lnTo>
                  <a:lnTo>
                    <a:pt x="635331" y="1076449"/>
                  </a:lnTo>
                  <a:lnTo>
                    <a:pt x="589604" y="1082310"/>
                  </a:lnTo>
                  <a:lnTo>
                    <a:pt x="542769" y="1084300"/>
                  </a:lnTo>
                  <a:close/>
                </a:path>
              </a:pathLst>
            </a:custGeom>
            <a:solidFill>
              <a:srgbClr val="F1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437150" y="6994398"/>
              <a:ext cx="633730" cy="407034"/>
            </a:xfrm>
            <a:custGeom>
              <a:avLst/>
              <a:gdLst/>
              <a:ahLst/>
              <a:cxnLst/>
              <a:rect l="l" t="t" r="r" b="b"/>
              <a:pathLst>
                <a:path w="633729" h="407034">
                  <a:moveTo>
                    <a:pt x="316641" y="406897"/>
                  </a:moveTo>
                  <a:lnTo>
                    <a:pt x="259544" y="403861"/>
                  </a:lnTo>
                  <a:lnTo>
                    <a:pt x="204217" y="394962"/>
                  </a:lnTo>
                  <a:lnTo>
                    <a:pt x="150962" y="380508"/>
                  </a:lnTo>
                  <a:lnTo>
                    <a:pt x="100086" y="360812"/>
                  </a:lnTo>
                  <a:lnTo>
                    <a:pt x="63564" y="342772"/>
                  </a:lnTo>
                  <a:lnTo>
                    <a:pt x="20484" y="316631"/>
                  </a:lnTo>
                  <a:lnTo>
                    <a:pt x="0" y="302092"/>
                  </a:lnTo>
                  <a:lnTo>
                    <a:pt x="6491" y="250906"/>
                  </a:lnTo>
                  <a:lnTo>
                    <a:pt x="20818" y="202603"/>
                  </a:lnTo>
                  <a:lnTo>
                    <a:pt x="42306" y="157855"/>
                  </a:lnTo>
                  <a:lnTo>
                    <a:pt x="70282" y="117336"/>
                  </a:lnTo>
                  <a:lnTo>
                    <a:pt x="104075" y="81719"/>
                  </a:lnTo>
                  <a:lnTo>
                    <a:pt x="143010" y="51677"/>
                  </a:lnTo>
                  <a:lnTo>
                    <a:pt x="182164" y="29811"/>
                  </a:lnTo>
                  <a:lnTo>
                    <a:pt x="224486" y="13579"/>
                  </a:lnTo>
                  <a:lnTo>
                    <a:pt x="269478" y="3477"/>
                  </a:lnTo>
                  <a:lnTo>
                    <a:pt x="316641" y="0"/>
                  </a:lnTo>
                  <a:lnTo>
                    <a:pt x="323956" y="83"/>
                  </a:lnTo>
                  <a:lnTo>
                    <a:pt x="384673" y="7307"/>
                  </a:lnTo>
                  <a:lnTo>
                    <a:pt x="422007" y="17899"/>
                  </a:lnTo>
                  <a:lnTo>
                    <a:pt x="457306" y="32788"/>
                  </a:lnTo>
                  <a:lnTo>
                    <a:pt x="517679" y="71796"/>
                  </a:lnTo>
                  <a:lnTo>
                    <a:pt x="565195" y="120072"/>
                  </a:lnTo>
                  <a:lnTo>
                    <a:pt x="604084" y="182948"/>
                  </a:lnTo>
                  <a:lnTo>
                    <a:pt x="618794" y="220627"/>
                  </a:lnTo>
                  <a:lnTo>
                    <a:pt x="628643" y="260461"/>
                  </a:lnTo>
                  <a:lnTo>
                    <a:pt x="633283" y="302092"/>
                  </a:lnTo>
                  <a:lnTo>
                    <a:pt x="612799" y="316636"/>
                  </a:lnTo>
                  <a:lnTo>
                    <a:pt x="569718" y="342787"/>
                  </a:lnTo>
                  <a:lnTo>
                    <a:pt x="533231" y="360812"/>
                  </a:lnTo>
                  <a:lnTo>
                    <a:pt x="482335" y="380508"/>
                  </a:lnTo>
                  <a:lnTo>
                    <a:pt x="429070" y="394962"/>
                  </a:lnTo>
                  <a:lnTo>
                    <a:pt x="373739" y="403861"/>
                  </a:lnTo>
                  <a:lnTo>
                    <a:pt x="316641" y="4068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580155" y="6837882"/>
              <a:ext cx="347345" cy="360045"/>
            </a:xfrm>
            <a:custGeom>
              <a:avLst/>
              <a:gdLst/>
              <a:ahLst/>
              <a:cxnLst/>
              <a:rect l="l" t="t" r="r" b="b"/>
              <a:pathLst>
                <a:path w="347345" h="360045">
                  <a:moveTo>
                    <a:pt x="347256" y="208203"/>
                  </a:moveTo>
                  <a:lnTo>
                    <a:pt x="312013" y="188175"/>
                  </a:lnTo>
                  <a:lnTo>
                    <a:pt x="268503" y="170916"/>
                  </a:lnTo>
                  <a:lnTo>
                    <a:pt x="250799" y="165976"/>
                  </a:lnTo>
                  <a:lnTo>
                    <a:pt x="250799" y="69697"/>
                  </a:lnTo>
                  <a:lnTo>
                    <a:pt x="245300" y="42633"/>
                  </a:lnTo>
                  <a:lnTo>
                    <a:pt x="230301" y="20472"/>
                  </a:lnTo>
                  <a:lnTo>
                    <a:pt x="208102" y="5499"/>
                  </a:lnTo>
                  <a:lnTo>
                    <a:pt x="180987" y="0"/>
                  </a:lnTo>
                  <a:lnTo>
                    <a:pt x="166268" y="0"/>
                  </a:lnTo>
                  <a:lnTo>
                    <a:pt x="139166" y="5499"/>
                  </a:lnTo>
                  <a:lnTo>
                    <a:pt x="116979" y="20472"/>
                  </a:lnTo>
                  <a:lnTo>
                    <a:pt x="101993" y="42633"/>
                  </a:lnTo>
                  <a:lnTo>
                    <a:pt x="96494" y="69697"/>
                  </a:lnTo>
                  <a:lnTo>
                    <a:pt x="96494" y="166738"/>
                  </a:lnTo>
                  <a:lnTo>
                    <a:pt x="81470" y="170103"/>
                  </a:lnTo>
                  <a:lnTo>
                    <a:pt x="39154" y="186334"/>
                  </a:lnTo>
                  <a:lnTo>
                    <a:pt x="0" y="208203"/>
                  </a:lnTo>
                  <a:lnTo>
                    <a:pt x="927" y="215176"/>
                  </a:lnTo>
                  <a:lnTo>
                    <a:pt x="21285" y="271360"/>
                  </a:lnTo>
                  <a:lnTo>
                    <a:pt x="48615" y="307530"/>
                  </a:lnTo>
                  <a:lnTo>
                    <a:pt x="84277" y="335495"/>
                  </a:lnTo>
                  <a:lnTo>
                    <a:pt x="126530" y="353555"/>
                  </a:lnTo>
                  <a:lnTo>
                    <a:pt x="173634" y="359956"/>
                  </a:lnTo>
                  <a:lnTo>
                    <a:pt x="210743" y="356019"/>
                  </a:lnTo>
                  <a:lnTo>
                    <a:pt x="275945" y="327025"/>
                  </a:lnTo>
                  <a:lnTo>
                    <a:pt x="318808" y="282956"/>
                  </a:lnTo>
                  <a:lnTo>
                    <a:pt x="341566" y="234899"/>
                  </a:lnTo>
                  <a:lnTo>
                    <a:pt x="347256" y="208203"/>
                  </a:lnTo>
                  <a:close/>
                </a:path>
              </a:pathLst>
            </a:custGeom>
            <a:solidFill>
              <a:srgbClr val="FAD5B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76653" y="6837881"/>
              <a:ext cx="154311" cy="17008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24753" y="6711509"/>
              <a:ext cx="89908" cy="137591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2291" y="6711509"/>
              <a:ext cx="89923" cy="137591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3540519" y="6473168"/>
              <a:ext cx="436880" cy="510540"/>
            </a:xfrm>
            <a:custGeom>
              <a:avLst/>
              <a:gdLst/>
              <a:ahLst/>
              <a:cxnLst/>
              <a:rect l="l" t="t" r="r" b="b"/>
              <a:pathLst>
                <a:path w="436879" h="510540">
                  <a:moveTo>
                    <a:pt x="218455" y="510253"/>
                  </a:moveTo>
                  <a:lnTo>
                    <a:pt x="174439" y="504051"/>
                  </a:lnTo>
                  <a:lnTo>
                    <a:pt x="133437" y="486572"/>
                  </a:lnTo>
                  <a:lnTo>
                    <a:pt x="96330" y="459508"/>
                  </a:lnTo>
                  <a:lnTo>
                    <a:pt x="63997" y="424550"/>
                  </a:lnTo>
                  <a:lnTo>
                    <a:pt x="37317" y="383390"/>
                  </a:lnTo>
                  <a:lnTo>
                    <a:pt x="17172" y="337719"/>
                  </a:lnTo>
                  <a:lnTo>
                    <a:pt x="4439" y="289228"/>
                  </a:lnTo>
                  <a:lnTo>
                    <a:pt x="0" y="239609"/>
                  </a:lnTo>
                  <a:lnTo>
                    <a:pt x="4439" y="191323"/>
                  </a:lnTo>
                  <a:lnTo>
                    <a:pt x="17172" y="146348"/>
                  </a:lnTo>
                  <a:lnTo>
                    <a:pt x="37317" y="105647"/>
                  </a:lnTo>
                  <a:lnTo>
                    <a:pt x="63997" y="70185"/>
                  </a:lnTo>
                  <a:lnTo>
                    <a:pt x="96330" y="40925"/>
                  </a:lnTo>
                  <a:lnTo>
                    <a:pt x="133437" y="18831"/>
                  </a:lnTo>
                  <a:lnTo>
                    <a:pt x="174439" y="4868"/>
                  </a:lnTo>
                  <a:lnTo>
                    <a:pt x="218455" y="0"/>
                  </a:lnTo>
                  <a:lnTo>
                    <a:pt x="262480" y="4868"/>
                  </a:lnTo>
                  <a:lnTo>
                    <a:pt x="303483" y="18831"/>
                  </a:lnTo>
                  <a:lnTo>
                    <a:pt x="340585" y="40925"/>
                  </a:lnTo>
                  <a:lnTo>
                    <a:pt x="372910" y="70185"/>
                  </a:lnTo>
                  <a:lnTo>
                    <a:pt x="399579" y="105647"/>
                  </a:lnTo>
                  <a:lnTo>
                    <a:pt x="419715" y="146348"/>
                  </a:lnTo>
                  <a:lnTo>
                    <a:pt x="432440" y="191323"/>
                  </a:lnTo>
                  <a:lnTo>
                    <a:pt x="436877" y="239609"/>
                  </a:lnTo>
                  <a:lnTo>
                    <a:pt x="432141" y="288911"/>
                  </a:lnTo>
                  <a:lnTo>
                    <a:pt x="418689" y="337253"/>
                  </a:lnTo>
                  <a:lnTo>
                    <a:pt x="397656" y="382905"/>
                  </a:lnTo>
                  <a:lnTo>
                    <a:pt x="370175" y="424136"/>
                  </a:lnTo>
                  <a:lnTo>
                    <a:pt x="337381" y="459217"/>
                  </a:lnTo>
                  <a:lnTo>
                    <a:pt x="300406" y="486416"/>
                  </a:lnTo>
                  <a:lnTo>
                    <a:pt x="260387" y="504005"/>
                  </a:lnTo>
                  <a:lnTo>
                    <a:pt x="218455" y="510253"/>
                  </a:lnTo>
                  <a:close/>
                </a:path>
              </a:pathLst>
            </a:custGeom>
            <a:solidFill>
              <a:srgbClr val="FAD5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530689" y="6424840"/>
              <a:ext cx="462915" cy="310515"/>
            </a:xfrm>
            <a:custGeom>
              <a:avLst/>
              <a:gdLst/>
              <a:ahLst/>
              <a:cxnLst/>
              <a:rect l="l" t="t" r="r" b="b"/>
              <a:pathLst>
                <a:path w="462914" h="310515">
                  <a:moveTo>
                    <a:pt x="462521" y="241642"/>
                  </a:moveTo>
                  <a:lnTo>
                    <a:pt x="461454" y="186550"/>
                  </a:lnTo>
                  <a:lnTo>
                    <a:pt x="452551" y="146824"/>
                  </a:lnTo>
                  <a:lnTo>
                    <a:pt x="434898" y="110578"/>
                  </a:lnTo>
                  <a:lnTo>
                    <a:pt x="408863" y="79489"/>
                  </a:lnTo>
                  <a:lnTo>
                    <a:pt x="374827" y="55181"/>
                  </a:lnTo>
                  <a:lnTo>
                    <a:pt x="333133" y="39306"/>
                  </a:lnTo>
                  <a:lnTo>
                    <a:pt x="284162" y="33515"/>
                  </a:lnTo>
                  <a:lnTo>
                    <a:pt x="255219" y="36588"/>
                  </a:lnTo>
                  <a:lnTo>
                    <a:pt x="255130" y="33388"/>
                  </a:lnTo>
                  <a:lnTo>
                    <a:pt x="250952" y="18986"/>
                  </a:lnTo>
                  <a:lnTo>
                    <a:pt x="239852" y="3771"/>
                  </a:lnTo>
                  <a:lnTo>
                    <a:pt x="228358" y="38"/>
                  </a:lnTo>
                  <a:lnTo>
                    <a:pt x="206946" y="0"/>
                  </a:lnTo>
                  <a:lnTo>
                    <a:pt x="178295" y="4406"/>
                  </a:lnTo>
                  <a:lnTo>
                    <a:pt x="109994" y="29476"/>
                  </a:lnTo>
                  <a:lnTo>
                    <a:pt x="75704" y="51625"/>
                  </a:lnTo>
                  <a:lnTo>
                    <a:pt x="44881" y="81165"/>
                  </a:lnTo>
                  <a:lnTo>
                    <a:pt x="20205" y="118821"/>
                  </a:lnTo>
                  <a:lnTo>
                    <a:pt x="4356" y="165354"/>
                  </a:lnTo>
                  <a:lnTo>
                    <a:pt x="0" y="221475"/>
                  </a:lnTo>
                  <a:lnTo>
                    <a:pt x="9829" y="287947"/>
                  </a:lnTo>
                  <a:lnTo>
                    <a:pt x="22479" y="263093"/>
                  </a:lnTo>
                  <a:lnTo>
                    <a:pt x="63017" y="207403"/>
                  </a:lnTo>
                  <a:lnTo>
                    <a:pt x="135331" y="149123"/>
                  </a:lnTo>
                  <a:lnTo>
                    <a:pt x="229984" y="120535"/>
                  </a:lnTo>
                  <a:lnTo>
                    <a:pt x="231254" y="132156"/>
                  </a:lnTo>
                  <a:lnTo>
                    <a:pt x="247942" y="191325"/>
                  </a:lnTo>
                  <a:lnTo>
                    <a:pt x="256781" y="211747"/>
                  </a:lnTo>
                  <a:lnTo>
                    <a:pt x="287807" y="255701"/>
                  </a:lnTo>
                  <a:lnTo>
                    <a:pt x="347814" y="297205"/>
                  </a:lnTo>
                  <a:lnTo>
                    <a:pt x="443585" y="310273"/>
                  </a:lnTo>
                  <a:lnTo>
                    <a:pt x="447662" y="302869"/>
                  </a:lnTo>
                  <a:lnTo>
                    <a:pt x="455942" y="280200"/>
                  </a:lnTo>
                  <a:lnTo>
                    <a:pt x="462521" y="241642"/>
                  </a:lnTo>
                  <a:close/>
                </a:path>
              </a:pathLst>
            </a:custGeom>
            <a:solidFill>
              <a:srgbClr val="23255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 descr=""/>
          <p:cNvGrpSpPr/>
          <p:nvPr/>
        </p:nvGrpSpPr>
        <p:grpSpPr>
          <a:xfrm>
            <a:off x="5108079" y="6210706"/>
            <a:ext cx="1085850" cy="1190625"/>
            <a:chOff x="5108079" y="6210706"/>
            <a:chExt cx="1085850" cy="1190625"/>
          </a:xfrm>
        </p:grpSpPr>
        <p:sp>
          <p:nvSpPr>
            <p:cNvPr id="30" name="object 30" descr=""/>
            <p:cNvSpPr/>
            <p:nvPr/>
          </p:nvSpPr>
          <p:spPr>
            <a:xfrm>
              <a:off x="5108079" y="6210706"/>
              <a:ext cx="1085850" cy="1084580"/>
            </a:xfrm>
            <a:custGeom>
              <a:avLst/>
              <a:gdLst/>
              <a:ahLst/>
              <a:cxnLst/>
              <a:rect l="l" t="t" r="r" b="b"/>
              <a:pathLst>
                <a:path w="1085850" h="1084579">
                  <a:moveTo>
                    <a:pt x="542769" y="1084300"/>
                  </a:moveTo>
                  <a:lnTo>
                    <a:pt x="495935" y="1082310"/>
                  </a:lnTo>
                  <a:lnTo>
                    <a:pt x="450208" y="1076449"/>
                  </a:lnTo>
                  <a:lnTo>
                    <a:pt x="405750" y="1066879"/>
                  </a:lnTo>
                  <a:lnTo>
                    <a:pt x="362725" y="1053763"/>
                  </a:lnTo>
                  <a:lnTo>
                    <a:pt x="321294" y="1037264"/>
                  </a:lnTo>
                  <a:lnTo>
                    <a:pt x="281623" y="1017544"/>
                  </a:lnTo>
                  <a:lnTo>
                    <a:pt x="243872" y="994767"/>
                  </a:lnTo>
                  <a:lnTo>
                    <a:pt x="208205" y="969094"/>
                  </a:lnTo>
                  <a:lnTo>
                    <a:pt x="174785" y="940689"/>
                  </a:lnTo>
                  <a:lnTo>
                    <a:pt x="143775" y="909714"/>
                  </a:lnTo>
                  <a:lnTo>
                    <a:pt x="115337" y="876333"/>
                  </a:lnTo>
                  <a:lnTo>
                    <a:pt x="89635" y="840706"/>
                  </a:lnTo>
                  <a:lnTo>
                    <a:pt x="66832" y="802999"/>
                  </a:lnTo>
                  <a:lnTo>
                    <a:pt x="47089" y="763372"/>
                  </a:lnTo>
                  <a:lnTo>
                    <a:pt x="30571" y="721989"/>
                  </a:lnTo>
                  <a:lnTo>
                    <a:pt x="17441" y="679013"/>
                  </a:lnTo>
                  <a:lnTo>
                    <a:pt x="7860" y="634606"/>
                  </a:lnTo>
                  <a:lnTo>
                    <a:pt x="1992" y="588930"/>
                  </a:lnTo>
                  <a:lnTo>
                    <a:pt x="0" y="542150"/>
                  </a:lnTo>
                  <a:lnTo>
                    <a:pt x="1990" y="495369"/>
                  </a:lnTo>
                  <a:lnTo>
                    <a:pt x="7857" y="449694"/>
                  </a:lnTo>
                  <a:lnTo>
                    <a:pt x="17437" y="405287"/>
                  </a:lnTo>
                  <a:lnTo>
                    <a:pt x="30567" y="362311"/>
                  </a:lnTo>
                  <a:lnTo>
                    <a:pt x="47085" y="320928"/>
                  </a:lnTo>
                  <a:lnTo>
                    <a:pt x="66827" y="281301"/>
                  </a:lnTo>
                  <a:lnTo>
                    <a:pt x="89631" y="243593"/>
                  </a:lnTo>
                  <a:lnTo>
                    <a:pt x="115333" y="207967"/>
                  </a:lnTo>
                  <a:lnTo>
                    <a:pt x="143771" y="174585"/>
                  </a:lnTo>
                  <a:lnTo>
                    <a:pt x="174781" y="143611"/>
                  </a:lnTo>
                  <a:lnTo>
                    <a:pt x="208202" y="115205"/>
                  </a:lnTo>
                  <a:lnTo>
                    <a:pt x="243869" y="89533"/>
                  </a:lnTo>
                  <a:lnTo>
                    <a:pt x="281620" y="66755"/>
                  </a:lnTo>
                  <a:lnTo>
                    <a:pt x="321293" y="47036"/>
                  </a:lnTo>
                  <a:lnTo>
                    <a:pt x="362723" y="30537"/>
                  </a:lnTo>
                  <a:lnTo>
                    <a:pt x="405749" y="17421"/>
                  </a:lnTo>
                  <a:lnTo>
                    <a:pt x="450208" y="7851"/>
                  </a:lnTo>
                  <a:lnTo>
                    <a:pt x="495935" y="1989"/>
                  </a:lnTo>
                  <a:lnTo>
                    <a:pt x="542769" y="0"/>
                  </a:lnTo>
                  <a:lnTo>
                    <a:pt x="589604" y="1988"/>
                  </a:lnTo>
                  <a:lnTo>
                    <a:pt x="635331" y="7848"/>
                  </a:lnTo>
                  <a:lnTo>
                    <a:pt x="679789" y="17417"/>
                  </a:lnTo>
                  <a:lnTo>
                    <a:pt x="722814" y="30532"/>
                  </a:lnTo>
                  <a:lnTo>
                    <a:pt x="764244" y="47031"/>
                  </a:lnTo>
                  <a:lnTo>
                    <a:pt x="803916" y="66751"/>
                  </a:lnTo>
                  <a:lnTo>
                    <a:pt x="841667" y="89528"/>
                  </a:lnTo>
                  <a:lnTo>
                    <a:pt x="877334" y="115201"/>
                  </a:lnTo>
                  <a:lnTo>
                    <a:pt x="910754" y="143606"/>
                  </a:lnTo>
                  <a:lnTo>
                    <a:pt x="941764" y="174582"/>
                  </a:lnTo>
                  <a:lnTo>
                    <a:pt x="970202" y="207964"/>
                  </a:lnTo>
                  <a:lnTo>
                    <a:pt x="995904" y="243591"/>
                  </a:lnTo>
                  <a:lnTo>
                    <a:pt x="1018707" y="281299"/>
                  </a:lnTo>
                  <a:lnTo>
                    <a:pt x="1038449" y="320926"/>
                  </a:lnTo>
                  <a:lnTo>
                    <a:pt x="1054967" y="362309"/>
                  </a:lnTo>
                  <a:lnTo>
                    <a:pt x="1068098" y="405286"/>
                  </a:lnTo>
                  <a:lnTo>
                    <a:pt x="1077679" y="449694"/>
                  </a:lnTo>
                  <a:lnTo>
                    <a:pt x="1083547" y="495369"/>
                  </a:lnTo>
                  <a:lnTo>
                    <a:pt x="1085539" y="542150"/>
                  </a:lnTo>
                  <a:lnTo>
                    <a:pt x="1083547" y="588930"/>
                  </a:lnTo>
                  <a:lnTo>
                    <a:pt x="1077679" y="634606"/>
                  </a:lnTo>
                  <a:lnTo>
                    <a:pt x="1068098" y="679013"/>
                  </a:lnTo>
                  <a:lnTo>
                    <a:pt x="1054967" y="721989"/>
                  </a:lnTo>
                  <a:lnTo>
                    <a:pt x="1038449" y="763372"/>
                  </a:lnTo>
                  <a:lnTo>
                    <a:pt x="1018707" y="802999"/>
                  </a:lnTo>
                  <a:lnTo>
                    <a:pt x="995904" y="840706"/>
                  </a:lnTo>
                  <a:lnTo>
                    <a:pt x="970202" y="876333"/>
                  </a:lnTo>
                  <a:lnTo>
                    <a:pt x="941764" y="909714"/>
                  </a:lnTo>
                  <a:lnTo>
                    <a:pt x="910754" y="940689"/>
                  </a:lnTo>
                  <a:lnTo>
                    <a:pt x="877334" y="969094"/>
                  </a:lnTo>
                  <a:lnTo>
                    <a:pt x="841667" y="994767"/>
                  </a:lnTo>
                  <a:lnTo>
                    <a:pt x="803916" y="1017544"/>
                  </a:lnTo>
                  <a:lnTo>
                    <a:pt x="764244" y="1037264"/>
                  </a:lnTo>
                  <a:lnTo>
                    <a:pt x="722814" y="1053763"/>
                  </a:lnTo>
                  <a:lnTo>
                    <a:pt x="679789" y="1066879"/>
                  </a:lnTo>
                  <a:lnTo>
                    <a:pt x="635331" y="1076449"/>
                  </a:lnTo>
                  <a:lnTo>
                    <a:pt x="589604" y="1082310"/>
                  </a:lnTo>
                  <a:lnTo>
                    <a:pt x="542769" y="1084300"/>
                  </a:lnTo>
                  <a:close/>
                </a:path>
              </a:pathLst>
            </a:custGeom>
            <a:solidFill>
              <a:srgbClr val="F1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334207" y="6994398"/>
              <a:ext cx="633730" cy="407034"/>
            </a:xfrm>
            <a:custGeom>
              <a:avLst/>
              <a:gdLst/>
              <a:ahLst/>
              <a:cxnLst/>
              <a:rect l="l" t="t" r="r" b="b"/>
              <a:pathLst>
                <a:path w="633729" h="407034">
                  <a:moveTo>
                    <a:pt x="316641" y="406897"/>
                  </a:moveTo>
                  <a:lnTo>
                    <a:pt x="259544" y="403861"/>
                  </a:lnTo>
                  <a:lnTo>
                    <a:pt x="204217" y="394962"/>
                  </a:lnTo>
                  <a:lnTo>
                    <a:pt x="150962" y="380508"/>
                  </a:lnTo>
                  <a:lnTo>
                    <a:pt x="100086" y="360812"/>
                  </a:lnTo>
                  <a:lnTo>
                    <a:pt x="63564" y="342772"/>
                  </a:lnTo>
                  <a:lnTo>
                    <a:pt x="20484" y="316631"/>
                  </a:lnTo>
                  <a:lnTo>
                    <a:pt x="0" y="302092"/>
                  </a:lnTo>
                  <a:lnTo>
                    <a:pt x="6491" y="250906"/>
                  </a:lnTo>
                  <a:lnTo>
                    <a:pt x="20818" y="202603"/>
                  </a:lnTo>
                  <a:lnTo>
                    <a:pt x="42306" y="157855"/>
                  </a:lnTo>
                  <a:lnTo>
                    <a:pt x="70282" y="117336"/>
                  </a:lnTo>
                  <a:lnTo>
                    <a:pt x="104075" y="81719"/>
                  </a:lnTo>
                  <a:lnTo>
                    <a:pt x="143010" y="51677"/>
                  </a:lnTo>
                  <a:lnTo>
                    <a:pt x="182164" y="29811"/>
                  </a:lnTo>
                  <a:lnTo>
                    <a:pt x="224486" y="13579"/>
                  </a:lnTo>
                  <a:lnTo>
                    <a:pt x="269478" y="3477"/>
                  </a:lnTo>
                  <a:lnTo>
                    <a:pt x="316641" y="0"/>
                  </a:lnTo>
                  <a:lnTo>
                    <a:pt x="323956" y="83"/>
                  </a:lnTo>
                  <a:lnTo>
                    <a:pt x="384673" y="7307"/>
                  </a:lnTo>
                  <a:lnTo>
                    <a:pt x="422007" y="17899"/>
                  </a:lnTo>
                  <a:lnTo>
                    <a:pt x="457306" y="32788"/>
                  </a:lnTo>
                  <a:lnTo>
                    <a:pt x="517679" y="71796"/>
                  </a:lnTo>
                  <a:lnTo>
                    <a:pt x="565195" y="120072"/>
                  </a:lnTo>
                  <a:lnTo>
                    <a:pt x="604084" y="182948"/>
                  </a:lnTo>
                  <a:lnTo>
                    <a:pt x="618794" y="220627"/>
                  </a:lnTo>
                  <a:lnTo>
                    <a:pt x="628643" y="260461"/>
                  </a:lnTo>
                  <a:lnTo>
                    <a:pt x="633283" y="302092"/>
                  </a:lnTo>
                  <a:lnTo>
                    <a:pt x="612799" y="316636"/>
                  </a:lnTo>
                  <a:lnTo>
                    <a:pt x="569718" y="342787"/>
                  </a:lnTo>
                  <a:lnTo>
                    <a:pt x="533231" y="360812"/>
                  </a:lnTo>
                  <a:lnTo>
                    <a:pt x="482335" y="380508"/>
                  </a:lnTo>
                  <a:lnTo>
                    <a:pt x="429070" y="394962"/>
                  </a:lnTo>
                  <a:lnTo>
                    <a:pt x="373739" y="403861"/>
                  </a:lnTo>
                  <a:lnTo>
                    <a:pt x="316641" y="4068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477218" y="6837882"/>
              <a:ext cx="347345" cy="360045"/>
            </a:xfrm>
            <a:custGeom>
              <a:avLst/>
              <a:gdLst/>
              <a:ahLst/>
              <a:cxnLst/>
              <a:rect l="l" t="t" r="r" b="b"/>
              <a:pathLst>
                <a:path w="347345" h="360045">
                  <a:moveTo>
                    <a:pt x="347256" y="208203"/>
                  </a:moveTo>
                  <a:lnTo>
                    <a:pt x="312000" y="188175"/>
                  </a:lnTo>
                  <a:lnTo>
                    <a:pt x="268490" y="170916"/>
                  </a:lnTo>
                  <a:lnTo>
                    <a:pt x="250799" y="165976"/>
                  </a:lnTo>
                  <a:lnTo>
                    <a:pt x="250799" y="69697"/>
                  </a:lnTo>
                  <a:lnTo>
                    <a:pt x="245287" y="42633"/>
                  </a:lnTo>
                  <a:lnTo>
                    <a:pt x="230289" y="20472"/>
                  </a:lnTo>
                  <a:lnTo>
                    <a:pt x="208089" y="5499"/>
                  </a:lnTo>
                  <a:lnTo>
                    <a:pt x="180987" y="0"/>
                  </a:lnTo>
                  <a:lnTo>
                    <a:pt x="166268" y="0"/>
                  </a:lnTo>
                  <a:lnTo>
                    <a:pt x="139166" y="5499"/>
                  </a:lnTo>
                  <a:lnTo>
                    <a:pt x="116979" y="20472"/>
                  </a:lnTo>
                  <a:lnTo>
                    <a:pt x="101993" y="42633"/>
                  </a:lnTo>
                  <a:lnTo>
                    <a:pt x="96481" y="69697"/>
                  </a:lnTo>
                  <a:lnTo>
                    <a:pt x="96481" y="166738"/>
                  </a:lnTo>
                  <a:lnTo>
                    <a:pt x="81470" y="170103"/>
                  </a:lnTo>
                  <a:lnTo>
                    <a:pt x="39154" y="186334"/>
                  </a:lnTo>
                  <a:lnTo>
                    <a:pt x="0" y="208203"/>
                  </a:lnTo>
                  <a:lnTo>
                    <a:pt x="927" y="215176"/>
                  </a:lnTo>
                  <a:lnTo>
                    <a:pt x="21285" y="271360"/>
                  </a:lnTo>
                  <a:lnTo>
                    <a:pt x="48615" y="307530"/>
                  </a:lnTo>
                  <a:lnTo>
                    <a:pt x="84277" y="335495"/>
                  </a:lnTo>
                  <a:lnTo>
                    <a:pt x="126517" y="353555"/>
                  </a:lnTo>
                  <a:lnTo>
                    <a:pt x="173621" y="359956"/>
                  </a:lnTo>
                  <a:lnTo>
                    <a:pt x="210731" y="356019"/>
                  </a:lnTo>
                  <a:lnTo>
                    <a:pt x="275932" y="327025"/>
                  </a:lnTo>
                  <a:lnTo>
                    <a:pt x="318795" y="282956"/>
                  </a:lnTo>
                  <a:lnTo>
                    <a:pt x="341566" y="234899"/>
                  </a:lnTo>
                  <a:lnTo>
                    <a:pt x="347256" y="208203"/>
                  </a:lnTo>
                  <a:close/>
                </a:path>
              </a:pathLst>
            </a:custGeom>
            <a:solidFill>
              <a:srgbClr val="FAD5B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73710" y="6837881"/>
              <a:ext cx="154311" cy="170084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21810" y="6711509"/>
              <a:ext cx="89908" cy="137591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99349" y="6711509"/>
              <a:ext cx="89923" cy="137591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5437577" y="6473168"/>
              <a:ext cx="436880" cy="510540"/>
            </a:xfrm>
            <a:custGeom>
              <a:avLst/>
              <a:gdLst/>
              <a:ahLst/>
              <a:cxnLst/>
              <a:rect l="l" t="t" r="r" b="b"/>
              <a:pathLst>
                <a:path w="436879" h="510540">
                  <a:moveTo>
                    <a:pt x="218455" y="510253"/>
                  </a:moveTo>
                  <a:lnTo>
                    <a:pt x="174439" y="504051"/>
                  </a:lnTo>
                  <a:lnTo>
                    <a:pt x="133437" y="486572"/>
                  </a:lnTo>
                  <a:lnTo>
                    <a:pt x="96330" y="459508"/>
                  </a:lnTo>
                  <a:lnTo>
                    <a:pt x="63997" y="424550"/>
                  </a:lnTo>
                  <a:lnTo>
                    <a:pt x="37317" y="383390"/>
                  </a:lnTo>
                  <a:lnTo>
                    <a:pt x="17172" y="337719"/>
                  </a:lnTo>
                  <a:lnTo>
                    <a:pt x="4439" y="289228"/>
                  </a:lnTo>
                  <a:lnTo>
                    <a:pt x="0" y="239609"/>
                  </a:lnTo>
                  <a:lnTo>
                    <a:pt x="4439" y="191323"/>
                  </a:lnTo>
                  <a:lnTo>
                    <a:pt x="17172" y="146348"/>
                  </a:lnTo>
                  <a:lnTo>
                    <a:pt x="37317" y="105647"/>
                  </a:lnTo>
                  <a:lnTo>
                    <a:pt x="63997" y="70185"/>
                  </a:lnTo>
                  <a:lnTo>
                    <a:pt x="96330" y="40925"/>
                  </a:lnTo>
                  <a:lnTo>
                    <a:pt x="133437" y="18831"/>
                  </a:lnTo>
                  <a:lnTo>
                    <a:pt x="174439" y="4868"/>
                  </a:lnTo>
                  <a:lnTo>
                    <a:pt x="218455" y="0"/>
                  </a:lnTo>
                  <a:lnTo>
                    <a:pt x="262480" y="4868"/>
                  </a:lnTo>
                  <a:lnTo>
                    <a:pt x="303483" y="18831"/>
                  </a:lnTo>
                  <a:lnTo>
                    <a:pt x="340585" y="40925"/>
                  </a:lnTo>
                  <a:lnTo>
                    <a:pt x="372910" y="70185"/>
                  </a:lnTo>
                  <a:lnTo>
                    <a:pt x="399579" y="105647"/>
                  </a:lnTo>
                  <a:lnTo>
                    <a:pt x="419715" y="146348"/>
                  </a:lnTo>
                  <a:lnTo>
                    <a:pt x="432440" y="191323"/>
                  </a:lnTo>
                  <a:lnTo>
                    <a:pt x="436877" y="239609"/>
                  </a:lnTo>
                  <a:lnTo>
                    <a:pt x="432141" y="288911"/>
                  </a:lnTo>
                  <a:lnTo>
                    <a:pt x="418689" y="337253"/>
                  </a:lnTo>
                  <a:lnTo>
                    <a:pt x="397656" y="382905"/>
                  </a:lnTo>
                  <a:lnTo>
                    <a:pt x="370175" y="424136"/>
                  </a:lnTo>
                  <a:lnTo>
                    <a:pt x="337381" y="459217"/>
                  </a:lnTo>
                  <a:lnTo>
                    <a:pt x="300406" y="486416"/>
                  </a:lnTo>
                  <a:lnTo>
                    <a:pt x="260387" y="504005"/>
                  </a:lnTo>
                  <a:lnTo>
                    <a:pt x="218455" y="510253"/>
                  </a:lnTo>
                  <a:close/>
                </a:path>
              </a:pathLst>
            </a:custGeom>
            <a:solidFill>
              <a:srgbClr val="FAD5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427751" y="6424840"/>
              <a:ext cx="462915" cy="310515"/>
            </a:xfrm>
            <a:custGeom>
              <a:avLst/>
              <a:gdLst/>
              <a:ahLst/>
              <a:cxnLst/>
              <a:rect l="l" t="t" r="r" b="b"/>
              <a:pathLst>
                <a:path w="462914" h="310515">
                  <a:moveTo>
                    <a:pt x="462508" y="241642"/>
                  </a:moveTo>
                  <a:lnTo>
                    <a:pt x="461454" y="186550"/>
                  </a:lnTo>
                  <a:lnTo>
                    <a:pt x="452551" y="146824"/>
                  </a:lnTo>
                  <a:lnTo>
                    <a:pt x="434898" y="110578"/>
                  </a:lnTo>
                  <a:lnTo>
                    <a:pt x="408863" y="79489"/>
                  </a:lnTo>
                  <a:lnTo>
                    <a:pt x="374815" y="55181"/>
                  </a:lnTo>
                  <a:lnTo>
                    <a:pt x="333133" y="39306"/>
                  </a:lnTo>
                  <a:lnTo>
                    <a:pt x="284162" y="33515"/>
                  </a:lnTo>
                  <a:lnTo>
                    <a:pt x="255206" y="36588"/>
                  </a:lnTo>
                  <a:lnTo>
                    <a:pt x="255130" y="33388"/>
                  </a:lnTo>
                  <a:lnTo>
                    <a:pt x="250939" y="18986"/>
                  </a:lnTo>
                  <a:lnTo>
                    <a:pt x="239852" y="3771"/>
                  </a:lnTo>
                  <a:lnTo>
                    <a:pt x="228346" y="38"/>
                  </a:lnTo>
                  <a:lnTo>
                    <a:pt x="206933" y="0"/>
                  </a:lnTo>
                  <a:lnTo>
                    <a:pt x="178282" y="4406"/>
                  </a:lnTo>
                  <a:lnTo>
                    <a:pt x="109994" y="29476"/>
                  </a:lnTo>
                  <a:lnTo>
                    <a:pt x="75704" y="51625"/>
                  </a:lnTo>
                  <a:lnTo>
                    <a:pt x="44881" y="81165"/>
                  </a:lnTo>
                  <a:lnTo>
                    <a:pt x="20205" y="118821"/>
                  </a:lnTo>
                  <a:lnTo>
                    <a:pt x="4343" y="165354"/>
                  </a:lnTo>
                  <a:lnTo>
                    <a:pt x="0" y="221475"/>
                  </a:lnTo>
                  <a:lnTo>
                    <a:pt x="9817" y="287947"/>
                  </a:lnTo>
                  <a:lnTo>
                    <a:pt x="22466" y="263093"/>
                  </a:lnTo>
                  <a:lnTo>
                    <a:pt x="63004" y="207403"/>
                  </a:lnTo>
                  <a:lnTo>
                    <a:pt x="135331" y="149123"/>
                  </a:lnTo>
                  <a:lnTo>
                    <a:pt x="229984" y="120535"/>
                  </a:lnTo>
                  <a:lnTo>
                    <a:pt x="231254" y="132156"/>
                  </a:lnTo>
                  <a:lnTo>
                    <a:pt x="247942" y="191325"/>
                  </a:lnTo>
                  <a:lnTo>
                    <a:pt x="256781" y="211747"/>
                  </a:lnTo>
                  <a:lnTo>
                    <a:pt x="287807" y="255701"/>
                  </a:lnTo>
                  <a:lnTo>
                    <a:pt x="347814" y="297205"/>
                  </a:lnTo>
                  <a:lnTo>
                    <a:pt x="443585" y="310273"/>
                  </a:lnTo>
                  <a:lnTo>
                    <a:pt x="447662" y="302869"/>
                  </a:lnTo>
                  <a:lnTo>
                    <a:pt x="455942" y="280200"/>
                  </a:lnTo>
                  <a:lnTo>
                    <a:pt x="462508" y="241642"/>
                  </a:lnTo>
                  <a:close/>
                </a:path>
              </a:pathLst>
            </a:custGeom>
            <a:solidFill>
              <a:srgbClr val="23255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 descr=""/>
          <p:cNvGrpSpPr/>
          <p:nvPr/>
        </p:nvGrpSpPr>
        <p:grpSpPr>
          <a:xfrm>
            <a:off x="7006400" y="6210706"/>
            <a:ext cx="1085850" cy="1190625"/>
            <a:chOff x="7006400" y="6210706"/>
            <a:chExt cx="1085850" cy="1190625"/>
          </a:xfrm>
        </p:grpSpPr>
        <p:sp>
          <p:nvSpPr>
            <p:cNvPr id="39" name="object 39" descr=""/>
            <p:cNvSpPr/>
            <p:nvPr/>
          </p:nvSpPr>
          <p:spPr>
            <a:xfrm>
              <a:off x="7006400" y="6210706"/>
              <a:ext cx="1085850" cy="1084580"/>
            </a:xfrm>
            <a:custGeom>
              <a:avLst/>
              <a:gdLst/>
              <a:ahLst/>
              <a:cxnLst/>
              <a:rect l="l" t="t" r="r" b="b"/>
              <a:pathLst>
                <a:path w="1085850" h="1084579">
                  <a:moveTo>
                    <a:pt x="542769" y="1084300"/>
                  </a:moveTo>
                  <a:lnTo>
                    <a:pt x="495935" y="1082310"/>
                  </a:lnTo>
                  <a:lnTo>
                    <a:pt x="450208" y="1076449"/>
                  </a:lnTo>
                  <a:lnTo>
                    <a:pt x="405750" y="1066879"/>
                  </a:lnTo>
                  <a:lnTo>
                    <a:pt x="362725" y="1053763"/>
                  </a:lnTo>
                  <a:lnTo>
                    <a:pt x="321294" y="1037264"/>
                  </a:lnTo>
                  <a:lnTo>
                    <a:pt x="281623" y="1017544"/>
                  </a:lnTo>
                  <a:lnTo>
                    <a:pt x="243872" y="994767"/>
                  </a:lnTo>
                  <a:lnTo>
                    <a:pt x="208205" y="969094"/>
                  </a:lnTo>
                  <a:lnTo>
                    <a:pt x="174785" y="940689"/>
                  </a:lnTo>
                  <a:lnTo>
                    <a:pt x="143775" y="909714"/>
                  </a:lnTo>
                  <a:lnTo>
                    <a:pt x="115337" y="876333"/>
                  </a:lnTo>
                  <a:lnTo>
                    <a:pt x="89635" y="840706"/>
                  </a:lnTo>
                  <a:lnTo>
                    <a:pt x="66832" y="802999"/>
                  </a:lnTo>
                  <a:lnTo>
                    <a:pt x="47089" y="763372"/>
                  </a:lnTo>
                  <a:lnTo>
                    <a:pt x="30571" y="721989"/>
                  </a:lnTo>
                  <a:lnTo>
                    <a:pt x="17441" y="679013"/>
                  </a:lnTo>
                  <a:lnTo>
                    <a:pt x="7860" y="634606"/>
                  </a:lnTo>
                  <a:lnTo>
                    <a:pt x="1992" y="588930"/>
                  </a:lnTo>
                  <a:lnTo>
                    <a:pt x="0" y="542150"/>
                  </a:lnTo>
                  <a:lnTo>
                    <a:pt x="1990" y="495369"/>
                  </a:lnTo>
                  <a:lnTo>
                    <a:pt x="7857" y="449694"/>
                  </a:lnTo>
                  <a:lnTo>
                    <a:pt x="17437" y="405287"/>
                  </a:lnTo>
                  <a:lnTo>
                    <a:pt x="30567" y="362311"/>
                  </a:lnTo>
                  <a:lnTo>
                    <a:pt x="47085" y="320928"/>
                  </a:lnTo>
                  <a:lnTo>
                    <a:pt x="66827" y="281301"/>
                  </a:lnTo>
                  <a:lnTo>
                    <a:pt x="89631" y="243593"/>
                  </a:lnTo>
                  <a:lnTo>
                    <a:pt x="115333" y="207967"/>
                  </a:lnTo>
                  <a:lnTo>
                    <a:pt x="143771" y="174585"/>
                  </a:lnTo>
                  <a:lnTo>
                    <a:pt x="174781" y="143611"/>
                  </a:lnTo>
                  <a:lnTo>
                    <a:pt x="208202" y="115205"/>
                  </a:lnTo>
                  <a:lnTo>
                    <a:pt x="243869" y="89533"/>
                  </a:lnTo>
                  <a:lnTo>
                    <a:pt x="281620" y="66755"/>
                  </a:lnTo>
                  <a:lnTo>
                    <a:pt x="321293" y="47036"/>
                  </a:lnTo>
                  <a:lnTo>
                    <a:pt x="362723" y="30537"/>
                  </a:lnTo>
                  <a:lnTo>
                    <a:pt x="405749" y="17421"/>
                  </a:lnTo>
                  <a:lnTo>
                    <a:pt x="450208" y="7851"/>
                  </a:lnTo>
                  <a:lnTo>
                    <a:pt x="495935" y="1989"/>
                  </a:lnTo>
                  <a:lnTo>
                    <a:pt x="542769" y="0"/>
                  </a:lnTo>
                  <a:lnTo>
                    <a:pt x="589604" y="1988"/>
                  </a:lnTo>
                  <a:lnTo>
                    <a:pt x="635331" y="7848"/>
                  </a:lnTo>
                  <a:lnTo>
                    <a:pt x="679789" y="17417"/>
                  </a:lnTo>
                  <a:lnTo>
                    <a:pt x="722814" y="30532"/>
                  </a:lnTo>
                  <a:lnTo>
                    <a:pt x="764244" y="47031"/>
                  </a:lnTo>
                  <a:lnTo>
                    <a:pt x="803916" y="66751"/>
                  </a:lnTo>
                  <a:lnTo>
                    <a:pt x="841667" y="89528"/>
                  </a:lnTo>
                  <a:lnTo>
                    <a:pt x="877334" y="115201"/>
                  </a:lnTo>
                  <a:lnTo>
                    <a:pt x="910754" y="143606"/>
                  </a:lnTo>
                  <a:lnTo>
                    <a:pt x="941764" y="174582"/>
                  </a:lnTo>
                  <a:lnTo>
                    <a:pt x="970202" y="207964"/>
                  </a:lnTo>
                  <a:lnTo>
                    <a:pt x="995904" y="243591"/>
                  </a:lnTo>
                  <a:lnTo>
                    <a:pt x="1018707" y="281299"/>
                  </a:lnTo>
                  <a:lnTo>
                    <a:pt x="1038449" y="320926"/>
                  </a:lnTo>
                  <a:lnTo>
                    <a:pt x="1054967" y="362309"/>
                  </a:lnTo>
                  <a:lnTo>
                    <a:pt x="1068098" y="405286"/>
                  </a:lnTo>
                  <a:lnTo>
                    <a:pt x="1077679" y="449694"/>
                  </a:lnTo>
                  <a:lnTo>
                    <a:pt x="1083547" y="495369"/>
                  </a:lnTo>
                  <a:lnTo>
                    <a:pt x="1085539" y="542150"/>
                  </a:lnTo>
                  <a:lnTo>
                    <a:pt x="1083547" y="588930"/>
                  </a:lnTo>
                  <a:lnTo>
                    <a:pt x="1077679" y="634606"/>
                  </a:lnTo>
                  <a:lnTo>
                    <a:pt x="1068098" y="679013"/>
                  </a:lnTo>
                  <a:lnTo>
                    <a:pt x="1054967" y="721989"/>
                  </a:lnTo>
                  <a:lnTo>
                    <a:pt x="1038449" y="763372"/>
                  </a:lnTo>
                  <a:lnTo>
                    <a:pt x="1018707" y="802999"/>
                  </a:lnTo>
                  <a:lnTo>
                    <a:pt x="995904" y="840706"/>
                  </a:lnTo>
                  <a:lnTo>
                    <a:pt x="970202" y="876333"/>
                  </a:lnTo>
                  <a:lnTo>
                    <a:pt x="941764" y="909714"/>
                  </a:lnTo>
                  <a:lnTo>
                    <a:pt x="910754" y="940689"/>
                  </a:lnTo>
                  <a:lnTo>
                    <a:pt x="877334" y="969094"/>
                  </a:lnTo>
                  <a:lnTo>
                    <a:pt x="841667" y="994767"/>
                  </a:lnTo>
                  <a:lnTo>
                    <a:pt x="803916" y="1017544"/>
                  </a:lnTo>
                  <a:lnTo>
                    <a:pt x="764244" y="1037264"/>
                  </a:lnTo>
                  <a:lnTo>
                    <a:pt x="722814" y="1053763"/>
                  </a:lnTo>
                  <a:lnTo>
                    <a:pt x="679789" y="1066879"/>
                  </a:lnTo>
                  <a:lnTo>
                    <a:pt x="635331" y="1076449"/>
                  </a:lnTo>
                  <a:lnTo>
                    <a:pt x="589604" y="1082310"/>
                  </a:lnTo>
                  <a:lnTo>
                    <a:pt x="542769" y="1084300"/>
                  </a:lnTo>
                  <a:close/>
                </a:path>
              </a:pathLst>
            </a:custGeom>
            <a:solidFill>
              <a:srgbClr val="F1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232528" y="6994398"/>
              <a:ext cx="633730" cy="407034"/>
            </a:xfrm>
            <a:custGeom>
              <a:avLst/>
              <a:gdLst/>
              <a:ahLst/>
              <a:cxnLst/>
              <a:rect l="l" t="t" r="r" b="b"/>
              <a:pathLst>
                <a:path w="633729" h="407034">
                  <a:moveTo>
                    <a:pt x="316641" y="406897"/>
                  </a:moveTo>
                  <a:lnTo>
                    <a:pt x="259544" y="403861"/>
                  </a:lnTo>
                  <a:lnTo>
                    <a:pt x="204217" y="394962"/>
                  </a:lnTo>
                  <a:lnTo>
                    <a:pt x="150962" y="380508"/>
                  </a:lnTo>
                  <a:lnTo>
                    <a:pt x="100086" y="360812"/>
                  </a:lnTo>
                  <a:lnTo>
                    <a:pt x="63564" y="342772"/>
                  </a:lnTo>
                  <a:lnTo>
                    <a:pt x="20484" y="316631"/>
                  </a:lnTo>
                  <a:lnTo>
                    <a:pt x="0" y="302092"/>
                  </a:lnTo>
                  <a:lnTo>
                    <a:pt x="6491" y="250906"/>
                  </a:lnTo>
                  <a:lnTo>
                    <a:pt x="20818" y="202603"/>
                  </a:lnTo>
                  <a:lnTo>
                    <a:pt x="42306" y="157855"/>
                  </a:lnTo>
                  <a:lnTo>
                    <a:pt x="70282" y="117336"/>
                  </a:lnTo>
                  <a:lnTo>
                    <a:pt x="104075" y="81719"/>
                  </a:lnTo>
                  <a:lnTo>
                    <a:pt x="143010" y="51677"/>
                  </a:lnTo>
                  <a:lnTo>
                    <a:pt x="182164" y="29811"/>
                  </a:lnTo>
                  <a:lnTo>
                    <a:pt x="224486" y="13579"/>
                  </a:lnTo>
                  <a:lnTo>
                    <a:pt x="269478" y="3477"/>
                  </a:lnTo>
                  <a:lnTo>
                    <a:pt x="316641" y="0"/>
                  </a:lnTo>
                  <a:lnTo>
                    <a:pt x="323956" y="83"/>
                  </a:lnTo>
                  <a:lnTo>
                    <a:pt x="384673" y="7307"/>
                  </a:lnTo>
                  <a:lnTo>
                    <a:pt x="422007" y="17899"/>
                  </a:lnTo>
                  <a:lnTo>
                    <a:pt x="457306" y="32788"/>
                  </a:lnTo>
                  <a:lnTo>
                    <a:pt x="517679" y="71796"/>
                  </a:lnTo>
                  <a:lnTo>
                    <a:pt x="565195" y="120072"/>
                  </a:lnTo>
                  <a:lnTo>
                    <a:pt x="604084" y="182948"/>
                  </a:lnTo>
                  <a:lnTo>
                    <a:pt x="618794" y="220627"/>
                  </a:lnTo>
                  <a:lnTo>
                    <a:pt x="628643" y="260461"/>
                  </a:lnTo>
                  <a:lnTo>
                    <a:pt x="633283" y="302092"/>
                  </a:lnTo>
                  <a:lnTo>
                    <a:pt x="612799" y="316636"/>
                  </a:lnTo>
                  <a:lnTo>
                    <a:pt x="569718" y="342787"/>
                  </a:lnTo>
                  <a:lnTo>
                    <a:pt x="533231" y="360812"/>
                  </a:lnTo>
                  <a:lnTo>
                    <a:pt x="482335" y="380508"/>
                  </a:lnTo>
                  <a:lnTo>
                    <a:pt x="429070" y="394962"/>
                  </a:lnTo>
                  <a:lnTo>
                    <a:pt x="373739" y="403861"/>
                  </a:lnTo>
                  <a:lnTo>
                    <a:pt x="316641" y="4068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375538" y="6837882"/>
              <a:ext cx="347345" cy="360045"/>
            </a:xfrm>
            <a:custGeom>
              <a:avLst/>
              <a:gdLst/>
              <a:ahLst/>
              <a:cxnLst/>
              <a:rect l="l" t="t" r="r" b="b"/>
              <a:pathLst>
                <a:path w="347345" h="360045">
                  <a:moveTo>
                    <a:pt x="347256" y="208203"/>
                  </a:moveTo>
                  <a:lnTo>
                    <a:pt x="312000" y="188175"/>
                  </a:lnTo>
                  <a:lnTo>
                    <a:pt x="268490" y="170916"/>
                  </a:lnTo>
                  <a:lnTo>
                    <a:pt x="250799" y="165976"/>
                  </a:lnTo>
                  <a:lnTo>
                    <a:pt x="250799" y="69697"/>
                  </a:lnTo>
                  <a:lnTo>
                    <a:pt x="245287" y="42633"/>
                  </a:lnTo>
                  <a:lnTo>
                    <a:pt x="230289" y="20472"/>
                  </a:lnTo>
                  <a:lnTo>
                    <a:pt x="208089" y="5499"/>
                  </a:lnTo>
                  <a:lnTo>
                    <a:pt x="180987" y="0"/>
                  </a:lnTo>
                  <a:lnTo>
                    <a:pt x="166268" y="0"/>
                  </a:lnTo>
                  <a:lnTo>
                    <a:pt x="139166" y="5499"/>
                  </a:lnTo>
                  <a:lnTo>
                    <a:pt x="116979" y="20472"/>
                  </a:lnTo>
                  <a:lnTo>
                    <a:pt x="101993" y="42633"/>
                  </a:lnTo>
                  <a:lnTo>
                    <a:pt x="96481" y="69697"/>
                  </a:lnTo>
                  <a:lnTo>
                    <a:pt x="96481" y="166738"/>
                  </a:lnTo>
                  <a:lnTo>
                    <a:pt x="81470" y="170103"/>
                  </a:lnTo>
                  <a:lnTo>
                    <a:pt x="39154" y="186334"/>
                  </a:lnTo>
                  <a:lnTo>
                    <a:pt x="0" y="208203"/>
                  </a:lnTo>
                  <a:lnTo>
                    <a:pt x="927" y="215176"/>
                  </a:lnTo>
                  <a:lnTo>
                    <a:pt x="21285" y="271360"/>
                  </a:lnTo>
                  <a:lnTo>
                    <a:pt x="48615" y="307530"/>
                  </a:lnTo>
                  <a:lnTo>
                    <a:pt x="84277" y="335495"/>
                  </a:lnTo>
                  <a:lnTo>
                    <a:pt x="126517" y="353555"/>
                  </a:lnTo>
                  <a:lnTo>
                    <a:pt x="173621" y="359956"/>
                  </a:lnTo>
                  <a:lnTo>
                    <a:pt x="210731" y="356019"/>
                  </a:lnTo>
                  <a:lnTo>
                    <a:pt x="275945" y="327025"/>
                  </a:lnTo>
                  <a:lnTo>
                    <a:pt x="318795" y="282956"/>
                  </a:lnTo>
                  <a:lnTo>
                    <a:pt x="341566" y="234899"/>
                  </a:lnTo>
                  <a:lnTo>
                    <a:pt x="347256" y="208203"/>
                  </a:lnTo>
                  <a:close/>
                </a:path>
              </a:pathLst>
            </a:custGeom>
            <a:solidFill>
              <a:srgbClr val="FAD5B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72031" y="6837881"/>
              <a:ext cx="154311" cy="170084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0131" y="6711509"/>
              <a:ext cx="89908" cy="137591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97670" y="6711509"/>
              <a:ext cx="89923" cy="137591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7335898" y="6473168"/>
              <a:ext cx="436880" cy="510540"/>
            </a:xfrm>
            <a:custGeom>
              <a:avLst/>
              <a:gdLst/>
              <a:ahLst/>
              <a:cxnLst/>
              <a:rect l="l" t="t" r="r" b="b"/>
              <a:pathLst>
                <a:path w="436879" h="510540">
                  <a:moveTo>
                    <a:pt x="218455" y="510253"/>
                  </a:moveTo>
                  <a:lnTo>
                    <a:pt x="174439" y="504051"/>
                  </a:lnTo>
                  <a:lnTo>
                    <a:pt x="133437" y="486572"/>
                  </a:lnTo>
                  <a:lnTo>
                    <a:pt x="96330" y="459508"/>
                  </a:lnTo>
                  <a:lnTo>
                    <a:pt x="63997" y="424550"/>
                  </a:lnTo>
                  <a:lnTo>
                    <a:pt x="37317" y="383390"/>
                  </a:lnTo>
                  <a:lnTo>
                    <a:pt x="17172" y="337719"/>
                  </a:lnTo>
                  <a:lnTo>
                    <a:pt x="4439" y="289228"/>
                  </a:lnTo>
                  <a:lnTo>
                    <a:pt x="0" y="239609"/>
                  </a:lnTo>
                  <a:lnTo>
                    <a:pt x="4439" y="191323"/>
                  </a:lnTo>
                  <a:lnTo>
                    <a:pt x="17172" y="146348"/>
                  </a:lnTo>
                  <a:lnTo>
                    <a:pt x="37317" y="105647"/>
                  </a:lnTo>
                  <a:lnTo>
                    <a:pt x="63997" y="70185"/>
                  </a:lnTo>
                  <a:lnTo>
                    <a:pt x="96330" y="40925"/>
                  </a:lnTo>
                  <a:lnTo>
                    <a:pt x="133437" y="18831"/>
                  </a:lnTo>
                  <a:lnTo>
                    <a:pt x="174439" y="4868"/>
                  </a:lnTo>
                  <a:lnTo>
                    <a:pt x="218455" y="0"/>
                  </a:lnTo>
                  <a:lnTo>
                    <a:pt x="262480" y="4868"/>
                  </a:lnTo>
                  <a:lnTo>
                    <a:pt x="303483" y="18831"/>
                  </a:lnTo>
                  <a:lnTo>
                    <a:pt x="340585" y="40925"/>
                  </a:lnTo>
                  <a:lnTo>
                    <a:pt x="372910" y="70185"/>
                  </a:lnTo>
                  <a:lnTo>
                    <a:pt x="399579" y="105647"/>
                  </a:lnTo>
                  <a:lnTo>
                    <a:pt x="419715" y="146348"/>
                  </a:lnTo>
                  <a:lnTo>
                    <a:pt x="432440" y="191323"/>
                  </a:lnTo>
                  <a:lnTo>
                    <a:pt x="436877" y="239609"/>
                  </a:lnTo>
                  <a:lnTo>
                    <a:pt x="432141" y="288911"/>
                  </a:lnTo>
                  <a:lnTo>
                    <a:pt x="418689" y="337253"/>
                  </a:lnTo>
                  <a:lnTo>
                    <a:pt x="397656" y="382905"/>
                  </a:lnTo>
                  <a:lnTo>
                    <a:pt x="370175" y="424136"/>
                  </a:lnTo>
                  <a:lnTo>
                    <a:pt x="337381" y="459217"/>
                  </a:lnTo>
                  <a:lnTo>
                    <a:pt x="300406" y="486416"/>
                  </a:lnTo>
                  <a:lnTo>
                    <a:pt x="260387" y="504005"/>
                  </a:lnTo>
                  <a:lnTo>
                    <a:pt x="218455" y="510253"/>
                  </a:lnTo>
                  <a:close/>
                </a:path>
              </a:pathLst>
            </a:custGeom>
            <a:solidFill>
              <a:srgbClr val="FAD5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326071" y="6424840"/>
              <a:ext cx="462915" cy="310515"/>
            </a:xfrm>
            <a:custGeom>
              <a:avLst/>
              <a:gdLst/>
              <a:ahLst/>
              <a:cxnLst/>
              <a:rect l="l" t="t" r="r" b="b"/>
              <a:pathLst>
                <a:path w="462915" h="310515">
                  <a:moveTo>
                    <a:pt x="462508" y="241642"/>
                  </a:moveTo>
                  <a:lnTo>
                    <a:pt x="461454" y="186550"/>
                  </a:lnTo>
                  <a:lnTo>
                    <a:pt x="452551" y="146824"/>
                  </a:lnTo>
                  <a:lnTo>
                    <a:pt x="434898" y="110578"/>
                  </a:lnTo>
                  <a:lnTo>
                    <a:pt x="408863" y="79489"/>
                  </a:lnTo>
                  <a:lnTo>
                    <a:pt x="374815" y="55181"/>
                  </a:lnTo>
                  <a:lnTo>
                    <a:pt x="333133" y="39306"/>
                  </a:lnTo>
                  <a:lnTo>
                    <a:pt x="284162" y="33515"/>
                  </a:lnTo>
                  <a:lnTo>
                    <a:pt x="255206" y="36588"/>
                  </a:lnTo>
                  <a:lnTo>
                    <a:pt x="255130" y="33388"/>
                  </a:lnTo>
                  <a:lnTo>
                    <a:pt x="250952" y="18986"/>
                  </a:lnTo>
                  <a:lnTo>
                    <a:pt x="239852" y="3771"/>
                  </a:lnTo>
                  <a:lnTo>
                    <a:pt x="228346" y="38"/>
                  </a:lnTo>
                  <a:lnTo>
                    <a:pt x="206933" y="0"/>
                  </a:lnTo>
                  <a:lnTo>
                    <a:pt x="178282" y="4406"/>
                  </a:lnTo>
                  <a:lnTo>
                    <a:pt x="109994" y="29476"/>
                  </a:lnTo>
                  <a:lnTo>
                    <a:pt x="75704" y="51625"/>
                  </a:lnTo>
                  <a:lnTo>
                    <a:pt x="44881" y="81165"/>
                  </a:lnTo>
                  <a:lnTo>
                    <a:pt x="20205" y="118821"/>
                  </a:lnTo>
                  <a:lnTo>
                    <a:pt x="4343" y="165354"/>
                  </a:lnTo>
                  <a:lnTo>
                    <a:pt x="0" y="221475"/>
                  </a:lnTo>
                  <a:lnTo>
                    <a:pt x="9817" y="287947"/>
                  </a:lnTo>
                  <a:lnTo>
                    <a:pt x="22466" y="263093"/>
                  </a:lnTo>
                  <a:lnTo>
                    <a:pt x="63004" y="207403"/>
                  </a:lnTo>
                  <a:lnTo>
                    <a:pt x="135331" y="149123"/>
                  </a:lnTo>
                  <a:lnTo>
                    <a:pt x="229984" y="120535"/>
                  </a:lnTo>
                  <a:lnTo>
                    <a:pt x="231254" y="132156"/>
                  </a:lnTo>
                  <a:lnTo>
                    <a:pt x="247942" y="191325"/>
                  </a:lnTo>
                  <a:lnTo>
                    <a:pt x="256781" y="211747"/>
                  </a:lnTo>
                  <a:lnTo>
                    <a:pt x="287807" y="255701"/>
                  </a:lnTo>
                  <a:lnTo>
                    <a:pt x="347814" y="297205"/>
                  </a:lnTo>
                  <a:lnTo>
                    <a:pt x="443585" y="310273"/>
                  </a:lnTo>
                  <a:lnTo>
                    <a:pt x="447662" y="302869"/>
                  </a:lnTo>
                  <a:lnTo>
                    <a:pt x="455942" y="280200"/>
                  </a:lnTo>
                  <a:lnTo>
                    <a:pt x="462508" y="241642"/>
                  </a:lnTo>
                  <a:close/>
                </a:path>
              </a:pathLst>
            </a:custGeom>
            <a:solidFill>
              <a:srgbClr val="23255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 descr=""/>
          <p:cNvGrpSpPr/>
          <p:nvPr/>
        </p:nvGrpSpPr>
        <p:grpSpPr>
          <a:xfrm>
            <a:off x="9002913" y="6210706"/>
            <a:ext cx="1085850" cy="1190625"/>
            <a:chOff x="9002913" y="6210706"/>
            <a:chExt cx="1085850" cy="1190625"/>
          </a:xfrm>
        </p:grpSpPr>
        <p:sp>
          <p:nvSpPr>
            <p:cNvPr id="48" name="object 48" descr=""/>
            <p:cNvSpPr/>
            <p:nvPr/>
          </p:nvSpPr>
          <p:spPr>
            <a:xfrm>
              <a:off x="9002913" y="6210706"/>
              <a:ext cx="1085850" cy="1084580"/>
            </a:xfrm>
            <a:custGeom>
              <a:avLst/>
              <a:gdLst/>
              <a:ahLst/>
              <a:cxnLst/>
              <a:rect l="l" t="t" r="r" b="b"/>
              <a:pathLst>
                <a:path w="1085850" h="1084579">
                  <a:moveTo>
                    <a:pt x="542769" y="1084300"/>
                  </a:moveTo>
                  <a:lnTo>
                    <a:pt x="495935" y="1082310"/>
                  </a:lnTo>
                  <a:lnTo>
                    <a:pt x="450208" y="1076449"/>
                  </a:lnTo>
                  <a:lnTo>
                    <a:pt x="405750" y="1066879"/>
                  </a:lnTo>
                  <a:lnTo>
                    <a:pt x="362725" y="1053763"/>
                  </a:lnTo>
                  <a:lnTo>
                    <a:pt x="321294" y="1037264"/>
                  </a:lnTo>
                  <a:lnTo>
                    <a:pt x="281623" y="1017544"/>
                  </a:lnTo>
                  <a:lnTo>
                    <a:pt x="243872" y="994767"/>
                  </a:lnTo>
                  <a:lnTo>
                    <a:pt x="208205" y="969094"/>
                  </a:lnTo>
                  <a:lnTo>
                    <a:pt x="174785" y="940689"/>
                  </a:lnTo>
                  <a:lnTo>
                    <a:pt x="143775" y="909714"/>
                  </a:lnTo>
                  <a:lnTo>
                    <a:pt x="115337" y="876333"/>
                  </a:lnTo>
                  <a:lnTo>
                    <a:pt x="89635" y="840706"/>
                  </a:lnTo>
                  <a:lnTo>
                    <a:pt x="66832" y="802999"/>
                  </a:lnTo>
                  <a:lnTo>
                    <a:pt x="47089" y="763372"/>
                  </a:lnTo>
                  <a:lnTo>
                    <a:pt x="30571" y="721989"/>
                  </a:lnTo>
                  <a:lnTo>
                    <a:pt x="17441" y="679013"/>
                  </a:lnTo>
                  <a:lnTo>
                    <a:pt x="7860" y="634606"/>
                  </a:lnTo>
                  <a:lnTo>
                    <a:pt x="1992" y="588930"/>
                  </a:lnTo>
                  <a:lnTo>
                    <a:pt x="0" y="542150"/>
                  </a:lnTo>
                  <a:lnTo>
                    <a:pt x="1990" y="495369"/>
                  </a:lnTo>
                  <a:lnTo>
                    <a:pt x="7857" y="449694"/>
                  </a:lnTo>
                  <a:lnTo>
                    <a:pt x="17437" y="405287"/>
                  </a:lnTo>
                  <a:lnTo>
                    <a:pt x="30567" y="362311"/>
                  </a:lnTo>
                  <a:lnTo>
                    <a:pt x="47085" y="320928"/>
                  </a:lnTo>
                  <a:lnTo>
                    <a:pt x="66827" y="281301"/>
                  </a:lnTo>
                  <a:lnTo>
                    <a:pt x="89631" y="243593"/>
                  </a:lnTo>
                  <a:lnTo>
                    <a:pt x="115333" y="207967"/>
                  </a:lnTo>
                  <a:lnTo>
                    <a:pt x="143771" y="174585"/>
                  </a:lnTo>
                  <a:lnTo>
                    <a:pt x="174781" y="143611"/>
                  </a:lnTo>
                  <a:lnTo>
                    <a:pt x="208202" y="115205"/>
                  </a:lnTo>
                  <a:lnTo>
                    <a:pt x="243869" y="89533"/>
                  </a:lnTo>
                  <a:lnTo>
                    <a:pt x="281620" y="66755"/>
                  </a:lnTo>
                  <a:lnTo>
                    <a:pt x="321293" y="47036"/>
                  </a:lnTo>
                  <a:lnTo>
                    <a:pt x="362723" y="30537"/>
                  </a:lnTo>
                  <a:lnTo>
                    <a:pt x="405749" y="17421"/>
                  </a:lnTo>
                  <a:lnTo>
                    <a:pt x="450208" y="7851"/>
                  </a:lnTo>
                  <a:lnTo>
                    <a:pt x="495935" y="1989"/>
                  </a:lnTo>
                  <a:lnTo>
                    <a:pt x="542769" y="0"/>
                  </a:lnTo>
                  <a:lnTo>
                    <a:pt x="589604" y="1988"/>
                  </a:lnTo>
                  <a:lnTo>
                    <a:pt x="635331" y="7848"/>
                  </a:lnTo>
                  <a:lnTo>
                    <a:pt x="679789" y="17417"/>
                  </a:lnTo>
                  <a:lnTo>
                    <a:pt x="722814" y="30532"/>
                  </a:lnTo>
                  <a:lnTo>
                    <a:pt x="764244" y="47031"/>
                  </a:lnTo>
                  <a:lnTo>
                    <a:pt x="803916" y="66751"/>
                  </a:lnTo>
                  <a:lnTo>
                    <a:pt x="841667" y="89528"/>
                  </a:lnTo>
                  <a:lnTo>
                    <a:pt x="877334" y="115201"/>
                  </a:lnTo>
                  <a:lnTo>
                    <a:pt x="910754" y="143606"/>
                  </a:lnTo>
                  <a:lnTo>
                    <a:pt x="941764" y="174582"/>
                  </a:lnTo>
                  <a:lnTo>
                    <a:pt x="970202" y="207964"/>
                  </a:lnTo>
                  <a:lnTo>
                    <a:pt x="995904" y="243591"/>
                  </a:lnTo>
                  <a:lnTo>
                    <a:pt x="1018707" y="281299"/>
                  </a:lnTo>
                  <a:lnTo>
                    <a:pt x="1038449" y="320926"/>
                  </a:lnTo>
                  <a:lnTo>
                    <a:pt x="1054967" y="362309"/>
                  </a:lnTo>
                  <a:lnTo>
                    <a:pt x="1068098" y="405286"/>
                  </a:lnTo>
                  <a:lnTo>
                    <a:pt x="1077679" y="449694"/>
                  </a:lnTo>
                  <a:lnTo>
                    <a:pt x="1083547" y="495369"/>
                  </a:lnTo>
                  <a:lnTo>
                    <a:pt x="1085539" y="542150"/>
                  </a:lnTo>
                  <a:lnTo>
                    <a:pt x="1083547" y="588930"/>
                  </a:lnTo>
                  <a:lnTo>
                    <a:pt x="1077679" y="634606"/>
                  </a:lnTo>
                  <a:lnTo>
                    <a:pt x="1068098" y="679013"/>
                  </a:lnTo>
                  <a:lnTo>
                    <a:pt x="1054967" y="721989"/>
                  </a:lnTo>
                  <a:lnTo>
                    <a:pt x="1038449" y="763372"/>
                  </a:lnTo>
                  <a:lnTo>
                    <a:pt x="1018707" y="802999"/>
                  </a:lnTo>
                  <a:lnTo>
                    <a:pt x="995904" y="840706"/>
                  </a:lnTo>
                  <a:lnTo>
                    <a:pt x="970202" y="876333"/>
                  </a:lnTo>
                  <a:lnTo>
                    <a:pt x="941764" y="909714"/>
                  </a:lnTo>
                  <a:lnTo>
                    <a:pt x="910754" y="940689"/>
                  </a:lnTo>
                  <a:lnTo>
                    <a:pt x="877334" y="969094"/>
                  </a:lnTo>
                  <a:lnTo>
                    <a:pt x="841667" y="994767"/>
                  </a:lnTo>
                  <a:lnTo>
                    <a:pt x="803916" y="1017544"/>
                  </a:lnTo>
                  <a:lnTo>
                    <a:pt x="764244" y="1037264"/>
                  </a:lnTo>
                  <a:lnTo>
                    <a:pt x="722814" y="1053763"/>
                  </a:lnTo>
                  <a:lnTo>
                    <a:pt x="679789" y="1066879"/>
                  </a:lnTo>
                  <a:lnTo>
                    <a:pt x="635331" y="1076449"/>
                  </a:lnTo>
                  <a:lnTo>
                    <a:pt x="589604" y="1082310"/>
                  </a:lnTo>
                  <a:lnTo>
                    <a:pt x="542769" y="1084300"/>
                  </a:lnTo>
                  <a:close/>
                </a:path>
              </a:pathLst>
            </a:custGeom>
            <a:solidFill>
              <a:srgbClr val="F1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9229041" y="6994398"/>
              <a:ext cx="633730" cy="407034"/>
            </a:xfrm>
            <a:custGeom>
              <a:avLst/>
              <a:gdLst/>
              <a:ahLst/>
              <a:cxnLst/>
              <a:rect l="l" t="t" r="r" b="b"/>
              <a:pathLst>
                <a:path w="633729" h="407034">
                  <a:moveTo>
                    <a:pt x="316641" y="406897"/>
                  </a:moveTo>
                  <a:lnTo>
                    <a:pt x="259544" y="403861"/>
                  </a:lnTo>
                  <a:lnTo>
                    <a:pt x="204217" y="394962"/>
                  </a:lnTo>
                  <a:lnTo>
                    <a:pt x="150962" y="380508"/>
                  </a:lnTo>
                  <a:lnTo>
                    <a:pt x="100086" y="360812"/>
                  </a:lnTo>
                  <a:lnTo>
                    <a:pt x="63564" y="342772"/>
                  </a:lnTo>
                  <a:lnTo>
                    <a:pt x="20484" y="316631"/>
                  </a:lnTo>
                  <a:lnTo>
                    <a:pt x="0" y="302092"/>
                  </a:lnTo>
                  <a:lnTo>
                    <a:pt x="6491" y="250906"/>
                  </a:lnTo>
                  <a:lnTo>
                    <a:pt x="20818" y="202603"/>
                  </a:lnTo>
                  <a:lnTo>
                    <a:pt x="42306" y="157855"/>
                  </a:lnTo>
                  <a:lnTo>
                    <a:pt x="70282" y="117336"/>
                  </a:lnTo>
                  <a:lnTo>
                    <a:pt x="104075" y="81719"/>
                  </a:lnTo>
                  <a:lnTo>
                    <a:pt x="143010" y="51677"/>
                  </a:lnTo>
                  <a:lnTo>
                    <a:pt x="182164" y="29811"/>
                  </a:lnTo>
                  <a:lnTo>
                    <a:pt x="224486" y="13579"/>
                  </a:lnTo>
                  <a:lnTo>
                    <a:pt x="269478" y="3477"/>
                  </a:lnTo>
                  <a:lnTo>
                    <a:pt x="316641" y="0"/>
                  </a:lnTo>
                  <a:lnTo>
                    <a:pt x="323956" y="83"/>
                  </a:lnTo>
                  <a:lnTo>
                    <a:pt x="384673" y="7307"/>
                  </a:lnTo>
                  <a:lnTo>
                    <a:pt x="422007" y="17899"/>
                  </a:lnTo>
                  <a:lnTo>
                    <a:pt x="457306" y="32788"/>
                  </a:lnTo>
                  <a:lnTo>
                    <a:pt x="517679" y="71796"/>
                  </a:lnTo>
                  <a:lnTo>
                    <a:pt x="565195" y="120072"/>
                  </a:lnTo>
                  <a:lnTo>
                    <a:pt x="604084" y="182948"/>
                  </a:lnTo>
                  <a:lnTo>
                    <a:pt x="618794" y="220627"/>
                  </a:lnTo>
                  <a:lnTo>
                    <a:pt x="628643" y="260461"/>
                  </a:lnTo>
                  <a:lnTo>
                    <a:pt x="633283" y="302092"/>
                  </a:lnTo>
                  <a:lnTo>
                    <a:pt x="612799" y="316636"/>
                  </a:lnTo>
                  <a:lnTo>
                    <a:pt x="569718" y="342787"/>
                  </a:lnTo>
                  <a:lnTo>
                    <a:pt x="533231" y="360812"/>
                  </a:lnTo>
                  <a:lnTo>
                    <a:pt x="482335" y="380508"/>
                  </a:lnTo>
                  <a:lnTo>
                    <a:pt x="429070" y="394962"/>
                  </a:lnTo>
                  <a:lnTo>
                    <a:pt x="373739" y="403861"/>
                  </a:lnTo>
                  <a:lnTo>
                    <a:pt x="316641" y="4068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9372041" y="6837882"/>
              <a:ext cx="347345" cy="360045"/>
            </a:xfrm>
            <a:custGeom>
              <a:avLst/>
              <a:gdLst/>
              <a:ahLst/>
              <a:cxnLst/>
              <a:rect l="l" t="t" r="r" b="b"/>
              <a:pathLst>
                <a:path w="347345" h="360045">
                  <a:moveTo>
                    <a:pt x="347268" y="208203"/>
                  </a:moveTo>
                  <a:lnTo>
                    <a:pt x="312013" y="188175"/>
                  </a:lnTo>
                  <a:lnTo>
                    <a:pt x="268503" y="170916"/>
                  </a:lnTo>
                  <a:lnTo>
                    <a:pt x="250812" y="165976"/>
                  </a:lnTo>
                  <a:lnTo>
                    <a:pt x="250812" y="69697"/>
                  </a:lnTo>
                  <a:lnTo>
                    <a:pt x="245300" y="42633"/>
                  </a:lnTo>
                  <a:lnTo>
                    <a:pt x="230301" y="20472"/>
                  </a:lnTo>
                  <a:lnTo>
                    <a:pt x="208102" y="5499"/>
                  </a:lnTo>
                  <a:lnTo>
                    <a:pt x="181000" y="0"/>
                  </a:lnTo>
                  <a:lnTo>
                    <a:pt x="166268" y="0"/>
                  </a:lnTo>
                  <a:lnTo>
                    <a:pt x="139166" y="5499"/>
                  </a:lnTo>
                  <a:lnTo>
                    <a:pt x="116992" y="20472"/>
                  </a:lnTo>
                  <a:lnTo>
                    <a:pt x="101993" y="42633"/>
                  </a:lnTo>
                  <a:lnTo>
                    <a:pt x="96494" y="69697"/>
                  </a:lnTo>
                  <a:lnTo>
                    <a:pt x="96494" y="166738"/>
                  </a:lnTo>
                  <a:lnTo>
                    <a:pt x="81483" y="170103"/>
                  </a:lnTo>
                  <a:lnTo>
                    <a:pt x="39154" y="186334"/>
                  </a:lnTo>
                  <a:lnTo>
                    <a:pt x="0" y="208203"/>
                  </a:lnTo>
                  <a:lnTo>
                    <a:pt x="939" y="215176"/>
                  </a:lnTo>
                  <a:lnTo>
                    <a:pt x="21297" y="271360"/>
                  </a:lnTo>
                  <a:lnTo>
                    <a:pt x="48628" y="307530"/>
                  </a:lnTo>
                  <a:lnTo>
                    <a:pt x="84277" y="335495"/>
                  </a:lnTo>
                  <a:lnTo>
                    <a:pt x="126530" y="353555"/>
                  </a:lnTo>
                  <a:lnTo>
                    <a:pt x="173634" y="359956"/>
                  </a:lnTo>
                  <a:lnTo>
                    <a:pt x="210743" y="356019"/>
                  </a:lnTo>
                  <a:lnTo>
                    <a:pt x="275945" y="327025"/>
                  </a:lnTo>
                  <a:lnTo>
                    <a:pt x="318808" y="282956"/>
                  </a:lnTo>
                  <a:lnTo>
                    <a:pt x="341579" y="234899"/>
                  </a:lnTo>
                  <a:lnTo>
                    <a:pt x="347268" y="208203"/>
                  </a:lnTo>
                  <a:close/>
                </a:path>
              </a:pathLst>
            </a:custGeom>
            <a:solidFill>
              <a:srgbClr val="FAD5B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68544" y="6837881"/>
              <a:ext cx="154311" cy="170084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16644" y="6711509"/>
              <a:ext cx="89908" cy="137591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94183" y="6711509"/>
              <a:ext cx="89923" cy="137591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9332411" y="6473168"/>
              <a:ext cx="436880" cy="510540"/>
            </a:xfrm>
            <a:custGeom>
              <a:avLst/>
              <a:gdLst/>
              <a:ahLst/>
              <a:cxnLst/>
              <a:rect l="l" t="t" r="r" b="b"/>
              <a:pathLst>
                <a:path w="436879" h="510540">
                  <a:moveTo>
                    <a:pt x="218455" y="510253"/>
                  </a:moveTo>
                  <a:lnTo>
                    <a:pt x="174439" y="504051"/>
                  </a:lnTo>
                  <a:lnTo>
                    <a:pt x="133437" y="486572"/>
                  </a:lnTo>
                  <a:lnTo>
                    <a:pt x="96330" y="459508"/>
                  </a:lnTo>
                  <a:lnTo>
                    <a:pt x="63997" y="424550"/>
                  </a:lnTo>
                  <a:lnTo>
                    <a:pt x="37317" y="383390"/>
                  </a:lnTo>
                  <a:lnTo>
                    <a:pt x="17172" y="337719"/>
                  </a:lnTo>
                  <a:lnTo>
                    <a:pt x="4439" y="289228"/>
                  </a:lnTo>
                  <a:lnTo>
                    <a:pt x="0" y="239609"/>
                  </a:lnTo>
                  <a:lnTo>
                    <a:pt x="4439" y="191323"/>
                  </a:lnTo>
                  <a:lnTo>
                    <a:pt x="17172" y="146348"/>
                  </a:lnTo>
                  <a:lnTo>
                    <a:pt x="37317" y="105647"/>
                  </a:lnTo>
                  <a:lnTo>
                    <a:pt x="63997" y="70185"/>
                  </a:lnTo>
                  <a:lnTo>
                    <a:pt x="96330" y="40925"/>
                  </a:lnTo>
                  <a:lnTo>
                    <a:pt x="133437" y="18831"/>
                  </a:lnTo>
                  <a:lnTo>
                    <a:pt x="174439" y="4868"/>
                  </a:lnTo>
                  <a:lnTo>
                    <a:pt x="218455" y="0"/>
                  </a:lnTo>
                  <a:lnTo>
                    <a:pt x="262480" y="4868"/>
                  </a:lnTo>
                  <a:lnTo>
                    <a:pt x="303483" y="18831"/>
                  </a:lnTo>
                  <a:lnTo>
                    <a:pt x="340585" y="40925"/>
                  </a:lnTo>
                  <a:lnTo>
                    <a:pt x="372910" y="70185"/>
                  </a:lnTo>
                  <a:lnTo>
                    <a:pt x="399579" y="105647"/>
                  </a:lnTo>
                  <a:lnTo>
                    <a:pt x="419715" y="146348"/>
                  </a:lnTo>
                  <a:lnTo>
                    <a:pt x="432440" y="191323"/>
                  </a:lnTo>
                  <a:lnTo>
                    <a:pt x="436877" y="239609"/>
                  </a:lnTo>
                  <a:lnTo>
                    <a:pt x="432141" y="288911"/>
                  </a:lnTo>
                  <a:lnTo>
                    <a:pt x="418689" y="337253"/>
                  </a:lnTo>
                  <a:lnTo>
                    <a:pt x="397656" y="382905"/>
                  </a:lnTo>
                  <a:lnTo>
                    <a:pt x="370175" y="424136"/>
                  </a:lnTo>
                  <a:lnTo>
                    <a:pt x="337381" y="459217"/>
                  </a:lnTo>
                  <a:lnTo>
                    <a:pt x="300406" y="486416"/>
                  </a:lnTo>
                  <a:lnTo>
                    <a:pt x="260387" y="504005"/>
                  </a:lnTo>
                  <a:lnTo>
                    <a:pt x="218455" y="510253"/>
                  </a:lnTo>
                  <a:close/>
                </a:path>
              </a:pathLst>
            </a:custGeom>
            <a:solidFill>
              <a:srgbClr val="FAD5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9322575" y="6424840"/>
              <a:ext cx="462915" cy="310515"/>
            </a:xfrm>
            <a:custGeom>
              <a:avLst/>
              <a:gdLst/>
              <a:ahLst/>
              <a:cxnLst/>
              <a:rect l="l" t="t" r="r" b="b"/>
              <a:pathLst>
                <a:path w="462915" h="310515">
                  <a:moveTo>
                    <a:pt x="462521" y="241642"/>
                  </a:moveTo>
                  <a:lnTo>
                    <a:pt x="461467" y="186550"/>
                  </a:lnTo>
                  <a:lnTo>
                    <a:pt x="452551" y="146824"/>
                  </a:lnTo>
                  <a:lnTo>
                    <a:pt x="434898" y="110578"/>
                  </a:lnTo>
                  <a:lnTo>
                    <a:pt x="408876" y="79489"/>
                  </a:lnTo>
                  <a:lnTo>
                    <a:pt x="374827" y="55181"/>
                  </a:lnTo>
                  <a:lnTo>
                    <a:pt x="333133" y="39306"/>
                  </a:lnTo>
                  <a:lnTo>
                    <a:pt x="284162" y="33515"/>
                  </a:lnTo>
                  <a:lnTo>
                    <a:pt x="255219" y="36588"/>
                  </a:lnTo>
                  <a:lnTo>
                    <a:pt x="255143" y="33388"/>
                  </a:lnTo>
                  <a:lnTo>
                    <a:pt x="250952" y="18986"/>
                  </a:lnTo>
                  <a:lnTo>
                    <a:pt x="239864" y="3771"/>
                  </a:lnTo>
                  <a:lnTo>
                    <a:pt x="228358" y="38"/>
                  </a:lnTo>
                  <a:lnTo>
                    <a:pt x="206946" y="0"/>
                  </a:lnTo>
                  <a:lnTo>
                    <a:pt x="178295" y="4406"/>
                  </a:lnTo>
                  <a:lnTo>
                    <a:pt x="110007" y="29476"/>
                  </a:lnTo>
                  <a:lnTo>
                    <a:pt x="75704" y="51625"/>
                  </a:lnTo>
                  <a:lnTo>
                    <a:pt x="44881" y="81165"/>
                  </a:lnTo>
                  <a:lnTo>
                    <a:pt x="20205" y="118821"/>
                  </a:lnTo>
                  <a:lnTo>
                    <a:pt x="4356" y="165354"/>
                  </a:lnTo>
                  <a:lnTo>
                    <a:pt x="0" y="221475"/>
                  </a:lnTo>
                  <a:lnTo>
                    <a:pt x="9829" y="287947"/>
                  </a:lnTo>
                  <a:lnTo>
                    <a:pt x="22479" y="263093"/>
                  </a:lnTo>
                  <a:lnTo>
                    <a:pt x="63017" y="207403"/>
                  </a:lnTo>
                  <a:lnTo>
                    <a:pt x="135331" y="149123"/>
                  </a:lnTo>
                  <a:lnTo>
                    <a:pt x="229984" y="120535"/>
                  </a:lnTo>
                  <a:lnTo>
                    <a:pt x="231254" y="132156"/>
                  </a:lnTo>
                  <a:lnTo>
                    <a:pt x="247954" y="191325"/>
                  </a:lnTo>
                  <a:lnTo>
                    <a:pt x="256781" y="211747"/>
                  </a:lnTo>
                  <a:lnTo>
                    <a:pt x="287820" y="255701"/>
                  </a:lnTo>
                  <a:lnTo>
                    <a:pt x="347827" y="297205"/>
                  </a:lnTo>
                  <a:lnTo>
                    <a:pt x="443598" y="310273"/>
                  </a:lnTo>
                  <a:lnTo>
                    <a:pt x="447675" y="302869"/>
                  </a:lnTo>
                  <a:lnTo>
                    <a:pt x="455955" y="280200"/>
                  </a:lnTo>
                  <a:lnTo>
                    <a:pt x="462521" y="241642"/>
                  </a:lnTo>
                  <a:close/>
                </a:path>
              </a:pathLst>
            </a:custGeom>
            <a:solidFill>
              <a:srgbClr val="23255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/>
          <p:nvPr/>
        </p:nvSpPr>
        <p:spPr>
          <a:xfrm>
            <a:off x="11457233" y="5143499"/>
            <a:ext cx="1680210" cy="1680210"/>
          </a:xfrm>
          <a:custGeom>
            <a:avLst/>
            <a:gdLst/>
            <a:ahLst/>
            <a:cxnLst/>
            <a:rect l="l" t="t" r="r" b="b"/>
            <a:pathLst>
              <a:path w="1680209" h="1680209">
                <a:moveTo>
                  <a:pt x="840023" y="1680046"/>
                </a:moveTo>
                <a:lnTo>
                  <a:pt x="792355" y="1678717"/>
                </a:lnTo>
                <a:lnTo>
                  <a:pt x="745385" y="1674775"/>
                </a:lnTo>
                <a:lnTo>
                  <a:pt x="699183" y="1668291"/>
                </a:lnTo>
                <a:lnTo>
                  <a:pt x="653821" y="1659338"/>
                </a:lnTo>
                <a:lnTo>
                  <a:pt x="609369" y="1647984"/>
                </a:lnTo>
                <a:lnTo>
                  <a:pt x="565899" y="1634302"/>
                </a:lnTo>
                <a:lnTo>
                  <a:pt x="523480" y="1618363"/>
                </a:lnTo>
                <a:lnTo>
                  <a:pt x="482185" y="1600236"/>
                </a:lnTo>
                <a:lnTo>
                  <a:pt x="442083" y="1579994"/>
                </a:lnTo>
                <a:lnTo>
                  <a:pt x="403247" y="1557707"/>
                </a:lnTo>
                <a:lnTo>
                  <a:pt x="365746" y="1533446"/>
                </a:lnTo>
                <a:lnTo>
                  <a:pt x="329652" y="1507281"/>
                </a:lnTo>
                <a:lnTo>
                  <a:pt x="295036" y="1479285"/>
                </a:lnTo>
                <a:lnTo>
                  <a:pt x="261968" y="1449527"/>
                </a:lnTo>
                <a:lnTo>
                  <a:pt x="230519" y="1418078"/>
                </a:lnTo>
                <a:lnTo>
                  <a:pt x="200762" y="1385011"/>
                </a:lnTo>
                <a:lnTo>
                  <a:pt x="172765" y="1350394"/>
                </a:lnTo>
                <a:lnTo>
                  <a:pt x="146601" y="1314300"/>
                </a:lnTo>
                <a:lnTo>
                  <a:pt x="122339" y="1276800"/>
                </a:lnTo>
                <a:lnTo>
                  <a:pt x="100052" y="1237963"/>
                </a:lnTo>
                <a:lnTo>
                  <a:pt x="79810" y="1197862"/>
                </a:lnTo>
                <a:lnTo>
                  <a:pt x="61683" y="1156566"/>
                </a:lnTo>
                <a:lnTo>
                  <a:pt x="45744" y="1114148"/>
                </a:lnTo>
                <a:lnTo>
                  <a:pt x="32062" y="1070677"/>
                </a:lnTo>
                <a:lnTo>
                  <a:pt x="20708" y="1026225"/>
                </a:lnTo>
                <a:lnTo>
                  <a:pt x="11755" y="980863"/>
                </a:lnTo>
                <a:lnTo>
                  <a:pt x="5271" y="934661"/>
                </a:lnTo>
                <a:lnTo>
                  <a:pt x="1329" y="887691"/>
                </a:lnTo>
                <a:lnTo>
                  <a:pt x="0" y="840023"/>
                </a:lnTo>
                <a:lnTo>
                  <a:pt x="1329" y="792355"/>
                </a:lnTo>
                <a:lnTo>
                  <a:pt x="5271" y="745385"/>
                </a:lnTo>
                <a:lnTo>
                  <a:pt x="11755" y="699183"/>
                </a:lnTo>
                <a:lnTo>
                  <a:pt x="20708" y="653821"/>
                </a:lnTo>
                <a:lnTo>
                  <a:pt x="32062" y="609369"/>
                </a:lnTo>
                <a:lnTo>
                  <a:pt x="45744" y="565898"/>
                </a:lnTo>
                <a:lnTo>
                  <a:pt x="61683" y="523480"/>
                </a:lnTo>
                <a:lnTo>
                  <a:pt x="79810" y="482184"/>
                </a:lnTo>
                <a:lnTo>
                  <a:pt x="100052" y="442083"/>
                </a:lnTo>
                <a:lnTo>
                  <a:pt x="122339" y="403246"/>
                </a:lnTo>
                <a:lnTo>
                  <a:pt x="146601" y="365746"/>
                </a:lnTo>
                <a:lnTo>
                  <a:pt x="172765" y="329652"/>
                </a:lnTo>
                <a:lnTo>
                  <a:pt x="200762" y="295035"/>
                </a:lnTo>
                <a:lnTo>
                  <a:pt x="230519" y="261968"/>
                </a:lnTo>
                <a:lnTo>
                  <a:pt x="261968" y="230519"/>
                </a:lnTo>
                <a:lnTo>
                  <a:pt x="295036" y="200761"/>
                </a:lnTo>
                <a:lnTo>
                  <a:pt x="329652" y="172765"/>
                </a:lnTo>
                <a:lnTo>
                  <a:pt x="365746" y="146600"/>
                </a:lnTo>
                <a:lnTo>
                  <a:pt x="403247" y="122339"/>
                </a:lnTo>
                <a:lnTo>
                  <a:pt x="442083" y="100052"/>
                </a:lnTo>
                <a:lnTo>
                  <a:pt x="482185" y="79810"/>
                </a:lnTo>
                <a:lnTo>
                  <a:pt x="523480" y="61683"/>
                </a:lnTo>
                <a:lnTo>
                  <a:pt x="565899" y="45744"/>
                </a:lnTo>
                <a:lnTo>
                  <a:pt x="609369" y="32062"/>
                </a:lnTo>
                <a:lnTo>
                  <a:pt x="653821" y="20708"/>
                </a:lnTo>
                <a:lnTo>
                  <a:pt x="699183" y="11755"/>
                </a:lnTo>
                <a:lnTo>
                  <a:pt x="745385" y="5271"/>
                </a:lnTo>
                <a:lnTo>
                  <a:pt x="792355" y="1329"/>
                </a:lnTo>
                <a:lnTo>
                  <a:pt x="840023" y="0"/>
                </a:lnTo>
                <a:lnTo>
                  <a:pt x="887691" y="1329"/>
                </a:lnTo>
                <a:lnTo>
                  <a:pt x="934661" y="5271"/>
                </a:lnTo>
                <a:lnTo>
                  <a:pt x="980863" y="11755"/>
                </a:lnTo>
                <a:lnTo>
                  <a:pt x="1026225" y="20708"/>
                </a:lnTo>
                <a:lnTo>
                  <a:pt x="1070677" y="32062"/>
                </a:lnTo>
                <a:lnTo>
                  <a:pt x="1114148" y="45744"/>
                </a:lnTo>
                <a:lnTo>
                  <a:pt x="1156566" y="61683"/>
                </a:lnTo>
                <a:lnTo>
                  <a:pt x="1197862" y="79810"/>
                </a:lnTo>
                <a:lnTo>
                  <a:pt x="1237963" y="100052"/>
                </a:lnTo>
                <a:lnTo>
                  <a:pt x="1276800" y="122339"/>
                </a:lnTo>
                <a:lnTo>
                  <a:pt x="1314301" y="146600"/>
                </a:lnTo>
                <a:lnTo>
                  <a:pt x="1350395" y="172765"/>
                </a:lnTo>
                <a:lnTo>
                  <a:pt x="1385011" y="200761"/>
                </a:lnTo>
                <a:lnTo>
                  <a:pt x="1418079" y="230519"/>
                </a:lnTo>
                <a:lnTo>
                  <a:pt x="1449527" y="261968"/>
                </a:lnTo>
                <a:lnTo>
                  <a:pt x="1479285" y="295035"/>
                </a:lnTo>
                <a:lnTo>
                  <a:pt x="1507282" y="329652"/>
                </a:lnTo>
                <a:lnTo>
                  <a:pt x="1533446" y="365746"/>
                </a:lnTo>
                <a:lnTo>
                  <a:pt x="1557707" y="403246"/>
                </a:lnTo>
                <a:lnTo>
                  <a:pt x="1579995" y="442083"/>
                </a:lnTo>
                <a:lnTo>
                  <a:pt x="1600237" y="482184"/>
                </a:lnTo>
                <a:lnTo>
                  <a:pt x="1618363" y="523480"/>
                </a:lnTo>
                <a:lnTo>
                  <a:pt x="1634303" y="565898"/>
                </a:lnTo>
                <a:lnTo>
                  <a:pt x="1647985" y="609369"/>
                </a:lnTo>
                <a:lnTo>
                  <a:pt x="1659338" y="653821"/>
                </a:lnTo>
                <a:lnTo>
                  <a:pt x="1668292" y="699183"/>
                </a:lnTo>
                <a:lnTo>
                  <a:pt x="1674775" y="745385"/>
                </a:lnTo>
                <a:lnTo>
                  <a:pt x="1678717" y="792355"/>
                </a:lnTo>
                <a:lnTo>
                  <a:pt x="1680047" y="840023"/>
                </a:lnTo>
                <a:lnTo>
                  <a:pt x="1678717" y="887691"/>
                </a:lnTo>
                <a:lnTo>
                  <a:pt x="1674775" y="934661"/>
                </a:lnTo>
                <a:lnTo>
                  <a:pt x="1668292" y="980863"/>
                </a:lnTo>
                <a:lnTo>
                  <a:pt x="1659338" y="1026225"/>
                </a:lnTo>
                <a:lnTo>
                  <a:pt x="1647985" y="1070677"/>
                </a:lnTo>
                <a:lnTo>
                  <a:pt x="1634303" y="1114148"/>
                </a:lnTo>
                <a:lnTo>
                  <a:pt x="1618363" y="1156566"/>
                </a:lnTo>
                <a:lnTo>
                  <a:pt x="1600237" y="1197862"/>
                </a:lnTo>
                <a:lnTo>
                  <a:pt x="1579995" y="1237963"/>
                </a:lnTo>
                <a:lnTo>
                  <a:pt x="1557707" y="1276800"/>
                </a:lnTo>
                <a:lnTo>
                  <a:pt x="1533446" y="1314300"/>
                </a:lnTo>
                <a:lnTo>
                  <a:pt x="1507282" y="1350394"/>
                </a:lnTo>
                <a:lnTo>
                  <a:pt x="1479285" y="1385011"/>
                </a:lnTo>
                <a:lnTo>
                  <a:pt x="1449527" y="1418078"/>
                </a:lnTo>
                <a:lnTo>
                  <a:pt x="1418079" y="1449527"/>
                </a:lnTo>
                <a:lnTo>
                  <a:pt x="1385011" y="1479285"/>
                </a:lnTo>
                <a:lnTo>
                  <a:pt x="1350395" y="1507281"/>
                </a:lnTo>
                <a:lnTo>
                  <a:pt x="1314301" y="1533446"/>
                </a:lnTo>
                <a:lnTo>
                  <a:pt x="1276800" y="1557707"/>
                </a:lnTo>
                <a:lnTo>
                  <a:pt x="1237963" y="1579994"/>
                </a:lnTo>
                <a:lnTo>
                  <a:pt x="1197862" y="1600236"/>
                </a:lnTo>
                <a:lnTo>
                  <a:pt x="1156566" y="1618363"/>
                </a:lnTo>
                <a:lnTo>
                  <a:pt x="1114148" y="1634302"/>
                </a:lnTo>
                <a:lnTo>
                  <a:pt x="1070677" y="1647984"/>
                </a:lnTo>
                <a:lnTo>
                  <a:pt x="1026225" y="1659338"/>
                </a:lnTo>
                <a:lnTo>
                  <a:pt x="980863" y="1668291"/>
                </a:lnTo>
                <a:lnTo>
                  <a:pt x="934661" y="1674775"/>
                </a:lnTo>
                <a:lnTo>
                  <a:pt x="887691" y="1678717"/>
                </a:lnTo>
                <a:lnTo>
                  <a:pt x="840023" y="1680046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 txBox="1"/>
          <p:nvPr/>
        </p:nvSpPr>
        <p:spPr>
          <a:xfrm>
            <a:off x="11647982" y="5598153"/>
            <a:ext cx="1298575" cy="692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5410">
              <a:lnSpc>
                <a:spcPct val="115100"/>
              </a:lnSpc>
              <a:spcBef>
                <a:spcPts val="100"/>
              </a:spcBef>
            </a:pPr>
            <a:r>
              <a:rPr dirty="0" sz="1900" spc="-10">
                <a:latin typeface="Verdana"/>
                <a:cs typeface="Verdana"/>
              </a:rPr>
              <a:t>14Million </a:t>
            </a:r>
            <a:r>
              <a:rPr dirty="0" sz="1900" spc="-20">
                <a:latin typeface="Verdana"/>
                <a:cs typeface="Verdana"/>
              </a:rPr>
              <a:t>downloads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8" name="object 58" descr=""/>
          <p:cNvSpPr/>
          <p:nvPr/>
        </p:nvSpPr>
        <p:spPr>
          <a:xfrm>
            <a:off x="13700687" y="5143499"/>
            <a:ext cx="1680210" cy="1680210"/>
          </a:xfrm>
          <a:custGeom>
            <a:avLst/>
            <a:gdLst/>
            <a:ahLst/>
            <a:cxnLst/>
            <a:rect l="l" t="t" r="r" b="b"/>
            <a:pathLst>
              <a:path w="1680209" h="1680209">
                <a:moveTo>
                  <a:pt x="840023" y="1680046"/>
                </a:moveTo>
                <a:lnTo>
                  <a:pt x="792355" y="1678717"/>
                </a:lnTo>
                <a:lnTo>
                  <a:pt x="745385" y="1674775"/>
                </a:lnTo>
                <a:lnTo>
                  <a:pt x="699183" y="1668291"/>
                </a:lnTo>
                <a:lnTo>
                  <a:pt x="653821" y="1659338"/>
                </a:lnTo>
                <a:lnTo>
                  <a:pt x="609369" y="1647984"/>
                </a:lnTo>
                <a:lnTo>
                  <a:pt x="565898" y="1634302"/>
                </a:lnTo>
                <a:lnTo>
                  <a:pt x="523480" y="1618363"/>
                </a:lnTo>
                <a:lnTo>
                  <a:pt x="482184" y="1600236"/>
                </a:lnTo>
                <a:lnTo>
                  <a:pt x="442083" y="1579994"/>
                </a:lnTo>
                <a:lnTo>
                  <a:pt x="403246" y="1557707"/>
                </a:lnTo>
                <a:lnTo>
                  <a:pt x="365746" y="1533446"/>
                </a:lnTo>
                <a:lnTo>
                  <a:pt x="329652" y="1507281"/>
                </a:lnTo>
                <a:lnTo>
                  <a:pt x="295035" y="1479285"/>
                </a:lnTo>
                <a:lnTo>
                  <a:pt x="261968" y="1449527"/>
                </a:lnTo>
                <a:lnTo>
                  <a:pt x="230519" y="1418078"/>
                </a:lnTo>
                <a:lnTo>
                  <a:pt x="200762" y="1385011"/>
                </a:lnTo>
                <a:lnTo>
                  <a:pt x="172765" y="1350394"/>
                </a:lnTo>
                <a:lnTo>
                  <a:pt x="146601" y="1314300"/>
                </a:lnTo>
                <a:lnTo>
                  <a:pt x="122339" y="1276800"/>
                </a:lnTo>
                <a:lnTo>
                  <a:pt x="100052" y="1237963"/>
                </a:lnTo>
                <a:lnTo>
                  <a:pt x="79810" y="1197862"/>
                </a:lnTo>
                <a:lnTo>
                  <a:pt x="61683" y="1156566"/>
                </a:lnTo>
                <a:lnTo>
                  <a:pt x="45744" y="1114148"/>
                </a:lnTo>
                <a:lnTo>
                  <a:pt x="32062" y="1070677"/>
                </a:lnTo>
                <a:lnTo>
                  <a:pt x="20708" y="1026225"/>
                </a:lnTo>
                <a:lnTo>
                  <a:pt x="11755" y="980863"/>
                </a:lnTo>
                <a:lnTo>
                  <a:pt x="5271" y="934661"/>
                </a:lnTo>
                <a:lnTo>
                  <a:pt x="1329" y="887691"/>
                </a:lnTo>
                <a:lnTo>
                  <a:pt x="0" y="840023"/>
                </a:lnTo>
                <a:lnTo>
                  <a:pt x="1329" y="792355"/>
                </a:lnTo>
                <a:lnTo>
                  <a:pt x="5271" y="745385"/>
                </a:lnTo>
                <a:lnTo>
                  <a:pt x="11755" y="699183"/>
                </a:lnTo>
                <a:lnTo>
                  <a:pt x="20708" y="653821"/>
                </a:lnTo>
                <a:lnTo>
                  <a:pt x="32062" y="609369"/>
                </a:lnTo>
                <a:lnTo>
                  <a:pt x="45744" y="565898"/>
                </a:lnTo>
                <a:lnTo>
                  <a:pt x="61683" y="523480"/>
                </a:lnTo>
                <a:lnTo>
                  <a:pt x="79810" y="482184"/>
                </a:lnTo>
                <a:lnTo>
                  <a:pt x="100052" y="442083"/>
                </a:lnTo>
                <a:lnTo>
                  <a:pt x="122339" y="403246"/>
                </a:lnTo>
                <a:lnTo>
                  <a:pt x="146601" y="365746"/>
                </a:lnTo>
                <a:lnTo>
                  <a:pt x="172765" y="329652"/>
                </a:lnTo>
                <a:lnTo>
                  <a:pt x="200762" y="295035"/>
                </a:lnTo>
                <a:lnTo>
                  <a:pt x="230519" y="261968"/>
                </a:lnTo>
                <a:lnTo>
                  <a:pt x="261968" y="230519"/>
                </a:lnTo>
                <a:lnTo>
                  <a:pt x="295035" y="200761"/>
                </a:lnTo>
                <a:lnTo>
                  <a:pt x="329652" y="172765"/>
                </a:lnTo>
                <a:lnTo>
                  <a:pt x="365746" y="146600"/>
                </a:lnTo>
                <a:lnTo>
                  <a:pt x="403246" y="122339"/>
                </a:lnTo>
                <a:lnTo>
                  <a:pt x="442083" y="100052"/>
                </a:lnTo>
                <a:lnTo>
                  <a:pt x="482184" y="79810"/>
                </a:lnTo>
                <a:lnTo>
                  <a:pt x="523480" y="61683"/>
                </a:lnTo>
                <a:lnTo>
                  <a:pt x="565898" y="45744"/>
                </a:lnTo>
                <a:lnTo>
                  <a:pt x="609369" y="32062"/>
                </a:lnTo>
                <a:lnTo>
                  <a:pt x="653821" y="20708"/>
                </a:lnTo>
                <a:lnTo>
                  <a:pt x="699183" y="11755"/>
                </a:lnTo>
                <a:lnTo>
                  <a:pt x="745385" y="5271"/>
                </a:lnTo>
                <a:lnTo>
                  <a:pt x="792355" y="1329"/>
                </a:lnTo>
                <a:lnTo>
                  <a:pt x="840023" y="0"/>
                </a:lnTo>
                <a:lnTo>
                  <a:pt x="887690" y="1329"/>
                </a:lnTo>
                <a:lnTo>
                  <a:pt x="934661" y="5271"/>
                </a:lnTo>
                <a:lnTo>
                  <a:pt x="980863" y="11755"/>
                </a:lnTo>
                <a:lnTo>
                  <a:pt x="1026225" y="20708"/>
                </a:lnTo>
                <a:lnTo>
                  <a:pt x="1070677" y="32062"/>
                </a:lnTo>
                <a:lnTo>
                  <a:pt x="1114148" y="45744"/>
                </a:lnTo>
                <a:lnTo>
                  <a:pt x="1156566" y="61683"/>
                </a:lnTo>
                <a:lnTo>
                  <a:pt x="1197862" y="79810"/>
                </a:lnTo>
                <a:lnTo>
                  <a:pt x="1237963" y="100052"/>
                </a:lnTo>
                <a:lnTo>
                  <a:pt x="1276800" y="122339"/>
                </a:lnTo>
                <a:lnTo>
                  <a:pt x="1314301" y="146600"/>
                </a:lnTo>
                <a:lnTo>
                  <a:pt x="1350395" y="172765"/>
                </a:lnTo>
                <a:lnTo>
                  <a:pt x="1385011" y="200761"/>
                </a:lnTo>
                <a:lnTo>
                  <a:pt x="1418079" y="230519"/>
                </a:lnTo>
                <a:lnTo>
                  <a:pt x="1449527" y="261968"/>
                </a:lnTo>
                <a:lnTo>
                  <a:pt x="1479285" y="295035"/>
                </a:lnTo>
                <a:lnTo>
                  <a:pt x="1507282" y="329652"/>
                </a:lnTo>
                <a:lnTo>
                  <a:pt x="1533446" y="365746"/>
                </a:lnTo>
                <a:lnTo>
                  <a:pt x="1557707" y="403246"/>
                </a:lnTo>
                <a:lnTo>
                  <a:pt x="1579995" y="442083"/>
                </a:lnTo>
                <a:lnTo>
                  <a:pt x="1600237" y="482184"/>
                </a:lnTo>
                <a:lnTo>
                  <a:pt x="1618363" y="523480"/>
                </a:lnTo>
                <a:lnTo>
                  <a:pt x="1634303" y="565898"/>
                </a:lnTo>
                <a:lnTo>
                  <a:pt x="1647985" y="609369"/>
                </a:lnTo>
                <a:lnTo>
                  <a:pt x="1659338" y="653821"/>
                </a:lnTo>
                <a:lnTo>
                  <a:pt x="1668292" y="699183"/>
                </a:lnTo>
                <a:lnTo>
                  <a:pt x="1674776" y="745385"/>
                </a:lnTo>
                <a:lnTo>
                  <a:pt x="1678718" y="792355"/>
                </a:lnTo>
                <a:lnTo>
                  <a:pt x="1680047" y="840023"/>
                </a:lnTo>
                <a:lnTo>
                  <a:pt x="1678718" y="887691"/>
                </a:lnTo>
                <a:lnTo>
                  <a:pt x="1674776" y="934661"/>
                </a:lnTo>
                <a:lnTo>
                  <a:pt x="1668292" y="980863"/>
                </a:lnTo>
                <a:lnTo>
                  <a:pt x="1659338" y="1026225"/>
                </a:lnTo>
                <a:lnTo>
                  <a:pt x="1647985" y="1070677"/>
                </a:lnTo>
                <a:lnTo>
                  <a:pt x="1634303" y="1114148"/>
                </a:lnTo>
                <a:lnTo>
                  <a:pt x="1618363" y="1156566"/>
                </a:lnTo>
                <a:lnTo>
                  <a:pt x="1600237" y="1197862"/>
                </a:lnTo>
                <a:lnTo>
                  <a:pt x="1579995" y="1237963"/>
                </a:lnTo>
                <a:lnTo>
                  <a:pt x="1557707" y="1276800"/>
                </a:lnTo>
                <a:lnTo>
                  <a:pt x="1533446" y="1314300"/>
                </a:lnTo>
                <a:lnTo>
                  <a:pt x="1507282" y="1350394"/>
                </a:lnTo>
                <a:lnTo>
                  <a:pt x="1479285" y="1385011"/>
                </a:lnTo>
                <a:lnTo>
                  <a:pt x="1449527" y="1418078"/>
                </a:lnTo>
                <a:lnTo>
                  <a:pt x="1418079" y="1449527"/>
                </a:lnTo>
                <a:lnTo>
                  <a:pt x="1385011" y="1479285"/>
                </a:lnTo>
                <a:lnTo>
                  <a:pt x="1350395" y="1507281"/>
                </a:lnTo>
                <a:lnTo>
                  <a:pt x="1314301" y="1533446"/>
                </a:lnTo>
                <a:lnTo>
                  <a:pt x="1276800" y="1557707"/>
                </a:lnTo>
                <a:lnTo>
                  <a:pt x="1237963" y="1579994"/>
                </a:lnTo>
                <a:lnTo>
                  <a:pt x="1197862" y="1600236"/>
                </a:lnTo>
                <a:lnTo>
                  <a:pt x="1156566" y="1618363"/>
                </a:lnTo>
                <a:lnTo>
                  <a:pt x="1114148" y="1634302"/>
                </a:lnTo>
                <a:lnTo>
                  <a:pt x="1070677" y="1647984"/>
                </a:lnTo>
                <a:lnTo>
                  <a:pt x="1026225" y="1659338"/>
                </a:lnTo>
                <a:lnTo>
                  <a:pt x="980863" y="1668291"/>
                </a:lnTo>
                <a:lnTo>
                  <a:pt x="934661" y="1674775"/>
                </a:lnTo>
                <a:lnTo>
                  <a:pt x="887690" y="1678717"/>
                </a:lnTo>
                <a:lnTo>
                  <a:pt x="840023" y="1680046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 txBox="1"/>
          <p:nvPr/>
        </p:nvSpPr>
        <p:spPr>
          <a:xfrm>
            <a:off x="13957365" y="5813456"/>
            <a:ext cx="116649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55">
                <a:latin typeface="Verdana"/>
                <a:cs typeface="Verdana"/>
              </a:rPr>
              <a:t>4.2</a:t>
            </a:r>
            <a:r>
              <a:rPr dirty="0" sz="1900" spc="-190">
                <a:latin typeface="Verdana"/>
                <a:cs typeface="Verdana"/>
              </a:rPr>
              <a:t> </a:t>
            </a:r>
            <a:r>
              <a:rPr dirty="0" sz="1900" spc="-45">
                <a:latin typeface="Verdana"/>
                <a:cs typeface="Verdana"/>
              </a:rPr>
              <a:t>Rating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0" name="object 60" descr=""/>
          <p:cNvSpPr/>
          <p:nvPr/>
        </p:nvSpPr>
        <p:spPr>
          <a:xfrm>
            <a:off x="15775894" y="5143499"/>
            <a:ext cx="1680210" cy="1680210"/>
          </a:xfrm>
          <a:custGeom>
            <a:avLst/>
            <a:gdLst/>
            <a:ahLst/>
            <a:cxnLst/>
            <a:rect l="l" t="t" r="r" b="b"/>
            <a:pathLst>
              <a:path w="1680209" h="1680209">
                <a:moveTo>
                  <a:pt x="840023" y="1680046"/>
                </a:moveTo>
                <a:lnTo>
                  <a:pt x="792355" y="1678717"/>
                </a:lnTo>
                <a:lnTo>
                  <a:pt x="745385" y="1674775"/>
                </a:lnTo>
                <a:lnTo>
                  <a:pt x="699183" y="1668291"/>
                </a:lnTo>
                <a:lnTo>
                  <a:pt x="653821" y="1659338"/>
                </a:lnTo>
                <a:lnTo>
                  <a:pt x="609369" y="1647984"/>
                </a:lnTo>
                <a:lnTo>
                  <a:pt x="565898" y="1634302"/>
                </a:lnTo>
                <a:lnTo>
                  <a:pt x="523480" y="1618363"/>
                </a:lnTo>
                <a:lnTo>
                  <a:pt x="482184" y="1600236"/>
                </a:lnTo>
                <a:lnTo>
                  <a:pt x="442083" y="1579994"/>
                </a:lnTo>
                <a:lnTo>
                  <a:pt x="403246" y="1557707"/>
                </a:lnTo>
                <a:lnTo>
                  <a:pt x="365746" y="1533446"/>
                </a:lnTo>
                <a:lnTo>
                  <a:pt x="329652" y="1507281"/>
                </a:lnTo>
                <a:lnTo>
                  <a:pt x="295035" y="1479285"/>
                </a:lnTo>
                <a:lnTo>
                  <a:pt x="261968" y="1449527"/>
                </a:lnTo>
                <a:lnTo>
                  <a:pt x="230519" y="1418078"/>
                </a:lnTo>
                <a:lnTo>
                  <a:pt x="200762" y="1385011"/>
                </a:lnTo>
                <a:lnTo>
                  <a:pt x="172765" y="1350394"/>
                </a:lnTo>
                <a:lnTo>
                  <a:pt x="146601" y="1314300"/>
                </a:lnTo>
                <a:lnTo>
                  <a:pt x="122339" y="1276800"/>
                </a:lnTo>
                <a:lnTo>
                  <a:pt x="100052" y="1237963"/>
                </a:lnTo>
                <a:lnTo>
                  <a:pt x="79810" y="1197862"/>
                </a:lnTo>
                <a:lnTo>
                  <a:pt x="61683" y="1156566"/>
                </a:lnTo>
                <a:lnTo>
                  <a:pt x="45744" y="1114148"/>
                </a:lnTo>
                <a:lnTo>
                  <a:pt x="32062" y="1070677"/>
                </a:lnTo>
                <a:lnTo>
                  <a:pt x="20708" y="1026225"/>
                </a:lnTo>
                <a:lnTo>
                  <a:pt x="11755" y="980863"/>
                </a:lnTo>
                <a:lnTo>
                  <a:pt x="5271" y="934661"/>
                </a:lnTo>
                <a:lnTo>
                  <a:pt x="1329" y="887691"/>
                </a:lnTo>
                <a:lnTo>
                  <a:pt x="0" y="840023"/>
                </a:lnTo>
                <a:lnTo>
                  <a:pt x="1329" y="792355"/>
                </a:lnTo>
                <a:lnTo>
                  <a:pt x="5271" y="745385"/>
                </a:lnTo>
                <a:lnTo>
                  <a:pt x="11755" y="699183"/>
                </a:lnTo>
                <a:lnTo>
                  <a:pt x="20708" y="653821"/>
                </a:lnTo>
                <a:lnTo>
                  <a:pt x="32062" y="609369"/>
                </a:lnTo>
                <a:lnTo>
                  <a:pt x="45744" y="565898"/>
                </a:lnTo>
                <a:lnTo>
                  <a:pt x="61683" y="523480"/>
                </a:lnTo>
                <a:lnTo>
                  <a:pt x="79810" y="482184"/>
                </a:lnTo>
                <a:lnTo>
                  <a:pt x="100052" y="442083"/>
                </a:lnTo>
                <a:lnTo>
                  <a:pt x="122339" y="403246"/>
                </a:lnTo>
                <a:lnTo>
                  <a:pt x="146601" y="365746"/>
                </a:lnTo>
                <a:lnTo>
                  <a:pt x="172765" y="329652"/>
                </a:lnTo>
                <a:lnTo>
                  <a:pt x="200762" y="295035"/>
                </a:lnTo>
                <a:lnTo>
                  <a:pt x="230519" y="261968"/>
                </a:lnTo>
                <a:lnTo>
                  <a:pt x="261968" y="230519"/>
                </a:lnTo>
                <a:lnTo>
                  <a:pt x="295035" y="200761"/>
                </a:lnTo>
                <a:lnTo>
                  <a:pt x="329652" y="172765"/>
                </a:lnTo>
                <a:lnTo>
                  <a:pt x="365746" y="146600"/>
                </a:lnTo>
                <a:lnTo>
                  <a:pt x="403246" y="122339"/>
                </a:lnTo>
                <a:lnTo>
                  <a:pt x="442083" y="100052"/>
                </a:lnTo>
                <a:lnTo>
                  <a:pt x="482184" y="79810"/>
                </a:lnTo>
                <a:lnTo>
                  <a:pt x="523480" y="61683"/>
                </a:lnTo>
                <a:lnTo>
                  <a:pt x="565898" y="45744"/>
                </a:lnTo>
                <a:lnTo>
                  <a:pt x="609369" y="32062"/>
                </a:lnTo>
                <a:lnTo>
                  <a:pt x="653821" y="20708"/>
                </a:lnTo>
                <a:lnTo>
                  <a:pt x="699183" y="11755"/>
                </a:lnTo>
                <a:lnTo>
                  <a:pt x="745385" y="5271"/>
                </a:lnTo>
                <a:lnTo>
                  <a:pt x="792355" y="1329"/>
                </a:lnTo>
                <a:lnTo>
                  <a:pt x="840023" y="0"/>
                </a:lnTo>
                <a:lnTo>
                  <a:pt x="887690" y="1329"/>
                </a:lnTo>
                <a:lnTo>
                  <a:pt x="934661" y="5271"/>
                </a:lnTo>
                <a:lnTo>
                  <a:pt x="980863" y="11755"/>
                </a:lnTo>
                <a:lnTo>
                  <a:pt x="1026225" y="20708"/>
                </a:lnTo>
                <a:lnTo>
                  <a:pt x="1070677" y="32062"/>
                </a:lnTo>
                <a:lnTo>
                  <a:pt x="1114148" y="45744"/>
                </a:lnTo>
                <a:lnTo>
                  <a:pt x="1156566" y="61683"/>
                </a:lnTo>
                <a:lnTo>
                  <a:pt x="1197862" y="79810"/>
                </a:lnTo>
                <a:lnTo>
                  <a:pt x="1237963" y="100052"/>
                </a:lnTo>
                <a:lnTo>
                  <a:pt x="1276800" y="122339"/>
                </a:lnTo>
                <a:lnTo>
                  <a:pt x="1314301" y="146600"/>
                </a:lnTo>
                <a:lnTo>
                  <a:pt x="1350395" y="172765"/>
                </a:lnTo>
                <a:lnTo>
                  <a:pt x="1385011" y="200761"/>
                </a:lnTo>
                <a:lnTo>
                  <a:pt x="1418079" y="230519"/>
                </a:lnTo>
                <a:lnTo>
                  <a:pt x="1449527" y="261968"/>
                </a:lnTo>
                <a:lnTo>
                  <a:pt x="1479285" y="295035"/>
                </a:lnTo>
                <a:lnTo>
                  <a:pt x="1507282" y="329652"/>
                </a:lnTo>
                <a:lnTo>
                  <a:pt x="1533446" y="365746"/>
                </a:lnTo>
                <a:lnTo>
                  <a:pt x="1557707" y="403246"/>
                </a:lnTo>
                <a:lnTo>
                  <a:pt x="1579995" y="442083"/>
                </a:lnTo>
                <a:lnTo>
                  <a:pt x="1600237" y="482184"/>
                </a:lnTo>
                <a:lnTo>
                  <a:pt x="1618363" y="523480"/>
                </a:lnTo>
                <a:lnTo>
                  <a:pt x="1634303" y="565898"/>
                </a:lnTo>
                <a:lnTo>
                  <a:pt x="1647985" y="609369"/>
                </a:lnTo>
                <a:lnTo>
                  <a:pt x="1659338" y="653821"/>
                </a:lnTo>
                <a:lnTo>
                  <a:pt x="1668292" y="699183"/>
                </a:lnTo>
                <a:lnTo>
                  <a:pt x="1674775" y="745385"/>
                </a:lnTo>
                <a:lnTo>
                  <a:pt x="1678717" y="792355"/>
                </a:lnTo>
                <a:lnTo>
                  <a:pt x="1680047" y="840023"/>
                </a:lnTo>
                <a:lnTo>
                  <a:pt x="1678717" y="887691"/>
                </a:lnTo>
                <a:lnTo>
                  <a:pt x="1674775" y="934661"/>
                </a:lnTo>
                <a:lnTo>
                  <a:pt x="1668292" y="980863"/>
                </a:lnTo>
                <a:lnTo>
                  <a:pt x="1659338" y="1026225"/>
                </a:lnTo>
                <a:lnTo>
                  <a:pt x="1647985" y="1070677"/>
                </a:lnTo>
                <a:lnTo>
                  <a:pt x="1634303" y="1114148"/>
                </a:lnTo>
                <a:lnTo>
                  <a:pt x="1618363" y="1156566"/>
                </a:lnTo>
                <a:lnTo>
                  <a:pt x="1600237" y="1197862"/>
                </a:lnTo>
                <a:lnTo>
                  <a:pt x="1579995" y="1237963"/>
                </a:lnTo>
                <a:lnTo>
                  <a:pt x="1557707" y="1276800"/>
                </a:lnTo>
                <a:lnTo>
                  <a:pt x="1533446" y="1314300"/>
                </a:lnTo>
                <a:lnTo>
                  <a:pt x="1507282" y="1350394"/>
                </a:lnTo>
                <a:lnTo>
                  <a:pt x="1479285" y="1385011"/>
                </a:lnTo>
                <a:lnTo>
                  <a:pt x="1449527" y="1418078"/>
                </a:lnTo>
                <a:lnTo>
                  <a:pt x="1418079" y="1449527"/>
                </a:lnTo>
                <a:lnTo>
                  <a:pt x="1385011" y="1479285"/>
                </a:lnTo>
                <a:lnTo>
                  <a:pt x="1350395" y="1507281"/>
                </a:lnTo>
                <a:lnTo>
                  <a:pt x="1314301" y="1533446"/>
                </a:lnTo>
                <a:lnTo>
                  <a:pt x="1276800" y="1557707"/>
                </a:lnTo>
                <a:lnTo>
                  <a:pt x="1237963" y="1579994"/>
                </a:lnTo>
                <a:lnTo>
                  <a:pt x="1197862" y="1600236"/>
                </a:lnTo>
                <a:lnTo>
                  <a:pt x="1156566" y="1618363"/>
                </a:lnTo>
                <a:lnTo>
                  <a:pt x="1114148" y="1634302"/>
                </a:lnTo>
                <a:lnTo>
                  <a:pt x="1070677" y="1647984"/>
                </a:lnTo>
                <a:lnTo>
                  <a:pt x="1026225" y="1659338"/>
                </a:lnTo>
                <a:lnTo>
                  <a:pt x="980863" y="1668291"/>
                </a:lnTo>
                <a:lnTo>
                  <a:pt x="934661" y="1674775"/>
                </a:lnTo>
                <a:lnTo>
                  <a:pt x="887690" y="1678717"/>
                </a:lnTo>
                <a:lnTo>
                  <a:pt x="840023" y="1680046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 txBox="1"/>
          <p:nvPr/>
        </p:nvSpPr>
        <p:spPr>
          <a:xfrm>
            <a:off x="16083323" y="5436228"/>
            <a:ext cx="1064895" cy="102552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dirty="0" sz="1900" spc="-10">
                <a:latin typeface="Verdana"/>
                <a:cs typeface="Verdana"/>
              </a:rPr>
              <a:t>100,000</a:t>
            </a:r>
            <a:endParaRPr sz="1900">
              <a:latin typeface="Verdana"/>
              <a:cs typeface="Verdana"/>
            </a:endParaRPr>
          </a:p>
          <a:p>
            <a:pPr algn="ctr" marL="178435" marR="170180">
              <a:lnSpc>
                <a:spcPct val="115100"/>
              </a:lnSpc>
            </a:pPr>
            <a:r>
              <a:rPr dirty="0" sz="1900" spc="-30">
                <a:latin typeface="Verdana"/>
                <a:cs typeface="Verdana"/>
              </a:rPr>
              <a:t>active </a:t>
            </a:r>
            <a:r>
              <a:rPr dirty="0" sz="1900" spc="-10">
                <a:latin typeface="Verdana"/>
                <a:cs typeface="Verdana"/>
              </a:rPr>
              <a:t>users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2" name="object 62" descr=""/>
          <p:cNvSpPr/>
          <p:nvPr/>
        </p:nvSpPr>
        <p:spPr>
          <a:xfrm>
            <a:off x="11601445" y="7261697"/>
            <a:ext cx="1680210" cy="1680210"/>
          </a:xfrm>
          <a:custGeom>
            <a:avLst/>
            <a:gdLst/>
            <a:ahLst/>
            <a:cxnLst/>
            <a:rect l="l" t="t" r="r" b="b"/>
            <a:pathLst>
              <a:path w="1680209" h="1680209">
                <a:moveTo>
                  <a:pt x="840023" y="1680046"/>
                </a:moveTo>
                <a:lnTo>
                  <a:pt x="792356" y="1678717"/>
                </a:lnTo>
                <a:lnTo>
                  <a:pt x="745385" y="1674775"/>
                </a:lnTo>
                <a:lnTo>
                  <a:pt x="699184" y="1668291"/>
                </a:lnTo>
                <a:lnTo>
                  <a:pt x="653821" y="1659338"/>
                </a:lnTo>
                <a:lnTo>
                  <a:pt x="609369" y="1647984"/>
                </a:lnTo>
                <a:lnTo>
                  <a:pt x="565899" y="1634302"/>
                </a:lnTo>
                <a:lnTo>
                  <a:pt x="523480" y="1618363"/>
                </a:lnTo>
                <a:lnTo>
                  <a:pt x="482185" y="1600236"/>
                </a:lnTo>
                <a:lnTo>
                  <a:pt x="442083" y="1579994"/>
                </a:lnTo>
                <a:lnTo>
                  <a:pt x="403247" y="1557707"/>
                </a:lnTo>
                <a:lnTo>
                  <a:pt x="365746" y="1533446"/>
                </a:lnTo>
                <a:lnTo>
                  <a:pt x="329652" y="1507281"/>
                </a:lnTo>
                <a:lnTo>
                  <a:pt x="295036" y="1479285"/>
                </a:lnTo>
                <a:lnTo>
                  <a:pt x="261968" y="1449527"/>
                </a:lnTo>
                <a:lnTo>
                  <a:pt x="230520" y="1418079"/>
                </a:lnTo>
                <a:lnTo>
                  <a:pt x="200762" y="1385011"/>
                </a:lnTo>
                <a:lnTo>
                  <a:pt x="172765" y="1350394"/>
                </a:lnTo>
                <a:lnTo>
                  <a:pt x="146601" y="1314301"/>
                </a:lnTo>
                <a:lnTo>
                  <a:pt x="122339" y="1276800"/>
                </a:lnTo>
                <a:lnTo>
                  <a:pt x="100052" y="1237963"/>
                </a:lnTo>
                <a:lnTo>
                  <a:pt x="79810" y="1197862"/>
                </a:lnTo>
                <a:lnTo>
                  <a:pt x="61683" y="1156567"/>
                </a:lnTo>
                <a:lnTo>
                  <a:pt x="45744" y="1114148"/>
                </a:lnTo>
                <a:lnTo>
                  <a:pt x="32062" y="1070677"/>
                </a:lnTo>
                <a:lnTo>
                  <a:pt x="20708" y="1026225"/>
                </a:lnTo>
                <a:lnTo>
                  <a:pt x="11755" y="980863"/>
                </a:lnTo>
                <a:lnTo>
                  <a:pt x="5271" y="934661"/>
                </a:lnTo>
                <a:lnTo>
                  <a:pt x="1329" y="887691"/>
                </a:lnTo>
                <a:lnTo>
                  <a:pt x="0" y="840023"/>
                </a:lnTo>
                <a:lnTo>
                  <a:pt x="1329" y="792356"/>
                </a:lnTo>
                <a:lnTo>
                  <a:pt x="5271" y="745385"/>
                </a:lnTo>
                <a:lnTo>
                  <a:pt x="11755" y="699184"/>
                </a:lnTo>
                <a:lnTo>
                  <a:pt x="20708" y="653821"/>
                </a:lnTo>
                <a:lnTo>
                  <a:pt x="32062" y="609369"/>
                </a:lnTo>
                <a:lnTo>
                  <a:pt x="45744" y="565899"/>
                </a:lnTo>
                <a:lnTo>
                  <a:pt x="61683" y="523480"/>
                </a:lnTo>
                <a:lnTo>
                  <a:pt x="79810" y="482185"/>
                </a:lnTo>
                <a:lnTo>
                  <a:pt x="100052" y="442083"/>
                </a:lnTo>
                <a:lnTo>
                  <a:pt x="122339" y="403247"/>
                </a:lnTo>
                <a:lnTo>
                  <a:pt x="146601" y="365746"/>
                </a:lnTo>
                <a:lnTo>
                  <a:pt x="172765" y="329652"/>
                </a:lnTo>
                <a:lnTo>
                  <a:pt x="200762" y="295036"/>
                </a:lnTo>
                <a:lnTo>
                  <a:pt x="230520" y="261968"/>
                </a:lnTo>
                <a:lnTo>
                  <a:pt x="261968" y="230520"/>
                </a:lnTo>
                <a:lnTo>
                  <a:pt x="295036" y="200762"/>
                </a:lnTo>
                <a:lnTo>
                  <a:pt x="329652" y="172765"/>
                </a:lnTo>
                <a:lnTo>
                  <a:pt x="365746" y="146601"/>
                </a:lnTo>
                <a:lnTo>
                  <a:pt x="403247" y="122339"/>
                </a:lnTo>
                <a:lnTo>
                  <a:pt x="442083" y="100052"/>
                </a:lnTo>
                <a:lnTo>
                  <a:pt x="482185" y="79810"/>
                </a:lnTo>
                <a:lnTo>
                  <a:pt x="523480" y="61683"/>
                </a:lnTo>
                <a:lnTo>
                  <a:pt x="565899" y="45744"/>
                </a:lnTo>
                <a:lnTo>
                  <a:pt x="609369" y="32062"/>
                </a:lnTo>
                <a:lnTo>
                  <a:pt x="653821" y="20708"/>
                </a:lnTo>
                <a:lnTo>
                  <a:pt x="699184" y="11755"/>
                </a:lnTo>
                <a:lnTo>
                  <a:pt x="745385" y="5271"/>
                </a:lnTo>
                <a:lnTo>
                  <a:pt x="792356" y="1329"/>
                </a:lnTo>
                <a:lnTo>
                  <a:pt x="840023" y="0"/>
                </a:lnTo>
                <a:lnTo>
                  <a:pt x="887691" y="1329"/>
                </a:lnTo>
                <a:lnTo>
                  <a:pt x="934662" y="5271"/>
                </a:lnTo>
                <a:lnTo>
                  <a:pt x="980863" y="11755"/>
                </a:lnTo>
                <a:lnTo>
                  <a:pt x="1026226" y="20708"/>
                </a:lnTo>
                <a:lnTo>
                  <a:pt x="1070678" y="32062"/>
                </a:lnTo>
                <a:lnTo>
                  <a:pt x="1114148" y="45744"/>
                </a:lnTo>
                <a:lnTo>
                  <a:pt x="1156567" y="61683"/>
                </a:lnTo>
                <a:lnTo>
                  <a:pt x="1197862" y="79810"/>
                </a:lnTo>
                <a:lnTo>
                  <a:pt x="1237964" y="100052"/>
                </a:lnTo>
                <a:lnTo>
                  <a:pt x="1276800" y="122339"/>
                </a:lnTo>
                <a:lnTo>
                  <a:pt x="1314301" y="146601"/>
                </a:lnTo>
                <a:lnTo>
                  <a:pt x="1350395" y="172765"/>
                </a:lnTo>
                <a:lnTo>
                  <a:pt x="1385011" y="200762"/>
                </a:lnTo>
                <a:lnTo>
                  <a:pt x="1418079" y="230520"/>
                </a:lnTo>
                <a:lnTo>
                  <a:pt x="1449527" y="261968"/>
                </a:lnTo>
                <a:lnTo>
                  <a:pt x="1479285" y="295036"/>
                </a:lnTo>
                <a:lnTo>
                  <a:pt x="1507282" y="329652"/>
                </a:lnTo>
                <a:lnTo>
                  <a:pt x="1533446" y="365746"/>
                </a:lnTo>
                <a:lnTo>
                  <a:pt x="1557708" y="403247"/>
                </a:lnTo>
                <a:lnTo>
                  <a:pt x="1579995" y="442083"/>
                </a:lnTo>
                <a:lnTo>
                  <a:pt x="1600237" y="482185"/>
                </a:lnTo>
                <a:lnTo>
                  <a:pt x="1618364" y="523480"/>
                </a:lnTo>
                <a:lnTo>
                  <a:pt x="1634303" y="565899"/>
                </a:lnTo>
                <a:lnTo>
                  <a:pt x="1647985" y="609369"/>
                </a:lnTo>
                <a:lnTo>
                  <a:pt x="1659338" y="653821"/>
                </a:lnTo>
                <a:lnTo>
                  <a:pt x="1668292" y="699184"/>
                </a:lnTo>
                <a:lnTo>
                  <a:pt x="1674776" y="745385"/>
                </a:lnTo>
                <a:lnTo>
                  <a:pt x="1678718" y="792356"/>
                </a:lnTo>
                <a:lnTo>
                  <a:pt x="1680047" y="840023"/>
                </a:lnTo>
                <a:lnTo>
                  <a:pt x="1678718" y="887691"/>
                </a:lnTo>
                <a:lnTo>
                  <a:pt x="1674776" y="934661"/>
                </a:lnTo>
                <a:lnTo>
                  <a:pt x="1668292" y="980863"/>
                </a:lnTo>
                <a:lnTo>
                  <a:pt x="1659338" y="1026225"/>
                </a:lnTo>
                <a:lnTo>
                  <a:pt x="1647985" y="1070677"/>
                </a:lnTo>
                <a:lnTo>
                  <a:pt x="1634303" y="1114148"/>
                </a:lnTo>
                <a:lnTo>
                  <a:pt x="1618364" y="1156567"/>
                </a:lnTo>
                <a:lnTo>
                  <a:pt x="1600237" y="1197862"/>
                </a:lnTo>
                <a:lnTo>
                  <a:pt x="1579995" y="1237963"/>
                </a:lnTo>
                <a:lnTo>
                  <a:pt x="1557708" y="1276800"/>
                </a:lnTo>
                <a:lnTo>
                  <a:pt x="1533446" y="1314301"/>
                </a:lnTo>
                <a:lnTo>
                  <a:pt x="1507282" y="1350394"/>
                </a:lnTo>
                <a:lnTo>
                  <a:pt x="1479285" y="1385011"/>
                </a:lnTo>
                <a:lnTo>
                  <a:pt x="1449527" y="1418079"/>
                </a:lnTo>
                <a:lnTo>
                  <a:pt x="1418079" y="1449527"/>
                </a:lnTo>
                <a:lnTo>
                  <a:pt x="1385011" y="1479285"/>
                </a:lnTo>
                <a:lnTo>
                  <a:pt x="1350395" y="1507281"/>
                </a:lnTo>
                <a:lnTo>
                  <a:pt x="1314301" y="1533446"/>
                </a:lnTo>
                <a:lnTo>
                  <a:pt x="1276800" y="1557707"/>
                </a:lnTo>
                <a:lnTo>
                  <a:pt x="1237964" y="1579994"/>
                </a:lnTo>
                <a:lnTo>
                  <a:pt x="1197862" y="1600236"/>
                </a:lnTo>
                <a:lnTo>
                  <a:pt x="1156567" y="1618363"/>
                </a:lnTo>
                <a:lnTo>
                  <a:pt x="1114148" y="1634302"/>
                </a:lnTo>
                <a:lnTo>
                  <a:pt x="1070678" y="1647984"/>
                </a:lnTo>
                <a:lnTo>
                  <a:pt x="1026226" y="1659338"/>
                </a:lnTo>
                <a:lnTo>
                  <a:pt x="980863" y="1668291"/>
                </a:lnTo>
                <a:lnTo>
                  <a:pt x="934662" y="1674775"/>
                </a:lnTo>
                <a:lnTo>
                  <a:pt x="887691" y="1678717"/>
                </a:lnTo>
                <a:lnTo>
                  <a:pt x="840023" y="1680046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 txBox="1"/>
          <p:nvPr/>
        </p:nvSpPr>
        <p:spPr>
          <a:xfrm>
            <a:off x="11988496" y="7716351"/>
            <a:ext cx="905510" cy="69215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445"/>
              </a:spcBef>
            </a:pPr>
            <a:r>
              <a:rPr dirty="0" sz="1900" spc="-20">
                <a:latin typeface="Verdana"/>
                <a:cs typeface="Verdana"/>
              </a:rPr>
              <a:t>600+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900" spc="-10">
                <a:latin typeface="Verdana"/>
                <a:cs typeface="Verdana"/>
              </a:rPr>
              <a:t>centers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64760" y="7627322"/>
            <a:ext cx="11576050" cy="2157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5055">
              <a:lnSpc>
                <a:spcPct val="100000"/>
              </a:lnSpc>
              <a:spcBef>
                <a:spcPts val="100"/>
              </a:spcBef>
              <a:tabLst>
                <a:tab pos="3066415" algn="l"/>
                <a:tab pos="4951730" algn="l"/>
                <a:tab pos="6619875" algn="l"/>
                <a:tab pos="8481060" algn="l"/>
              </a:tabLst>
            </a:pPr>
            <a:r>
              <a:rPr dirty="0" sz="1800" spc="-80">
                <a:latin typeface="Verdana"/>
                <a:cs typeface="Verdana"/>
              </a:rPr>
              <a:t>Gym</a:t>
            </a:r>
            <a:r>
              <a:rPr dirty="0" sz="1800" spc="-17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owners</a:t>
            </a:r>
            <a:r>
              <a:rPr dirty="0" sz="1800">
                <a:latin typeface="Verdana"/>
                <a:cs typeface="Verdana"/>
              </a:rPr>
              <a:t>	</a:t>
            </a:r>
            <a:r>
              <a:rPr dirty="0" baseline="1543" sz="2700" spc="-15">
                <a:latin typeface="Verdana"/>
                <a:cs typeface="Verdana"/>
              </a:rPr>
              <a:t>Consumers</a:t>
            </a:r>
            <a:r>
              <a:rPr dirty="0" baseline="1543" sz="2700">
                <a:latin typeface="Verdana"/>
                <a:cs typeface="Verdana"/>
              </a:rPr>
              <a:t>	</a:t>
            </a:r>
            <a:r>
              <a:rPr dirty="0" baseline="1543" sz="2700" spc="-15">
                <a:latin typeface="Verdana"/>
                <a:cs typeface="Verdana"/>
              </a:rPr>
              <a:t>Nutritionist</a:t>
            </a:r>
            <a:r>
              <a:rPr dirty="0" baseline="1543" sz="2700">
                <a:latin typeface="Verdana"/>
                <a:cs typeface="Verdana"/>
              </a:rPr>
              <a:t>	</a:t>
            </a:r>
            <a:r>
              <a:rPr dirty="0" baseline="1543" sz="2700" spc="-52">
                <a:latin typeface="Verdana"/>
                <a:cs typeface="Verdana"/>
              </a:rPr>
              <a:t>Wellness</a:t>
            </a:r>
            <a:r>
              <a:rPr dirty="0" baseline="1543" sz="2700" spc="-232">
                <a:latin typeface="Verdana"/>
                <a:cs typeface="Verdana"/>
              </a:rPr>
              <a:t> </a:t>
            </a:r>
            <a:r>
              <a:rPr dirty="0" baseline="1543" sz="2700" spc="-15">
                <a:latin typeface="Verdana"/>
                <a:cs typeface="Verdana"/>
              </a:rPr>
              <a:t>clinics</a:t>
            </a:r>
            <a:r>
              <a:rPr dirty="0" baseline="1543" sz="2700">
                <a:latin typeface="Verdana"/>
                <a:cs typeface="Verdana"/>
              </a:rPr>
              <a:t>	</a:t>
            </a:r>
            <a:r>
              <a:rPr dirty="0" baseline="1543" sz="2700" spc="-60">
                <a:latin typeface="Verdana"/>
                <a:cs typeface="Verdana"/>
              </a:rPr>
              <a:t>Government</a:t>
            </a:r>
            <a:r>
              <a:rPr dirty="0" baseline="1543" sz="2700" spc="-202">
                <a:latin typeface="Verdana"/>
                <a:cs typeface="Verdana"/>
              </a:rPr>
              <a:t> </a:t>
            </a:r>
            <a:r>
              <a:rPr dirty="0" baseline="1543" sz="2700" spc="-15">
                <a:latin typeface="Verdana"/>
                <a:cs typeface="Verdana"/>
              </a:rPr>
              <a:t>bodies</a:t>
            </a:r>
            <a:endParaRPr baseline="1543" sz="2700">
              <a:latin typeface="Verdana"/>
              <a:cs typeface="Verdana"/>
            </a:endParaRPr>
          </a:p>
          <a:p>
            <a:pPr marL="12700" marR="5080">
              <a:lnSpc>
                <a:spcPct val="114599"/>
              </a:lnSpc>
              <a:spcBef>
                <a:spcPts val="1425"/>
              </a:spcBef>
            </a:pPr>
            <a:r>
              <a:rPr dirty="0" sz="2400" spc="-105">
                <a:latin typeface="Verdana"/>
                <a:cs typeface="Verdana"/>
              </a:rPr>
              <a:t>Working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45">
                <a:latin typeface="Verdana"/>
                <a:cs typeface="Verdana"/>
              </a:rPr>
              <a:t>professional,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especially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the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40">
                <a:latin typeface="Verdana"/>
                <a:cs typeface="Verdana"/>
              </a:rPr>
              <a:t>millennials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50">
                <a:latin typeface="Verdana"/>
                <a:cs typeface="Verdana"/>
              </a:rPr>
              <a:t>and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the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35">
                <a:latin typeface="Verdana"/>
                <a:cs typeface="Verdana"/>
              </a:rPr>
              <a:t>GenZ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80">
                <a:latin typeface="Verdana"/>
                <a:cs typeface="Verdana"/>
              </a:rPr>
              <a:t>have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understood </a:t>
            </a:r>
            <a:r>
              <a:rPr dirty="0" sz="2400" spc="-35">
                <a:latin typeface="Verdana"/>
                <a:cs typeface="Verdana"/>
              </a:rPr>
              <a:t>the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importance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of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fitness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50">
                <a:latin typeface="Verdana"/>
                <a:cs typeface="Verdana"/>
              </a:rPr>
              <a:t>and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80">
                <a:latin typeface="Verdana"/>
                <a:cs typeface="Verdana"/>
              </a:rPr>
              <a:t>has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added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it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to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their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90">
                <a:latin typeface="Verdana"/>
                <a:cs typeface="Verdana"/>
              </a:rPr>
              <a:t>way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of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50">
                <a:latin typeface="Verdana"/>
                <a:cs typeface="Verdana"/>
              </a:rPr>
              <a:t>life.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65">
                <a:latin typeface="Verdana"/>
                <a:cs typeface="Verdana"/>
              </a:rPr>
              <a:t>The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digitization </a:t>
            </a:r>
            <a:r>
              <a:rPr dirty="0" sz="2400">
                <a:latin typeface="Verdana"/>
                <a:cs typeface="Verdana"/>
              </a:rPr>
              <a:t>of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fitness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90">
                <a:latin typeface="Verdana"/>
                <a:cs typeface="Verdana"/>
              </a:rPr>
              <a:t>regime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245">
                <a:latin typeface="Verdana"/>
                <a:cs typeface="Verdana"/>
              </a:rPr>
              <a:t>,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60">
                <a:latin typeface="Verdana"/>
                <a:cs typeface="Verdana"/>
              </a:rPr>
              <a:t>spreading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fitness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beyond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the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60">
                <a:latin typeface="Verdana"/>
                <a:cs typeface="Verdana"/>
              </a:rPr>
              <a:t>realms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of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10">
                <a:latin typeface="Verdana"/>
                <a:cs typeface="Verdana"/>
              </a:rPr>
              <a:t>gymnasiums,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goes well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with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the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routine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of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the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youth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50">
                <a:latin typeface="Verdana"/>
                <a:cs typeface="Verdana"/>
              </a:rPr>
              <a:t>and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Cult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fit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does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hit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the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spot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on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this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aspect.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5" name="object 65" descr=""/>
          <p:cNvSpPr/>
          <p:nvPr/>
        </p:nvSpPr>
        <p:spPr>
          <a:xfrm>
            <a:off x="13854290" y="7261697"/>
            <a:ext cx="1680210" cy="1680210"/>
          </a:xfrm>
          <a:custGeom>
            <a:avLst/>
            <a:gdLst/>
            <a:ahLst/>
            <a:cxnLst/>
            <a:rect l="l" t="t" r="r" b="b"/>
            <a:pathLst>
              <a:path w="1680209" h="1680209">
                <a:moveTo>
                  <a:pt x="840023" y="1680046"/>
                </a:moveTo>
                <a:lnTo>
                  <a:pt x="792355" y="1678717"/>
                </a:lnTo>
                <a:lnTo>
                  <a:pt x="745385" y="1674775"/>
                </a:lnTo>
                <a:lnTo>
                  <a:pt x="699183" y="1668291"/>
                </a:lnTo>
                <a:lnTo>
                  <a:pt x="653821" y="1659338"/>
                </a:lnTo>
                <a:lnTo>
                  <a:pt x="609369" y="1647984"/>
                </a:lnTo>
                <a:lnTo>
                  <a:pt x="565898" y="1634302"/>
                </a:lnTo>
                <a:lnTo>
                  <a:pt x="523480" y="1618363"/>
                </a:lnTo>
                <a:lnTo>
                  <a:pt x="482184" y="1600236"/>
                </a:lnTo>
                <a:lnTo>
                  <a:pt x="442083" y="1579994"/>
                </a:lnTo>
                <a:lnTo>
                  <a:pt x="403246" y="1557707"/>
                </a:lnTo>
                <a:lnTo>
                  <a:pt x="365746" y="1533446"/>
                </a:lnTo>
                <a:lnTo>
                  <a:pt x="329652" y="1507281"/>
                </a:lnTo>
                <a:lnTo>
                  <a:pt x="295035" y="1479285"/>
                </a:lnTo>
                <a:lnTo>
                  <a:pt x="261968" y="1449527"/>
                </a:lnTo>
                <a:lnTo>
                  <a:pt x="230519" y="1418079"/>
                </a:lnTo>
                <a:lnTo>
                  <a:pt x="200762" y="1385011"/>
                </a:lnTo>
                <a:lnTo>
                  <a:pt x="172765" y="1350394"/>
                </a:lnTo>
                <a:lnTo>
                  <a:pt x="146601" y="1314301"/>
                </a:lnTo>
                <a:lnTo>
                  <a:pt x="122339" y="1276800"/>
                </a:lnTo>
                <a:lnTo>
                  <a:pt x="100052" y="1237963"/>
                </a:lnTo>
                <a:lnTo>
                  <a:pt x="79810" y="1197862"/>
                </a:lnTo>
                <a:lnTo>
                  <a:pt x="61683" y="1156567"/>
                </a:lnTo>
                <a:lnTo>
                  <a:pt x="45744" y="1114148"/>
                </a:lnTo>
                <a:lnTo>
                  <a:pt x="32062" y="1070677"/>
                </a:lnTo>
                <a:lnTo>
                  <a:pt x="20708" y="1026225"/>
                </a:lnTo>
                <a:lnTo>
                  <a:pt x="11755" y="980863"/>
                </a:lnTo>
                <a:lnTo>
                  <a:pt x="5271" y="934661"/>
                </a:lnTo>
                <a:lnTo>
                  <a:pt x="1329" y="887691"/>
                </a:lnTo>
                <a:lnTo>
                  <a:pt x="0" y="840023"/>
                </a:lnTo>
                <a:lnTo>
                  <a:pt x="1329" y="792356"/>
                </a:lnTo>
                <a:lnTo>
                  <a:pt x="5271" y="745385"/>
                </a:lnTo>
                <a:lnTo>
                  <a:pt x="11755" y="699184"/>
                </a:lnTo>
                <a:lnTo>
                  <a:pt x="20708" y="653821"/>
                </a:lnTo>
                <a:lnTo>
                  <a:pt x="32062" y="609369"/>
                </a:lnTo>
                <a:lnTo>
                  <a:pt x="45744" y="565899"/>
                </a:lnTo>
                <a:lnTo>
                  <a:pt x="61683" y="523480"/>
                </a:lnTo>
                <a:lnTo>
                  <a:pt x="79810" y="482185"/>
                </a:lnTo>
                <a:lnTo>
                  <a:pt x="100052" y="442083"/>
                </a:lnTo>
                <a:lnTo>
                  <a:pt x="122339" y="403247"/>
                </a:lnTo>
                <a:lnTo>
                  <a:pt x="146601" y="365746"/>
                </a:lnTo>
                <a:lnTo>
                  <a:pt x="172765" y="329652"/>
                </a:lnTo>
                <a:lnTo>
                  <a:pt x="200762" y="295036"/>
                </a:lnTo>
                <a:lnTo>
                  <a:pt x="230519" y="261968"/>
                </a:lnTo>
                <a:lnTo>
                  <a:pt x="261968" y="230520"/>
                </a:lnTo>
                <a:lnTo>
                  <a:pt x="295035" y="200762"/>
                </a:lnTo>
                <a:lnTo>
                  <a:pt x="329652" y="172765"/>
                </a:lnTo>
                <a:lnTo>
                  <a:pt x="365746" y="146601"/>
                </a:lnTo>
                <a:lnTo>
                  <a:pt x="403246" y="122339"/>
                </a:lnTo>
                <a:lnTo>
                  <a:pt x="442083" y="100052"/>
                </a:lnTo>
                <a:lnTo>
                  <a:pt x="482184" y="79810"/>
                </a:lnTo>
                <a:lnTo>
                  <a:pt x="523480" y="61683"/>
                </a:lnTo>
                <a:lnTo>
                  <a:pt x="565898" y="45744"/>
                </a:lnTo>
                <a:lnTo>
                  <a:pt x="609369" y="32062"/>
                </a:lnTo>
                <a:lnTo>
                  <a:pt x="653821" y="20708"/>
                </a:lnTo>
                <a:lnTo>
                  <a:pt x="699183" y="11755"/>
                </a:lnTo>
                <a:lnTo>
                  <a:pt x="745385" y="5271"/>
                </a:lnTo>
                <a:lnTo>
                  <a:pt x="792355" y="1329"/>
                </a:lnTo>
                <a:lnTo>
                  <a:pt x="840023" y="0"/>
                </a:lnTo>
                <a:lnTo>
                  <a:pt x="887690" y="1329"/>
                </a:lnTo>
                <a:lnTo>
                  <a:pt x="934661" y="5271"/>
                </a:lnTo>
                <a:lnTo>
                  <a:pt x="980863" y="11755"/>
                </a:lnTo>
                <a:lnTo>
                  <a:pt x="1026225" y="20708"/>
                </a:lnTo>
                <a:lnTo>
                  <a:pt x="1070677" y="32062"/>
                </a:lnTo>
                <a:lnTo>
                  <a:pt x="1114148" y="45744"/>
                </a:lnTo>
                <a:lnTo>
                  <a:pt x="1156566" y="61683"/>
                </a:lnTo>
                <a:lnTo>
                  <a:pt x="1197862" y="79810"/>
                </a:lnTo>
                <a:lnTo>
                  <a:pt x="1237963" y="100052"/>
                </a:lnTo>
                <a:lnTo>
                  <a:pt x="1276800" y="122339"/>
                </a:lnTo>
                <a:lnTo>
                  <a:pt x="1314301" y="146601"/>
                </a:lnTo>
                <a:lnTo>
                  <a:pt x="1350395" y="172765"/>
                </a:lnTo>
                <a:lnTo>
                  <a:pt x="1385011" y="200762"/>
                </a:lnTo>
                <a:lnTo>
                  <a:pt x="1418079" y="230520"/>
                </a:lnTo>
                <a:lnTo>
                  <a:pt x="1449527" y="261968"/>
                </a:lnTo>
                <a:lnTo>
                  <a:pt x="1479285" y="295036"/>
                </a:lnTo>
                <a:lnTo>
                  <a:pt x="1507282" y="329652"/>
                </a:lnTo>
                <a:lnTo>
                  <a:pt x="1533446" y="365746"/>
                </a:lnTo>
                <a:lnTo>
                  <a:pt x="1557707" y="403247"/>
                </a:lnTo>
                <a:lnTo>
                  <a:pt x="1579995" y="442083"/>
                </a:lnTo>
                <a:lnTo>
                  <a:pt x="1600237" y="482185"/>
                </a:lnTo>
                <a:lnTo>
                  <a:pt x="1618363" y="523480"/>
                </a:lnTo>
                <a:lnTo>
                  <a:pt x="1634303" y="565899"/>
                </a:lnTo>
                <a:lnTo>
                  <a:pt x="1647985" y="609369"/>
                </a:lnTo>
                <a:lnTo>
                  <a:pt x="1659338" y="653821"/>
                </a:lnTo>
                <a:lnTo>
                  <a:pt x="1668292" y="699184"/>
                </a:lnTo>
                <a:lnTo>
                  <a:pt x="1674776" y="745385"/>
                </a:lnTo>
                <a:lnTo>
                  <a:pt x="1678718" y="792356"/>
                </a:lnTo>
                <a:lnTo>
                  <a:pt x="1680047" y="840023"/>
                </a:lnTo>
                <a:lnTo>
                  <a:pt x="1678718" y="887691"/>
                </a:lnTo>
                <a:lnTo>
                  <a:pt x="1674776" y="934661"/>
                </a:lnTo>
                <a:lnTo>
                  <a:pt x="1668292" y="980863"/>
                </a:lnTo>
                <a:lnTo>
                  <a:pt x="1659338" y="1026225"/>
                </a:lnTo>
                <a:lnTo>
                  <a:pt x="1647985" y="1070677"/>
                </a:lnTo>
                <a:lnTo>
                  <a:pt x="1634303" y="1114148"/>
                </a:lnTo>
                <a:lnTo>
                  <a:pt x="1618363" y="1156567"/>
                </a:lnTo>
                <a:lnTo>
                  <a:pt x="1600237" y="1197862"/>
                </a:lnTo>
                <a:lnTo>
                  <a:pt x="1579995" y="1237963"/>
                </a:lnTo>
                <a:lnTo>
                  <a:pt x="1557707" y="1276800"/>
                </a:lnTo>
                <a:lnTo>
                  <a:pt x="1533446" y="1314301"/>
                </a:lnTo>
                <a:lnTo>
                  <a:pt x="1507282" y="1350394"/>
                </a:lnTo>
                <a:lnTo>
                  <a:pt x="1479285" y="1385011"/>
                </a:lnTo>
                <a:lnTo>
                  <a:pt x="1449527" y="1418079"/>
                </a:lnTo>
                <a:lnTo>
                  <a:pt x="1418079" y="1449527"/>
                </a:lnTo>
                <a:lnTo>
                  <a:pt x="1385011" y="1479285"/>
                </a:lnTo>
                <a:lnTo>
                  <a:pt x="1350395" y="1507281"/>
                </a:lnTo>
                <a:lnTo>
                  <a:pt x="1314301" y="1533446"/>
                </a:lnTo>
                <a:lnTo>
                  <a:pt x="1276800" y="1557707"/>
                </a:lnTo>
                <a:lnTo>
                  <a:pt x="1237963" y="1579994"/>
                </a:lnTo>
                <a:lnTo>
                  <a:pt x="1197862" y="1600236"/>
                </a:lnTo>
                <a:lnTo>
                  <a:pt x="1156566" y="1618363"/>
                </a:lnTo>
                <a:lnTo>
                  <a:pt x="1114148" y="1634302"/>
                </a:lnTo>
                <a:lnTo>
                  <a:pt x="1070677" y="1647984"/>
                </a:lnTo>
                <a:lnTo>
                  <a:pt x="1026225" y="1659338"/>
                </a:lnTo>
                <a:lnTo>
                  <a:pt x="980863" y="1668291"/>
                </a:lnTo>
                <a:lnTo>
                  <a:pt x="934661" y="1674775"/>
                </a:lnTo>
                <a:lnTo>
                  <a:pt x="887690" y="1678717"/>
                </a:lnTo>
                <a:lnTo>
                  <a:pt x="840023" y="1680046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 txBox="1"/>
          <p:nvPr/>
        </p:nvSpPr>
        <p:spPr>
          <a:xfrm>
            <a:off x="14069446" y="7554426"/>
            <a:ext cx="1249680" cy="102552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dirty="0" sz="1900" spc="-35">
                <a:latin typeface="Verdana"/>
                <a:cs typeface="Verdana"/>
              </a:rPr>
              <a:t>694</a:t>
            </a:r>
            <a:r>
              <a:rPr dirty="0" sz="1900" spc="-185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Cr</a:t>
            </a:r>
            <a:endParaRPr sz="1900">
              <a:latin typeface="Verdana"/>
              <a:cs typeface="Verdana"/>
            </a:endParaRPr>
          </a:p>
          <a:p>
            <a:pPr algn="ctr" marL="12700" marR="5080">
              <a:lnSpc>
                <a:spcPct val="115100"/>
              </a:lnSpc>
            </a:pPr>
            <a:r>
              <a:rPr dirty="0" sz="1900" spc="-55">
                <a:latin typeface="Verdana"/>
                <a:cs typeface="Verdana"/>
              </a:rPr>
              <a:t>revenue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in FY</a:t>
            </a:r>
            <a:r>
              <a:rPr dirty="0" sz="1900" spc="-195">
                <a:latin typeface="Verdana"/>
                <a:cs typeface="Verdana"/>
              </a:rPr>
              <a:t> </a:t>
            </a:r>
            <a:r>
              <a:rPr dirty="0" sz="1900" spc="-20">
                <a:latin typeface="Verdana"/>
                <a:cs typeface="Verdana"/>
              </a:rPr>
              <a:t>2023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7" name="object 67" descr=""/>
          <p:cNvSpPr/>
          <p:nvPr/>
        </p:nvSpPr>
        <p:spPr>
          <a:xfrm>
            <a:off x="15929498" y="7261697"/>
            <a:ext cx="1680210" cy="1680210"/>
          </a:xfrm>
          <a:custGeom>
            <a:avLst/>
            <a:gdLst/>
            <a:ahLst/>
            <a:cxnLst/>
            <a:rect l="l" t="t" r="r" b="b"/>
            <a:pathLst>
              <a:path w="1680209" h="1680209">
                <a:moveTo>
                  <a:pt x="840023" y="1680046"/>
                </a:moveTo>
                <a:lnTo>
                  <a:pt x="792355" y="1678717"/>
                </a:lnTo>
                <a:lnTo>
                  <a:pt x="745385" y="1674775"/>
                </a:lnTo>
                <a:lnTo>
                  <a:pt x="699183" y="1668291"/>
                </a:lnTo>
                <a:lnTo>
                  <a:pt x="653821" y="1659338"/>
                </a:lnTo>
                <a:lnTo>
                  <a:pt x="609369" y="1647984"/>
                </a:lnTo>
                <a:lnTo>
                  <a:pt x="565898" y="1634302"/>
                </a:lnTo>
                <a:lnTo>
                  <a:pt x="523480" y="1618363"/>
                </a:lnTo>
                <a:lnTo>
                  <a:pt x="482184" y="1600236"/>
                </a:lnTo>
                <a:lnTo>
                  <a:pt x="442083" y="1579994"/>
                </a:lnTo>
                <a:lnTo>
                  <a:pt x="403246" y="1557707"/>
                </a:lnTo>
                <a:lnTo>
                  <a:pt x="365746" y="1533446"/>
                </a:lnTo>
                <a:lnTo>
                  <a:pt x="329652" y="1507281"/>
                </a:lnTo>
                <a:lnTo>
                  <a:pt x="295035" y="1479285"/>
                </a:lnTo>
                <a:lnTo>
                  <a:pt x="261968" y="1449527"/>
                </a:lnTo>
                <a:lnTo>
                  <a:pt x="230519" y="1418079"/>
                </a:lnTo>
                <a:lnTo>
                  <a:pt x="200762" y="1385011"/>
                </a:lnTo>
                <a:lnTo>
                  <a:pt x="172765" y="1350394"/>
                </a:lnTo>
                <a:lnTo>
                  <a:pt x="146601" y="1314301"/>
                </a:lnTo>
                <a:lnTo>
                  <a:pt x="122339" y="1276800"/>
                </a:lnTo>
                <a:lnTo>
                  <a:pt x="100052" y="1237963"/>
                </a:lnTo>
                <a:lnTo>
                  <a:pt x="79810" y="1197862"/>
                </a:lnTo>
                <a:lnTo>
                  <a:pt x="61683" y="1156567"/>
                </a:lnTo>
                <a:lnTo>
                  <a:pt x="45744" y="1114148"/>
                </a:lnTo>
                <a:lnTo>
                  <a:pt x="32062" y="1070677"/>
                </a:lnTo>
                <a:lnTo>
                  <a:pt x="20708" y="1026225"/>
                </a:lnTo>
                <a:lnTo>
                  <a:pt x="11755" y="980863"/>
                </a:lnTo>
                <a:lnTo>
                  <a:pt x="5271" y="934661"/>
                </a:lnTo>
                <a:lnTo>
                  <a:pt x="1329" y="887691"/>
                </a:lnTo>
                <a:lnTo>
                  <a:pt x="0" y="840023"/>
                </a:lnTo>
                <a:lnTo>
                  <a:pt x="1329" y="792356"/>
                </a:lnTo>
                <a:lnTo>
                  <a:pt x="5271" y="745385"/>
                </a:lnTo>
                <a:lnTo>
                  <a:pt x="11755" y="699184"/>
                </a:lnTo>
                <a:lnTo>
                  <a:pt x="20708" y="653821"/>
                </a:lnTo>
                <a:lnTo>
                  <a:pt x="32062" y="609369"/>
                </a:lnTo>
                <a:lnTo>
                  <a:pt x="45744" y="565899"/>
                </a:lnTo>
                <a:lnTo>
                  <a:pt x="61683" y="523480"/>
                </a:lnTo>
                <a:lnTo>
                  <a:pt x="79810" y="482185"/>
                </a:lnTo>
                <a:lnTo>
                  <a:pt x="100052" y="442083"/>
                </a:lnTo>
                <a:lnTo>
                  <a:pt x="122339" y="403247"/>
                </a:lnTo>
                <a:lnTo>
                  <a:pt x="146601" y="365746"/>
                </a:lnTo>
                <a:lnTo>
                  <a:pt x="172765" y="329652"/>
                </a:lnTo>
                <a:lnTo>
                  <a:pt x="200762" y="295036"/>
                </a:lnTo>
                <a:lnTo>
                  <a:pt x="230519" y="261968"/>
                </a:lnTo>
                <a:lnTo>
                  <a:pt x="261968" y="230520"/>
                </a:lnTo>
                <a:lnTo>
                  <a:pt x="295035" y="200762"/>
                </a:lnTo>
                <a:lnTo>
                  <a:pt x="329652" y="172765"/>
                </a:lnTo>
                <a:lnTo>
                  <a:pt x="365746" y="146601"/>
                </a:lnTo>
                <a:lnTo>
                  <a:pt x="403246" y="122339"/>
                </a:lnTo>
                <a:lnTo>
                  <a:pt x="442083" y="100052"/>
                </a:lnTo>
                <a:lnTo>
                  <a:pt x="482184" y="79810"/>
                </a:lnTo>
                <a:lnTo>
                  <a:pt x="523480" y="61683"/>
                </a:lnTo>
                <a:lnTo>
                  <a:pt x="565898" y="45744"/>
                </a:lnTo>
                <a:lnTo>
                  <a:pt x="609369" y="32062"/>
                </a:lnTo>
                <a:lnTo>
                  <a:pt x="653821" y="20708"/>
                </a:lnTo>
                <a:lnTo>
                  <a:pt x="699183" y="11755"/>
                </a:lnTo>
                <a:lnTo>
                  <a:pt x="745385" y="5271"/>
                </a:lnTo>
                <a:lnTo>
                  <a:pt x="792355" y="1329"/>
                </a:lnTo>
                <a:lnTo>
                  <a:pt x="840023" y="0"/>
                </a:lnTo>
                <a:lnTo>
                  <a:pt x="887690" y="1329"/>
                </a:lnTo>
                <a:lnTo>
                  <a:pt x="934661" y="5271"/>
                </a:lnTo>
                <a:lnTo>
                  <a:pt x="980863" y="11755"/>
                </a:lnTo>
                <a:lnTo>
                  <a:pt x="1026225" y="20708"/>
                </a:lnTo>
                <a:lnTo>
                  <a:pt x="1070677" y="32062"/>
                </a:lnTo>
                <a:lnTo>
                  <a:pt x="1114148" y="45744"/>
                </a:lnTo>
                <a:lnTo>
                  <a:pt x="1156566" y="61683"/>
                </a:lnTo>
                <a:lnTo>
                  <a:pt x="1197862" y="79810"/>
                </a:lnTo>
                <a:lnTo>
                  <a:pt x="1237963" y="100052"/>
                </a:lnTo>
                <a:lnTo>
                  <a:pt x="1276800" y="122339"/>
                </a:lnTo>
                <a:lnTo>
                  <a:pt x="1314301" y="146601"/>
                </a:lnTo>
                <a:lnTo>
                  <a:pt x="1350395" y="172765"/>
                </a:lnTo>
                <a:lnTo>
                  <a:pt x="1385011" y="200762"/>
                </a:lnTo>
                <a:lnTo>
                  <a:pt x="1418079" y="230520"/>
                </a:lnTo>
                <a:lnTo>
                  <a:pt x="1449527" y="261968"/>
                </a:lnTo>
                <a:lnTo>
                  <a:pt x="1479285" y="295036"/>
                </a:lnTo>
                <a:lnTo>
                  <a:pt x="1507282" y="329652"/>
                </a:lnTo>
                <a:lnTo>
                  <a:pt x="1533446" y="365746"/>
                </a:lnTo>
                <a:lnTo>
                  <a:pt x="1557707" y="403247"/>
                </a:lnTo>
                <a:lnTo>
                  <a:pt x="1579995" y="442083"/>
                </a:lnTo>
                <a:lnTo>
                  <a:pt x="1600237" y="482185"/>
                </a:lnTo>
                <a:lnTo>
                  <a:pt x="1618363" y="523480"/>
                </a:lnTo>
                <a:lnTo>
                  <a:pt x="1634303" y="565899"/>
                </a:lnTo>
                <a:lnTo>
                  <a:pt x="1647985" y="609369"/>
                </a:lnTo>
                <a:lnTo>
                  <a:pt x="1659338" y="653821"/>
                </a:lnTo>
                <a:lnTo>
                  <a:pt x="1668292" y="699184"/>
                </a:lnTo>
                <a:lnTo>
                  <a:pt x="1674776" y="745385"/>
                </a:lnTo>
                <a:lnTo>
                  <a:pt x="1678718" y="792356"/>
                </a:lnTo>
                <a:lnTo>
                  <a:pt x="1680047" y="840023"/>
                </a:lnTo>
                <a:lnTo>
                  <a:pt x="1678718" y="887691"/>
                </a:lnTo>
                <a:lnTo>
                  <a:pt x="1674776" y="934661"/>
                </a:lnTo>
                <a:lnTo>
                  <a:pt x="1668292" y="980863"/>
                </a:lnTo>
                <a:lnTo>
                  <a:pt x="1659338" y="1026225"/>
                </a:lnTo>
                <a:lnTo>
                  <a:pt x="1647985" y="1070677"/>
                </a:lnTo>
                <a:lnTo>
                  <a:pt x="1634303" y="1114148"/>
                </a:lnTo>
                <a:lnTo>
                  <a:pt x="1618363" y="1156567"/>
                </a:lnTo>
                <a:lnTo>
                  <a:pt x="1600237" y="1197862"/>
                </a:lnTo>
                <a:lnTo>
                  <a:pt x="1579995" y="1237963"/>
                </a:lnTo>
                <a:lnTo>
                  <a:pt x="1557707" y="1276800"/>
                </a:lnTo>
                <a:lnTo>
                  <a:pt x="1533446" y="1314301"/>
                </a:lnTo>
                <a:lnTo>
                  <a:pt x="1507282" y="1350394"/>
                </a:lnTo>
                <a:lnTo>
                  <a:pt x="1479285" y="1385011"/>
                </a:lnTo>
                <a:lnTo>
                  <a:pt x="1449527" y="1418079"/>
                </a:lnTo>
                <a:lnTo>
                  <a:pt x="1418079" y="1449527"/>
                </a:lnTo>
                <a:lnTo>
                  <a:pt x="1385011" y="1479285"/>
                </a:lnTo>
                <a:lnTo>
                  <a:pt x="1350395" y="1507281"/>
                </a:lnTo>
                <a:lnTo>
                  <a:pt x="1314301" y="1533446"/>
                </a:lnTo>
                <a:lnTo>
                  <a:pt x="1276800" y="1557707"/>
                </a:lnTo>
                <a:lnTo>
                  <a:pt x="1237963" y="1579994"/>
                </a:lnTo>
                <a:lnTo>
                  <a:pt x="1197862" y="1600236"/>
                </a:lnTo>
                <a:lnTo>
                  <a:pt x="1156566" y="1618363"/>
                </a:lnTo>
                <a:lnTo>
                  <a:pt x="1114148" y="1634302"/>
                </a:lnTo>
                <a:lnTo>
                  <a:pt x="1070677" y="1647984"/>
                </a:lnTo>
                <a:lnTo>
                  <a:pt x="1026225" y="1659338"/>
                </a:lnTo>
                <a:lnTo>
                  <a:pt x="980863" y="1668291"/>
                </a:lnTo>
                <a:lnTo>
                  <a:pt x="934661" y="1674775"/>
                </a:lnTo>
                <a:lnTo>
                  <a:pt x="887690" y="1678717"/>
                </a:lnTo>
                <a:lnTo>
                  <a:pt x="840023" y="1680046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 txBox="1"/>
          <p:nvPr/>
        </p:nvSpPr>
        <p:spPr>
          <a:xfrm>
            <a:off x="16124115" y="7716351"/>
            <a:ext cx="1290955" cy="69215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45"/>
              </a:spcBef>
            </a:pPr>
            <a:r>
              <a:rPr dirty="0" sz="1900" spc="-40">
                <a:latin typeface="Verdana"/>
                <a:cs typeface="Verdana"/>
              </a:rPr>
              <a:t>Valued</a:t>
            </a:r>
            <a:r>
              <a:rPr dirty="0" sz="1900" spc="-155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at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900" spc="-150">
                <a:latin typeface="Verdana"/>
                <a:cs typeface="Verdana"/>
              </a:rPr>
              <a:t>$1.5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billion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30773" y="2494834"/>
            <a:ext cx="5730240" cy="6155690"/>
          </a:xfrm>
          <a:custGeom>
            <a:avLst/>
            <a:gdLst/>
            <a:ahLst/>
            <a:cxnLst/>
            <a:rect l="l" t="t" r="r" b="b"/>
            <a:pathLst>
              <a:path w="5730240" h="6155690">
                <a:moveTo>
                  <a:pt x="5325601" y="6155230"/>
                </a:moveTo>
                <a:lnTo>
                  <a:pt x="404358" y="6155230"/>
                </a:lnTo>
                <a:lnTo>
                  <a:pt x="390562" y="6153171"/>
                </a:lnTo>
                <a:lnTo>
                  <a:pt x="344494" y="6141594"/>
                </a:lnTo>
                <a:lnTo>
                  <a:pt x="299876" y="6125614"/>
                </a:lnTo>
                <a:lnTo>
                  <a:pt x="257028" y="6105364"/>
                </a:lnTo>
                <a:lnTo>
                  <a:pt x="216266" y="6080976"/>
                </a:lnTo>
                <a:lnTo>
                  <a:pt x="177911" y="6052581"/>
                </a:lnTo>
                <a:lnTo>
                  <a:pt x="142280" y="6020311"/>
                </a:lnTo>
                <a:lnTo>
                  <a:pt x="110010" y="5984680"/>
                </a:lnTo>
                <a:lnTo>
                  <a:pt x="81615" y="5946324"/>
                </a:lnTo>
                <a:lnTo>
                  <a:pt x="57227" y="5905563"/>
                </a:lnTo>
                <a:lnTo>
                  <a:pt x="36977" y="5862714"/>
                </a:lnTo>
                <a:lnTo>
                  <a:pt x="20997" y="5818097"/>
                </a:lnTo>
                <a:lnTo>
                  <a:pt x="9420" y="5772029"/>
                </a:lnTo>
                <a:lnTo>
                  <a:pt x="2377" y="5724829"/>
                </a:lnTo>
                <a:lnTo>
                  <a:pt x="0" y="5676816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5244184" y="0"/>
                </a:lnTo>
                <a:lnTo>
                  <a:pt x="5292197" y="2377"/>
                </a:lnTo>
                <a:lnTo>
                  <a:pt x="5339397" y="9420"/>
                </a:lnTo>
                <a:lnTo>
                  <a:pt x="5385465" y="20997"/>
                </a:lnTo>
                <a:lnTo>
                  <a:pt x="5430082" y="36977"/>
                </a:lnTo>
                <a:lnTo>
                  <a:pt x="5472931" y="57227"/>
                </a:lnTo>
                <a:lnTo>
                  <a:pt x="5513692" y="81615"/>
                </a:lnTo>
                <a:lnTo>
                  <a:pt x="5552048" y="110010"/>
                </a:lnTo>
                <a:lnTo>
                  <a:pt x="5587679" y="142280"/>
                </a:lnTo>
                <a:lnTo>
                  <a:pt x="5619948" y="177911"/>
                </a:lnTo>
                <a:lnTo>
                  <a:pt x="5648343" y="216266"/>
                </a:lnTo>
                <a:lnTo>
                  <a:pt x="5672732" y="257028"/>
                </a:lnTo>
                <a:lnTo>
                  <a:pt x="5692982" y="299877"/>
                </a:lnTo>
                <a:lnTo>
                  <a:pt x="5708962" y="344494"/>
                </a:lnTo>
                <a:lnTo>
                  <a:pt x="5720539" y="390562"/>
                </a:lnTo>
                <a:lnTo>
                  <a:pt x="5727582" y="437762"/>
                </a:lnTo>
                <a:lnTo>
                  <a:pt x="5729959" y="485775"/>
                </a:lnTo>
                <a:lnTo>
                  <a:pt x="5729959" y="5676816"/>
                </a:lnTo>
                <a:lnTo>
                  <a:pt x="5727582" y="5724829"/>
                </a:lnTo>
                <a:lnTo>
                  <a:pt x="5720539" y="5772029"/>
                </a:lnTo>
                <a:lnTo>
                  <a:pt x="5708962" y="5818097"/>
                </a:lnTo>
                <a:lnTo>
                  <a:pt x="5692982" y="5862714"/>
                </a:lnTo>
                <a:lnTo>
                  <a:pt x="5672732" y="5905563"/>
                </a:lnTo>
                <a:lnTo>
                  <a:pt x="5648343" y="5946324"/>
                </a:lnTo>
                <a:lnTo>
                  <a:pt x="5619948" y="5984680"/>
                </a:lnTo>
                <a:lnTo>
                  <a:pt x="5587679" y="6020311"/>
                </a:lnTo>
                <a:lnTo>
                  <a:pt x="5552048" y="6052581"/>
                </a:lnTo>
                <a:lnTo>
                  <a:pt x="5513692" y="6080976"/>
                </a:lnTo>
                <a:lnTo>
                  <a:pt x="5472931" y="6105364"/>
                </a:lnTo>
                <a:lnTo>
                  <a:pt x="5430082" y="6125614"/>
                </a:lnTo>
                <a:lnTo>
                  <a:pt x="5385465" y="6141594"/>
                </a:lnTo>
                <a:lnTo>
                  <a:pt x="5339397" y="6153171"/>
                </a:lnTo>
                <a:lnTo>
                  <a:pt x="5325601" y="6155230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700970" y="2490031"/>
            <a:ext cx="6208395" cy="3086100"/>
          </a:xfrm>
          <a:custGeom>
            <a:avLst/>
            <a:gdLst/>
            <a:ahLst/>
            <a:cxnLst/>
            <a:rect l="l" t="t" r="r" b="b"/>
            <a:pathLst>
              <a:path w="6208394" h="3086100">
                <a:moveTo>
                  <a:pt x="5724886" y="3086099"/>
                </a:moveTo>
                <a:lnTo>
                  <a:pt x="485775" y="3086099"/>
                </a:lnTo>
                <a:lnTo>
                  <a:pt x="437762" y="3083723"/>
                </a:lnTo>
                <a:lnTo>
                  <a:pt x="390562" y="3076679"/>
                </a:lnTo>
                <a:lnTo>
                  <a:pt x="344494" y="3065102"/>
                </a:lnTo>
                <a:lnTo>
                  <a:pt x="299877" y="3049122"/>
                </a:lnTo>
                <a:lnTo>
                  <a:pt x="257028" y="3028872"/>
                </a:lnTo>
                <a:lnTo>
                  <a:pt x="216267" y="3004484"/>
                </a:lnTo>
                <a:lnTo>
                  <a:pt x="177911" y="2976089"/>
                </a:lnTo>
                <a:lnTo>
                  <a:pt x="142280" y="2943820"/>
                </a:lnTo>
                <a:lnTo>
                  <a:pt x="110011" y="2908188"/>
                </a:lnTo>
                <a:lnTo>
                  <a:pt x="81616" y="2869833"/>
                </a:lnTo>
                <a:lnTo>
                  <a:pt x="57227" y="2829071"/>
                </a:lnTo>
                <a:lnTo>
                  <a:pt x="36977" y="2786223"/>
                </a:lnTo>
                <a:lnTo>
                  <a:pt x="20998" y="2741605"/>
                </a:lnTo>
                <a:lnTo>
                  <a:pt x="9420" y="2695537"/>
                </a:lnTo>
                <a:lnTo>
                  <a:pt x="2377" y="2648338"/>
                </a:lnTo>
                <a:lnTo>
                  <a:pt x="0" y="2600325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8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7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5724886" y="0"/>
                </a:lnTo>
                <a:lnTo>
                  <a:pt x="5772899" y="2377"/>
                </a:lnTo>
                <a:lnTo>
                  <a:pt x="5820099" y="9420"/>
                </a:lnTo>
                <a:lnTo>
                  <a:pt x="5866167" y="20997"/>
                </a:lnTo>
                <a:lnTo>
                  <a:pt x="5910784" y="36977"/>
                </a:lnTo>
                <a:lnTo>
                  <a:pt x="5953633" y="57227"/>
                </a:lnTo>
                <a:lnTo>
                  <a:pt x="5994394" y="81615"/>
                </a:lnTo>
                <a:lnTo>
                  <a:pt x="6032750" y="110010"/>
                </a:lnTo>
                <a:lnTo>
                  <a:pt x="6068381" y="142280"/>
                </a:lnTo>
                <a:lnTo>
                  <a:pt x="6100650" y="177911"/>
                </a:lnTo>
                <a:lnTo>
                  <a:pt x="6129045" y="216266"/>
                </a:lnTo>
                <a:lnTo>
                  <a:pt x="6153434" y="257028"/>
                </a:lnTo>
                <a:lnTo>
                  <a:pt x="6173684" y="299877"/>
                </a:lnTo>
                <a:lnTo>
                  <a:pt x="6189663" y="344494"/>
                </a:lnTo>
                <a:lnTo>
                  <a:pt x="6201241" y="390562"/>
                </a:lnTo>
                <a:lnTo>
                  <a:pt x="6208365" y="437762"/>
                </a:lnTo>
                <a:lnTo>
                  <a:pt x="6208365" y="2648338"/>
                </a:lnTo>
                <a:lnTo>
                  <a:pt x="6201241" y="2695537"/>
                </a:lnTo>
                <a:lnTo>
                  <a:pt x="6189663" y="2741605"/>
                </a:lnTo>
                <a:lnTo>
                  <a:pt x="6173684" y="2786223"/>
                </a:lnTo>
                <a:lnTo>
                  <a:pt x="6153434" y="2829071"/>
                </a:lnTo>
                <a:lnTo>
                  <a:pt x="6129045" y="2869833"/>
                </a:lnTo>
                <a:lnTo>
                  <a:pt x="6100650" y="2908188"/>
                </a:lnTo>
                <a:lnTo>
                  <a:pt x="6068381" y="2943820"/>
                </a:lnTo>
                <a:lnTo>
                  <a:pt x="6032750" y="2976089"/>
                </a:lnTo>
                <a:lnTo>
                  <a:pt x="5994394" y="3004484"/>
                </a:lnTo>
                <a:lnTo>
                  <a:pt x="5953633" y="3028872"/>
                </a:lnTo>
                <a:lnTo>
                  <a:pt x="5910784" y="3049122"/>
                </a:lnTo>
                <a:lnTo>
                  <a:pt x="5866167" y="3065102"/>
                </a:lnTo>
                <a:lnTo>
                  <a:pt x="5820099" y="3076679"/>
                </a:lnTo>
                <a:lnTo>
                  <a:pt x="5772899" y="3083723"/>
                </a:lnTo>
                <a:lnTo>
                  <a:pt x="5724886" y="3086099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8480473" y="2390182"/>
            <a:ext cx="1365250" cy="7381875"/>
            <a:chOff x="8480473" y="2390182"/>
            <a:chExt cx="1365250" cy="7381875"/>
          </a:xfrm>
        </p:grpSpPr>
        <p:sp>
          <p:nvSpPr>
            <p:cNvPr id="5" name="object 5" descr=""/>
            <p:cNvSpPr/>
            <p:nvPr/>
          </p:nvSpPr>
          <p:spPr>
            <a:xfrm>
              <a:off x="9162991" y="2533057"/>
              <a:ext cx="0" cy="7096125"/>
            </a:xfrm>
            <a:custGeom>
              <a:avLst/>
              <a:gdLst/>
              <a:ahLst/>
              <a:cxnLst/>
              <a:rect l="l" t="t" r="r" b="b"/>
              <a:pathLst>
                <a:path w="0" h="7096125">
                  <a:moveTo>
                    <a:pt x="0" y="7095944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86791" y="9619476"/>
              <a:ext cx="152399" cy="15239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86791" y="2390182"/>
              <a:ext cx="152399" cy="15239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8480473" y="2390241"/>
              <a:ext cx="1365250" cy="1365250"/>
            </a:xfrm>
            <a:custGeom>
              <a:avLst/>
              <a:gdLst/>
              <a:ahLst/>
              <a:cxnLst/>
              <a:rect l="l" t="t" r="r" b="b"/>
              <a:pathLst>
                <a:path w="1365250" h="1365250">
                  <a:moveTo>
                    <a:pt x="682577" y="1365153"/>
                  </a:moveTo>
                  <a:lnTo>
                    <a:pt x="633830" y="1363439"/>
                  </a:lnTo>
                  <a:lnTo>
                    <a:pt x="586008" y="1358375"/>
                  </a:lnTo>
                  <a:lnTo>
                    <a:pt x="539227" y="1350075"/>
                  </a:lnTo>
                  <a:lnTo>
                    <a:pt x="493601" y="1338656"/>
                  </a:lnTo>
                  <a:lnTo>
                    <a:pt x="449248" y="1324232"/>
                  </a:lnTo>
                  <a:lnTo>
                    <a:pt x="406281" y="1306920"/>
                  </a:lnTo>
                  <a:lnTo>
                    <a:pt x="364817" y="1286835"/>
                  </a:lnTo>
                  <a:lnTo>
                    <a:pt x="324972" y="1264092"/>
                  </a:lnTo>
                  <a:lnTo>
                    <a:pt x="286859" y="1238807"/>
                  </a:lnTo>
                  <a:lnTo>
                    <a:pt x="250596" y="1211096"/>
                  </a:lnTo>
                  <a:lnTo>
                    <a:pt x="216298" y="1181073"/>
                  </a:lnTo>
                  <a:lnTo>
                    <a:pt x="184080" y="1148855"/>
                  </a:lnTo>
                  <a:lnTo>
                    <a:pt x="154057" y="1114556"/>
                  </a:lnTo>
                  <a:lnTo>
                    <a:pt x="126345" y="1078293"/>
                  </a:lnTo>
                  <a:lnTo>
                    <a:pt x="101060" y="1040181"/>
                  </a:lnTo>
                  <a:lnTo>
                    <a:pt x="78317" y="1000335"/>
                  </a:lnTo>
                  <a:lnTo>
                    <a:pt x="58232" y="958871"/>
                  </a:lnTo>
                  <a:lnTo>
                    <a:pt x="40920" y="915905"/>
                  </a:lnTo>
                  <a:lnTo>
                    <a:pt x="26497" y="871551"/>
                  </a:lnTo>
                  <a:lnTo>
                    <a:pt x="15077" y="825926"/>
                  </a:lnTo>
                  <a:lnTo>
                    <a:pt x="6778" y="779145"/>
                  </a:lnTo>
                  <a:lnTo>
                    <a:pt x="1713" y="731323"/>
                  </a:lnTo>
                  <a:lnTo>
                    <a:pt x="0" y="682576"/>
                  </a:lnTo>
                  <a:lnTo>
                    <a:pt x="1713" y="633830"/>
                  </a:lnTo>
                  <a:lnTo>
                    <a:pt x="6778" y="586008"/>
                  </a:lnTo>
                  <a:lnTo>
                    <a:pt x="15077" y="539227"/>
                  </a:lnTo>
                  <a:lnTo>
                    <a:pt x="26497" y="493601"/>
                  </a:lnTo>
                  <a:lnTo>
                    <a:pt x="40920" y="449248"/>
                  </a:lnTo>
                  <a:lnTo>
                    <a:pt x="58232" y="406281"/>
                  </a:lnTo>
                  <a:lnTo>
                    <a:pt x="78317" y="364818"/>
                  </a:lnTo>
                  <a:lnTo>
                    <a:pt x="101060" y="324972"/>
                  </a:lnTo>
                  <a:lnTo>
                    <a:pt x="126345" y="286860"/>
                  </a:lnTo>
                  <a:lnTo>
                    <a:pt x="154057" y="250597"/>
                  </a:lnTo>
                  <a:lnTo>
                    <a:pt x="184080" y="216298"/>
                  </a:lnTo>
                  <a:lnTo>
                    <a:pt x="216298" y="184080"/>
                  </a:lnTo>
                  <a:lnTo>
                    <a:pt x="250596" y="154057"/>
                  </a:lnTo>
                  <a:lnTo>
                    <a:pt x="286859" y="126345"/>
                  </a:lnTo>
                  <a:lnTo>
                    <a:pt x="324972" y="101060"/>
                  </a:lnTo>
                  <a:lnTo>
                    <a:pt x="364817" y="78318"/>
                  </a:lnTo>
                  <a:lnTo>
                    <a:pt x="406281" y="58232"/>
                  </a:lnTo>
                  <a:lnTo>
                    <a:pt x="449248" y="40920"/>
                  </a:lnTo>
                  <a:lnTo>
                    <a:pt x="493601" y="26497"/>
                  </a:lnTo>
                  <a:lnTo>
                    <a:pt x="539227" y="15077"/>
                  </a:lnTo>
                  <a:lnTo>
                    <a:pt x="586008" y="6778"/>
                  </a:lnTo>
                  <a:lnTo>
                    <a:pt x="633830" y="1713"/>
                  </a:lnTo>
                  <a:lnTo>
                    <a:pt x="682577" y="0"/>
                  </a:lnTo>
                  <a:lnTo>
                    <a:pt x="731323" y="1713"/>
                  </a:lnTo>
                  <a:lnTo>
                    <a:pt x="779145" y="6778"/>
                  </a:lnTo>
                  <a:lnTo>
                    <a:pt x="825926" y="15077"/>
                  </a:lnTo>
                  <a:lnTo>
                    <a:pt x="871551" y="26497"/>
                  </a:lnTo>
                  <a:lnTo>
                    <a:pt x="915905" y="40920"/>
                  </a:lnTo>
                  <a:lnTo>
                    <a:pt x="958871" y="58232"/>
                  </a:lnTo>
                  <a:lnTo>
                    <a:pt x="1000335" y="78318"/>
                  </a:lnTo>
                  <a:lnTo>
                    <a:pt x="1040181" y="101060"/>
                  </a:lnTo>
                  <a:lnTo>
                    <a:pt x="1078293" y="126345"/>
                  </a:lnTo>
                  <a:lnTo>
                    <a:pt x="1114556" y="154057"/>
                  </a:lnTo>
                  <a:lnTo>
                    <a:pt x="1148854" y="184080"/>
                  </a:lnTo>
                  <a:lnTo>
                    <a:pt x="1181073" y="216298"/>
                  </a:lnTo>
                  <a:lnTo>
                    <a:pt x="1211096" y="250597"/>
                  </a:lnTo>
                  <a:lnTo>
                    <a:pt x="1238807" y="286860"/>
                  </a:lnTo>
                  <a:lnTo>
                    <a:pt x="1264092" y="324972"/>
                  </a:lnTo>
                  <a:lnTo>
                    <a:pt x="1286835" y="364818"/>
                  </a:lnTo>
                  <a:lnTo>
                    <a:pt x="1306920" y="406281"/>
                  </a:lnTo>
                  <a:lnTo>
                    <a:pt x="1324232" y="449248"/>
                  </a:lnTo>
                  <a:lnTo>
                    <a:pt x="1338656" y="493601"/>
                  </a:lnTo>
                  <a:lnTo>
                    <a:pt x="1350075" y="539227"/>
                  </a:lnTo>
                  <a:lnTo>
                    <a:pt x="1358375" y="586008"/>
                  </a:lnTo>
                  <a:lnTo>
                    <a:pt x="1363439" y="633830"/>
                  </a:lnTo>
                  <a:lnTo>
                    <a:pt x="1365153" y="682576"/>
                  </a:lnTo>
                  <a:lnTo>
                    <a:pt x="1363439" y="731323"/>
                  </a:lnTo>
                  <a:lnTo>
                    <a:pt x="1358375" y="779145"/>
                  </a:lnTo>
                  <a:lnTo>
                    <a:pt x="1350075" y="825926"/>
                  </a:lnTo>
                  <a:lnTo>
                    <a:pt x="1338656" y="871551"/>
                  </a:lnTo>
                  <a:lnTo>
                    <a:pt x="1324232" y="915905"/>
                  </a:lnTo>
                  <a:lnTo>
                    <a:pt x="1306920" y="958871"/>
                  </a:lnTo>
                  <a:lnTo>
                    <a:pt x="1286835" y="1000335"/>
                  </a:lnTo>
                  <a:lnTo>
                    <a:pt x="1264092" y="1040181"/>
                  </a:lnTo>
                  <a:lnTo>
                    <a:pt x="1238807" y="1078293"/>
                  </a:lnTo>
                  <a:lnTo>
                    <a:pt x="1211096" y="1114556"/>
                  </a:lnTo>
                  <a:lnTo>
                    <a:pt x="1181073" y="1148855"/>
                  </a:lnTo>
                  <a:lnTo>
                    <a:pt x="1148854" y="1181073"/>
                  </a:lnTo>
                  <a:lnTo>
                    <a:pt x="1114556" y="1211096"/>
                  </a:lnTo>
                  <a:lnTo>
                    <a:pt x="1078293" y="1238807"/>
                  </a:lnTo>
                  <a:lnTo>
                    <a:pt x="1040181" y="1264092"/>
                  </a:lnTo>
                  <a:lnTo>
                    <a:pt x="1000335" y="1286835"/>
                  </a:lnTo>
                  <a:lnTo>
                    <a:pt x="958871" y="1306920"/>
                  </a:lnTo>
                  <a:lnTo>
                    <a:pt x="915905" y="1324232"/>
                  </a:lnTo>
                  <a:lnTo>
                    <a:pt x="871551" y="1338656"/>
                  </a:lnTo>
                  <a:lnTo>
                    <a:pt x="825926" y="1350075"/>
                  </a:lnTo>
                  <a:lnTo>
                    <a:pt x="779145" y="1358375"/>
                  </a:lnTo>
                  <a:lnTo>
                    <a:pt x="731323" y="1363439"/>
                  </a:lnTo>
                  <a:lnTo>
                    <a:pt x="682577" y="1365153"/>
                  </a:lnTo>
                  <a:close/>
                </a:path>
              </a:pathLst>
            </a:custGeom>
            <a:solidFill>
              <a:srgbClr val="5CE1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8881365" y="2898271"/>
            <a:ext cx="56324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55">
                <a:latin typeface="Verdana"/>
                <a:cs typeface="Verdana"/>
              </a:rPr>
              <a:t>Gym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8480473" y="3898269"/>
            <a:ext cx="1365250" cy="1365250"/>
          </a:xfrm>
          <a:custGeom>
            <a:avLst/>
            <a:gdLst/>
            <a:ahLst/>
            <a:cxnLst/>
            <a:rect l="l" t="t" r="r" b="b"/>
            <a:pathLst>
              <a:path w="1365250" h="1365250">
                <a:moveTo>
                  <a:pt x="682577" y="1365153"/>
                </a:moveTo>
                <a:lnTo>
                  <a:pt x="633830" y="1363440"/>
                </a:lnTo>
                <a:lnTo>
                  <a:pt x="586008" y="1358375"/>
                </a:lnTo>
                <a:lnTo>
                  <a:pt x="539227" y="1350075"/>
                </a:lnTo>
                <a:lnTo>
                  <a:pt x="493601" y="1338656"/>
                </a:lnTo>
                <a:lnTo>
                  <a:pt x="449248" y="1324233"/>
                </a:lnTo>
                <a:lnTo>
                  <a:pt x="406281" y="1306921"/>
                </a:lnTo>
                <a:lnTo>
                  <a:pt x="364817" y="1286835"/>
                </a:lnTo>
                <a:lnTo>
                  <a:pt x="324972" y="1264093"/>
                </a:lnTo>
                <a:lnTo>
                  <a:pt x="286859" y="1238808"/>
                </a:lnTo>
                <a:lnTo>
                  <a:pt x="250596" y="1211096"/>
                </a:lnTo>
                <a:lnTo>
                  <a:pt x="216298" y="1181073"/>
                </a:lnTo>
                <a:lnTo>
                  <a:pt x="184080" y="1148855"/>
                </a:lnTo>
                <a:lnTo>
                  <a:pt x="154057" y="1114556"/>
                </a:lnTo>
                <a:lnTo>
                  <a:pt x="126345" y="1078293"/>
                </a:lnTo>
                <a:lnTo>
                  <a:pt x="101060" y="1040181"/>
                </a:lnTo>
                <a:lnTo>
                  <a:pt x="78317" y="1000335"/>
                </a:lnTo>
                <a:lnTo>
                  <a:pt x="58232" y="958871"/>
                </a:lnTo>
                <a:lnTo>
                  <a:pt x="40920" y="915905"/>
                </a:lnTo>
                <a:lnTo>
                  <a:pt x="26497" y="871551"/>
                </a:lnTo>
                <a:lnTo>
                  <a:pt x="15077" y="825926"/>
                </a:lnTo>
                <a:lnTo>
                  <a:pt x="6778" y="779145"/>
                </a:lnTo>
                <a:lnTo>
                  <a:pt x="1713" y="731323"/>
                </a:lnTo>
                <a:lnTo>
                  <a:pt x="0" y="682576"/>
                </a:lnTo>
                <a:lnTo>
                  <a:pt x="1713" y="633829"/>
                </a:lnTo>
                <a:lnTo>
                  <a:pt x="6778" y="586008"/>
                </a:lnTo>
                <a:lnTo>
                  <a:pt x="15077" y="539226"/>
                </a:lnTo>
                <a:lnTo>
                  <a:pt x="26497" y="493601"/>
                </a:lnTo>
                <a:lnTo>
                  <a:pt x="40920" y="449248"/>
                </a:lnTo>
                <a:lnTo>
                  <a:pt x="58232" y="406281"/>
                </a:lnTo>
                <a:lnTo>
                  <a:pt x="78317" y="364817"/>
                </a:lnTo>
                <a:lnTo>
                  <a:pt x="101060" y="324972"/>
                </a:lnTo>
                <a:lnTo>
                  <a:pt x="126345" y="286859"/>
                </a:lnTo>
                <a:lnTo>
                  <a:pt x="154057" y="250596"/>
                </a:lnTo>
                <a:lnTo>
                  <a:pt x="184080" y="216298"/>
                </a:lnTo>
                <a:lnTo>
                  <a:pt x="216298" y="184080"/>
                </a:lnTo>
                <a:lnTo>
                  <a:pt x="250596" y="154057"/>
                </a:lnTo>
                <a:lnTo>
                  <a:pt x="286859" y="126345"/>
                </a:lnTo>
                <a:lnTo>
                  <a:pt x="324972" y="101060"/>
                </a:lnTo>
                <a:lnTo>
                  <a:pt x="364817" y="78317"/>
                </a:lnTo>
                <a:lnTo>
                  <a:pt x="406281" y="58232"/>
                </a:lnTo>
                <a:lnTo>
                  <a:pt x="449248" y="40920"/>
                </a:lnTo>
                <a:lnTo>
                  <a:pt x="493601" y="26497"/>
                </a:lnTo>
                <a:lnTo>
                  <a:pt x="539227" y="15077"/>
                </a:lnTo>
                <a:lnTo>
                  <a:pt x="586008" y="6778"/>
                </a:lnTo>
                <a:lnTo>
                  <a:pt x="633830" y="1713"/>
                </a:lnTo>
                <a:lnTo>
                  <a:pt x="682577" y="0"/>
                </a:lnTo>
                <a:lnTo>
                  <a:pt x="731323" y="1713"/>
                </a:lnTo>
                <a:lnTo>
                  <a:pt x="779145" y="6778"/>
                </a:lnTo>
                <a:lnTo>
                  <a:pt x="825926" y="15077"/>
                </a:lnTo>
                <a:lnTo>
                  <a:pt x="871551" y="26497"/>
                </a:lnTo>
                <a:lnTo>
                  <a:pt x="915905" y="40920"/>
                </a:lnTo>
                <a:lnTo>
                  <a:pt x="958871" y="58232"/>
                </a:lnTo>
                <a:lnTo>
                  <a:pt x="1000335" y="78317"/>
                </a:lnTo>
                <a:lnTo>
                  <a:pt x="1040181" y="101060"/>
                </a:lnTo>
                <a:lnTo>
                  <a:pt x="1078293" y="126345"/>
                </a:lnTo>
                <a:lnTo>
                  <a:pt x="1114556" y="154057"/>
                </a:lnTo>
                <a:lnTo>
                  <a:pt x="1148854" y="184080"/>
                </a:lnTo>
                <a:lnTo>
                  <a:pt x="1181073" y="216298"/>
                </a:lnTo>
                <a:lnTo>
                  <a:pt x="1211096" y="250596"/>
                </a:lnTo>
                <a:lnTo>
                  <a:pt x="1238807" y="286859"/>
                </a:lnTo>
                <a:lnTo>
                  <a:pt x="1264092" y="324972"/>
                </a:lnTo>
                <a:lnTo>
                  <a:pt x="1286835" y="364817"/>
                </a:lnTo>
                <a:lnTo>
                  <a:pt x="1306920" y="406281"/>
                </a:lnTo>
                <a:lnTo>
                  <a:pt x="1324232" y="449248"/>
                </a:lnTo>
                <a:lnTo>
                  <a:pt x="1338656" y="493601"/>
                </a:lnTo>
                <a:lnTo>
                  <a:pt x="1350075" y="539226"/>
                </a:lnTo>
                <a:lnTo>
                  <a:pt x="1358375" y="586008"/>
                </a:lnTo>
                <a:lnTo>
                  <a:pt x="1363439" y="633829"/>
                </a:lnTo>
                <a:lnTo>
                  <a:pt x="1365153" y="682576"/>
                </a:lnTo>
                <a:lnTo>
                  <a:pt x="1363439" y="731323"/>
                </a:lnTo>
                <a:lnTo>
                  <a:pt x="1358375" y="779145"/>
                </a:lnTo>
                <a:lnTo>
                  <a:pt x="1350075" y="825926"/>
                </a:lnTo>
                <a:lnTo>
                  <a:pt x="1338656" y="871551"/>
                </a:lnTo>
                <a:lnTo>
                  <a:pt x="1324232" y="915905"/>
                </a:lnTo>
                <a:lnTo>
                  <a:pt x="1306920" y="958871"/>
                </a:lnTo>
                <a:lnTo>
                  <a:pt x="1286835" y="1000335"/>
                </a:lnTo>
                <a:lnTo>
                  <a:pt x="1264092" y="1040181"/>
                </a:lnTo>
                <a:lnTo>
                  <a:pt x="1238807" y="1078293"/>
                </a:lnTo>
                <a:lnTo>
                  <a:pt x="1211096" y="1114556"/>
                </a:lnTo>
                <a:lnTo>
                  <a:pt x="1181073" y="1148855"/>
                </a:lnTo>
                <a:lnTo>
                  <a:pt x="1148854" y="1181073"/>
                </a:lnTo>
                <a:lnTo>
                  <a:pt x="1114556" y="1211096"/>
                </a:lnTo>
                <a:lnTo>
                  <a:pt x="1078293" y="1238808"/>
                </a:lnTo>
                <a:lnTo>
                  <a:pt x="1040181" y="1264093"/>
                </a:lnTo>
                <a:lnTo>
                  <a:pt x="1000335" y="1286835"/>
                </a:lnTo>
                <a:lnTo>
                  <a:pt x="958871" y="1306921"/>
                </a:lnTo>
                <a:lnTo>
                  <a:pt x="915905" y="1324233"/>
                </a:lnTo>
                <a:lnTo>
                  <a:pt x="871551" y="1338656"/>
                </a:lnTo>
                <a:lnTo>
                  <a:pt x="825926" y="1350075"/>
                </a:lnTo>
                <a:lnTo>
                  <a:pt x="779145" y="1358375"/>
                </a:lnTo>
                <a:lnTo>
                  <a:pt x="731323" y="1363440"/>
                </a:lnTo>
                <a:lnTo>
                  <a:pt x="682577" y="1365153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8867673" y="4406301"/>
            <a:ext cx="59055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45">
                <a:latin typeface="Verdana"/>
                <a:cs typeface="Verdana"/>
              </a:rPr>
              <a:t>Yoga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8480473" y="5406298"/>
            <a:ext cx="1365250" cy="1365250"/>
          </a:xfrm>
          <a:custGeom>
            <a:avLst/>
            <a:gdLst/>
            <a:ahLst/>
            <a:cxnLst/>
            <a:rect l="l" t="t" r="r" b="b"/>
            <a:pathLst>
              <a:path w="1365250" h="1365250">
                <a:moveTo>
                  <a:pt x="682577" y="1365153"/>
                </a:moveTo>
                <a:lnTo>
                  <a:pt x="633830" y="1363439"/>
                </a:lnTo>
                <a:lnTo>
                  <a:pt x="586008" y="1358375"/>
                </a:lnTo>
                <a:lnTo>
                  <a:pt x="539227" y="1350075"/>
                </a:lnTo>
                <a:lnTo>
                  <a:pt x="493601" y="1338656"/>
                </a:lnTo>
                <a:lnTo>
                  <a:pt x="449248" y="1324232"/>
                </a:lnTo>
                <a:lnTo>
                  <a:pt x="406281" y="1306920"/>
                </a:lnTo>
                <a:lnTo>
                  <a:pt x="364817" y="1286835"/>
                </a:lnTo>
                <a:lnTo>
                  <a:pt x="324972" y="1264092"/>
                </a:lnTo>
                <a:lnTo>
                  <a:pt x="286859" y="1238807"/>
                </a:lnTo>
                <a:lnTo>
                  <a:pt x="250596" y="1211096"/>
                </a:lnTo>
                <a:lnTo>
                  <a:pt x="216298" y="1181073"/>
                </a:lnTo>
                <a:lnTo>
                  <a:pt x="184080" y="1148854"/>
                </a:lnTo>
                <a:lnTo>
                  <a:pt x="154057" y="1114556"/>
                </a:lnTo>
                <a:lnTo>
                  <a:pt x="126345" y="1078293"/>
                </a:lnTo>
                <a:lnTo>
                  <a:pt x="101060" y="1040181"/>
                </a:lnTo>
                <a:lnTo>
                  <a:pt x="78317" y="1000335"/>
                </a:lnTo>
                <a:lnTo>
                  <a:pt x="58232" y="958871"/>
                </a:lnTo>
                <a:lnTo>
                  <a:pt x="40920" y="915905"/>
                </a:lnTo>
                <a:lnTo>
                  <a:pt x="26497" y="871551"/>
                </a:lnTo>
                <a:lnTo>
                  <a:pt x="15077" y="825926"/>
                </a:lnTo>
                <a:lnTo>
                  <a:pt x="6778" y="779145"/>
                </a:lnTo>
                <a:lnTo>
                  <a:pt x="1713" y="731323"/>
                </a:lnTo>
                <a:lnTo>
                  <a:pt x="0" y="682577"/>
                </a:lnTo>
                <a:lnTo>
                  <a:pt x="1713" y="633830"/>
                </a:lnTo>
                <a:lnTo>
                  <a:pt x="6778" y="586008"/>
                </a:lnTo>
                <a:lnTo>
                  <a:pt x="15077" y="539227"/>
                </a:lnTo>
                <a:lnTo>
                  <a:pt x="26497" y="493601"/>
                </a:lnTo>
                <a:lnTo>
                  <a:pt x="40920" y="449248"/>
                </a:lnTo>
                <a:lnTo>
                  <a:pt x="58232" y="406281"/>
                </a:lnTo>
                <a:lnTo>
                  <a:pt x="78317" y="364817"/>
                </a:lnTo>
                <a:lnTo>
                  <a:pt x="101060" y="324972"/>
                </a:lnTo>
                <a:lnTo>
                  <a:pt x="126345" y="286859"/>
                </a:lnTo>
                <a:lnTo>
                  <a:pt x="154057" y="250596"/>
                </a:lnTo>
                <a:lnTo>
                  <a:pt x="184080" y="216298"/>
                </a:lnTo>
                <a:lnTo>
                  <a:pt x="216298" y="184080"/>
                </a:lnTo>
                <a:lnTo>
                  <a:pt x="250596" y="154057"/>
                </a:lnTo>
                <a:lnTo>
                  <a:pt x="286859" y="126345"/>
                </a:lnTo>
                <a:lnTo>
                  <a:pt x="324972" y="101060"/>
                </a:lnTo>
                <a:lnTo>
                  <a:pt x="364817" y="78317"/>
                </a:lnTo>
                <a:lnTo>
                  <a:pt x="406281" y="58232"/>
                </a:lnTo>
                <a:lnTo>
                  <a:pt x="449248" y="40920"/>
                </a:lnTo>
                <a:lnTo>
                  <a:pt x="493601" y="26497"/>
                </a:lnTo>
                <a:lnTo>
                  <a:pt x="539227" y="15077"/>
                </a:lnTo>
                <a:lnTo>
                  <a:pt x="586008" y="6778"/>
                </a:lnTo>
                <a:lnTo>
                  <a:pt x="633830" y="1713"/>
                </a:lnTo>
                <a:lnTo>
                  <a:pt x="682577" y="0"/>
                </a:lnTo>
                <a:lnTo>
                  <a:pt x="731323" y="1713"/>
                </a:lnTo>
                <a:lnTo>
                  <a:pt x="779145" y="6778"/>
                </a:lnTo>
                <a:lnTo>
                  <a:pt x="825926" y="15077"/>
                </a:lnTo>
                <a:lnTo>
                  <a:pt x="871551" y="26497"/>
                </a:lnTo>
                <a:lnTo>
                  <a:pt x="915905" y="40920"/>
                </a:lnTo>
                <a:lnTo>
                  <a:pt x="958871" y="58232"/>
                </a:lnTo>
                <a:lnTo>
                  <a:pt x="1000335" y="78317"/>
                </a:lnTo>
                <a:lnTo>
                  <a:pt x="1040181" y="101060"/>
                </a:lnTo>
                <a:lnTo>
                  <a:pt x="1078293" y="126345"/>
                </a:lnTo>
                <a:lnTo>
                  <a:pt x="1114556" y="154057"/>
                </a:lnTo>
                <a:lnTo>
                  <a:pt x="1148854" y="184080"/>
                </a:lnTo>
                <a:lnTo>
                  <a:pt x="1181073" y="216298"/>
                </a:lnTo>
                <a:lnTo>
                  <a:pt x="1211096" y="250596"/>
                </a:lnTo>
                <a:lnTo>
                  <a:pt x="1238807" y="286859"/>
                </a:lnTo>
                <a:lnTo>
                  <a:pt x="1264092" y="324972"/>
                </a:lnTo>
                <a:lnTo>
                  <a:pt x="1286835" y="364817"/>
                </a:lnTo>
                <a:lnTo>
                  <a:pt x="1306920" y="406281"/>
                </a:lnTo>
                <a:lnTo>
                  <a:pt x="1324232" y="449248"/>
                </a:lnTo>
                <a:lnTo>
                  <a:pt x="1338656" y="493601"/>
                </a:lnTo>
                <a:lnTo>
                  <a:pt x="1350075" y="539227"/>
                </a:lnTo>
                <a:lnTo>
                  <a:pt x="1358375" y="586008"/>
                </a:lnTo>
                <a:lnTo>
                  <a:pt x="1363439" y="633830"/>
                </a:lnTo>
                <a:lnTo>
                  <a:pt x="1365153" y="682577"/>
                </a:lnTo>
                <a:lnTo>
                  <a:pt x="1363439" y="731323"/>
                </a:lnTo>
                <a:lnTo>
                  <a:pt x="1358375" y="779145"/>
                </a:lnTo>
                <a:lnTo>
                  <a:pt x="1350075" y="825926"/>
                </a:lnTo>
                <a:lnTo>
                  <a:pt x="1338656" y="871551"/>
                </a:lnTo>
                <a:lnTo>
                  <a:pt x="1324232" y="915905"/>
                </a:lnTo>
                <a:lnTo>
                  <a:pt x="1306920" y="958871"/>
                </a:lnTo>
                <a:lnTo>
                  <a:pt x="1286835" y="1000335"/>
                </a:lnTo>
                <a:lnTo>
                  <a:pt x="1264092" y="1040181"/>
                </a:lnTo>
                <a:lnTo>
                  <a:pt x="1238807" y="1078293"/>
                </a:lnTo>
                <a:lnTo>
                  <a:pt x="1211096" y="1114556"/>
                </a:lnTo>
                <a:lnTo>
                  <a:pt x="1181073" y="1148854"/>
                </a:lnTo>
                <a:lnTo>
                  <a:pt x="1148854" y="1181073"/>
                </a:lnTo>
                <a:lnTo>
                  <a:pt x="1114556" y="1211096"/>
                </a:lnTo>
                <a:lnTo>
                  <a:pt x="1078293" y="1238807"/>
                </a:lnTo>
                <a:lnTo>
                  <a:pt x="1040181" y="1264092"/>
                </a:lnTo>
                <a:lnTo>
                  <a:pt x="1000335" y="1286835"/>
                </a:lnTo>
                <a:lnTo>
                  <a:pt x="958871" y="1306920"/>
                </a:lnTo>
                <a:lnTo>
                  <a:pt x="915905" y="1324232"/>
                </a:lnTo>
                <a:lnTo>
                  <a:pt x="871551" y="1338656"/>
                </a:lnTo>
                <a:lnTo>
                  <a:pt x="825926" y="1350075"/>
                </a:lnTo>
                <a:lnTo>
                  <a:pt x="779145" y="1358375"/>
                </a:lnTo>
                <a:lnTo>
                  <a:pt x="731323" y="1363439"/>
                </a:lnTo>
                <a:lnTo>
                  <a:pt x="682577" y="1365153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8764535" y="5914330"/>
            <a:ext cx="79692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0">
                <a:latin typeface="Verdana"/>
                <a:cs typeface="Verdana"/>
              </a:rPr>
              <a:t>Sports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8480473" y="6914327"/>
            <a:ext cx="1365250" cy="1365250"/>
          </a:xfrm>
          <a:custGeom>
            <a:avLst/>
            <a:gdLst/>
            <a:ahLst/>
            <a:cxnLst/>
            <a:rect l="l" t="t" r="r" b="b"/>
            <a:pathLst>
              <a:path w="1365250" h="1365250">
                <a:moveTo>
                  <a:pt x="682577" y="1365153"/>
                </a:moveTo>
                <a:lnTo>
                  <a:pt x="633830" y="1363439"/>
                </a:lnTo>
                <a:lnTo>
                  <a:pt x="586008" y="1358375"/>
                </a:lnTo>
                <a:lnTo>
                  <a:pt x="539227" y="1350075"/>
                </a:lnTo>
                <a:lnTo>
                  <a:pt x="493601" y="1338656"/>
                </a:lnTo>
                <a:lnTo>
                  <a:pt x="449248" y="1324232"/>
                </a:lnTo>
                <a:lnTo>
                  <a:pt x="406281" y="1306920"/>
                </a:lnTo>
                <a:lnTo>
                  <a:pt x="364817" y="1286835"/>
                </a:lnTo>
                <a:lnTo>
                  <a:pt x="324972" y="1264092"/>
                </a:lnTo>
                <a:lnTo>
                  <a:pt x="286859" y="1238807"/>
                </a:lnTo>
                <a:lnTo>
                  <a:pt x="250596" y="1211096"/>
                </a:lnTo>
                <a:lnTo>
                  <a:pt x="216298" y="1181073"/>
                </a:lnTo>
                <a:lnTo>
                  <a:pt x="184080" y="1148855"/>
                </a:lnTo>
                <a:lnTo>
                  <a:pt x="154057" y="1114556"/>
                </a:lnTo>
                <a:lnTo>
                  <a:pt x="126345" y="1078293"/>
                </a:lnTo>
                <a:lnTo>
                  <a:pt x="101060" y="1040181"/>
                </a:lnTo>
                <a:lnTo>
                  <a:pt x="78317" y="1000335"/>
                </a:lnTo>
                <a:lnTo>
                  <a:pt x="58232" y="958871"/>
                </a:lnTo>
                <a:lnTo>
                  <a:pt x="40920" y="915905"/>
                </a:lnTo>
                <a:lnTo>
                  <a:pt x="26497" y="871552"/>
                </a:lnTo>
                <a:lnTo>
                  <a:pt x="15077" y="825927"/>
                </a:lnTo>
                <a:lnTo>
                  <a:pt x="6778" y="779145"/>
                </a:lnTo>
                <a:lnTo>
                  <a:pt x="1713" y="731324"/>
                </a:lnTo>
                <a:lnTo>
                  <a:pt x="0" y="682577"/>
                </a:lnTo>
                <a:lnTo>
                  <a:pt x="1713" y="633830"/>
                </a:lnTo>
                <a:lnTo>
                  <a:pt x="6778" y="586008"/>
                </a:lnTo>
                <a:lnTo>
                  <a:pt x="15077" y="539227"/>
                </a:lnTo>
                <a:lnTo>
                  <a:pt x="26497" y="493602"/>
                </a:lnTo>
                <a:lnTo>
                  <a:pt x="40920" y="449248"/>
                </a:lnTo>
                <a:lnTo>
                  <a:pt x="58232" y="406282"/>
                </a:lnTo>
                <a:lnTo>
                  <a:pt x="78317" y="364818"/>
                </a:lnTo>
                <a:lnTo>
                  <a:pt x="101060" y="324972"/>
                </a:lnTo>
                <a:lnTo>
                  <a:pt x="126345" y="286860"/>
                </a:lnTo>
                <a:lnTo>
                  <a:pt x="154057" y="250597"/>
                </a:lnTo>
                <a:lnTo>
                  <a:pt x="184080" y="216298"/>
                </a:lnTo>
                <a:lnTo>
                  <a:pt x="216298" y="184080"/>
                </a:lnTo>
                <a:lnTo>
                  <a:pt x="250596" y="154057"/>
                </a:lnTo>
                <a:lnTo>
                  <a:pt x="286859" y="126345"/>
                </a:lnTo>
                <a:lnTo>
                  <a:pt x="324972" y="101060"/>
                </a:lnTo>
                <a:lnTo>
                  <a:pt x="364817" y="78318"/>
                </a:lnTo>
                <a:lnTo>
                  <a:pt x="406281" y="58232"/>
                </a:lnTo>
                <a:lnTo>
                  <a:pt x="449248" y="40920"/>
                </a:lnTo>
                <a:lnTo>
                  <a:pt x="493601" y="26497"/>
                </a:lnTo>
                <a:lnTo>
                  <a:pt x="539227" y="15077"/>
                </a:lnTo>
                <a:lnTo>
                  <a:pt x="586008" y="6778"/>
                </a:lnTo>
                <a:lnTo>
                  <a:pt x="633830" y="1713"/>
                </a:lnTo>
                <a:lnTo>
                  <a:pt x="682577" y="0"/>
                </a:lnTo>
                <a:lnTo>
                  <a:pt x="731323" y="1713"/>
                </a:lnTo>
                <a:lnTo>
                  <a:pt x="779145" y="6778"/>
                </a:lnTo>
                <a:lnTo>
                  <a:pt x="825926" y="15077"/>
                </a:lnTo>
                <a:lnTo>
                  <a:pt x="871551" y="26497"/>
                </a:lnTo>
                <a:lnTo>
                  <a:pt x="915905" y="40920"/>
                </a:lnTo>
                <a:lnTo>
                  <a:pt x="958871" y="58232"/>
                </a:lnTo>
                <a:lnTo>
                  <a:pt x="1000335" y="78318"/>
                </a:lnTo>
                <a:lnTo>
                  <a:pt x="1040181" y="101060"/>
                </a:lnTo>
                <a:lnTo>
                  <a:pt x="1078293" y="126345"/>
                </a:lnTo>
                <a:lnTo>
                  <a:pt x="1114556" y="154057"/>
                </a:lnTo>
                <a:lnTo>
                  <a:pt x="1148854" y="184080"/>
                </a:lnTo>
                <a:lnTo>
                  <a:pt x="1181073" y="216298"/>
                </a:lnTo>
                <a:lnTo>
                  <a:pt x="1211096" y="250597"/>
                </a:lnTo>
                <a:lnTo>
                  <a:pt x="1238807" y="286860"/>
                </a:lnTo>
                <a:lnTo>
                  <a:pt x="1264092" y="324972"/>
                </a:lnTo>
                <a:lnTo>
                  <a:pt x="1286835" y="364818"/>
                </a:lnTo>
                <a:lnTo>
                  <a:pt x="1306920" y="406282"/>
                </a:lnTo>
                <a:lnTo>
                  <a:pt x="1324232" y="449248"/>
                </a:lnTo>
                <a:lnTo>
                  <a:pt x="1338656" y="493602"/>
                </a:lnTo>
                <a:lnTo>
                  <a:pt x="1350075" y="539227"/>
                </a:lnTo>
                <a:lnTo>
                  <a:pt x="1358375" y="586008"/>
                </a:lnTo>
                <a:lnTo>
                  <a:pt x="1363439" y="633830"/>
                </a:lnTo>
                <a:lnTo>
                  <a:pt x="1365153" y="682577"/>
                </a:lnTo>
                <a:lnTo>
                  <a:pt x="1363439" y="731324"/>
                </a:lnTo>
                <a:lnTo>
                  <a:pt x="1358375" y="779145"/>
                </a:lnTo>
                <a:lnTo>
                  <a:pt x="1350075" y="825927"/>
                </a:lnTo>
                <a:lnTo>
                  <a:pt x="1338656" y="871552"/>
                </a:lnTo>
                <a:lnTo>
                  <a:pt x="1324232" y="915905"/>
                </a:lnTo>
                <a:lnTo>
                  <a:pt x="1306920" y="958871"/>
                </a:lnTo>
                <a:lnTo>
                  <a:pt x="1286835" y="1000335"/>
                </a:lnTo>
                <a:lnTo>
                  <a:pt x="1264092" y="1040181"/>
                </a:lnTo>
                <a:lnTo>
                  <a:pt x="1238807" y="1078293"/>
                </a:lnTo>
                <a:lnTo>
                  <a:pt x="1211096" y="1114556"/>
                </a:lnTo>
                <a:lnTo>
                  <a:pt x="1181073" y="1148855"/>
                </a:lnTo>
                <a:lnTo>
                  <a:pt x="1148854" y="1181073"/>
                </a:lnTo>
                <a:lnTo>
                  <a:pt x="1114556" y="1211096"/>
                </a:lnTo>
                <a:lnTo>
                  <a:pt x="1078293" y="1238807"/>
                </a:lnTo>
                <a:lnTo>
                  <a:pt x="1040181" y="1264092"/>
                </a:lnTo>
                <a:lnTo>
                  <a:pt x="1000335" y="1286835"/>
                </a:lnTo>
                <a:lnTo>
                  <a:pt x="958871" y="1306920"/>
                </a:lnTo>
                <a:lnTo>
                  <a:pt x="915905" y="1324232"/>
                </a:lnTo>
                <a:lnTo>
                  <a:pt x="871551" y="1338656"/>
                </a:lnTo>
                <a:lnTo>
                  <a:pt x="825926" y="1350075"/>
                </a:lnTo>
                <a:lnTo>
                  <a:pt x="779145" y="1358375"/>
                </a:lnTo>
                <a:lnTo>
                  <a:pt x="731323" y="1363439"/>
                </a:lnTo>
                <a:lnTo>
                  <a:pt x="682577" y="1365153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8780311" y="7422359"/>
            <a:ext cx="76517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latin typeface="Verdana"/>
                <a:cs typeface="Verdana"/>
              </a:rPr>
              <a:t>Dance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8480473" y="8406781"/>
            <a:ext cx="1365250" cy="1365250"/>
          </a:xfrm>
          <a:custGeom>
            <a:avLst/>
            <a:gdLst/>
            <a:ahLst/>
            <a:cxnLst/>
            <a:rect l="l" t="t" r="r" b="b"/>
            <a:pathLst>
              <a:path w="1365250" h="1365250">
                <a:moveTo>
                  <a:pt x="682577" y="1365154"/>
                </a:moveTo>
                <a:lnTo>
                  <a:pt x="633830" y="1363440"/>
                </a:lnTo>
                <a:lnTo>
                  <a:pt x="586008" y="1358375"/>
                </a:lnTo>
                <a:lnTo>
                  <a:pt x="539227" y="1350076"/>
                </a:lnTo>
                <a:lnTo>
                  <a:pt x="493601" y="1338656"/>
                </a:lnTo>
                <a:lnTo>
                  <a:pt x="449248" y="1324233"/>
                </a:lnTo>
                <a:lnTo>
                  <a:pt x="406281" y="1306921"/>
                </a:lnTo>
                <a:lnTo>
                  <a:pt x="364817" y="1286835"/>
                </a:lnTo>
                <a:lnTo>
                  <a:pt x="324972" y="1264093"/>
                </a:lnTo>
                <a:lnTo>
                  <a:pt x="286859" y="1238808"/>
                </a:lnTo>
                <a:lnTo>
                  <a:pt x="250596" y="1211096"/>
                </a:lnTo>
                <a:lnTo>
                  <a:pt x="216298" y="1181073"/>
                </a:lnTo>
                <a:lnTo>
                  <a:pt x="184080" y="1148855"/>
                </a:lnTo>
                <a:lnTo>
                  <a:pt x="154057" y="1114556"/>
                </a:lnTo>
                <a:lnTo>
                  <a:pt x="126345" y="1078293"/>
                </a:lnTo>
                <a:lnTo>
                  <a:pt x="101060" y="1040181"/>
                </a:lnTo>
                <a:lnTo>
                  <a:pt x="78317" y="1000335"/>
                </a:lnTo>
                <a:lnTo>
                  <a:pt x="58232" y="958871"/>
                </a:lnTo>
                <a:lnTo>
                  <a:pt x="40920" y="915905"/>
                </a:lnTo>
                <a:lnTo>
                  <a:pt x="26497" y="871551"/>
                </a:lnTo>
                <a:lnTo>
                  <a:pt x="15077" y="825926"/>
                </a:lnTo>
                <a:lnTo>
                  <a:pt x="6778" y="779145"/>
                </a:lnTo>
                <a:lnTo>
                  <a:pt x="1713" y="731323"/>
                </a:lnTo>
                <a:lnTo>
                  <a:pt x="0" y="682577"/>
                </a:lnTo>
                <a:lnTo>
                  <a:pt x="1713" y="633830"/>
                </a:lnTo>
                <a:lnTo>
                  <a:pt x="6778" y="586008"/>
                </a:lnTo>
                <a:lnTo>
                  <a:pt x="15077" y="539227"/>
                </a:lnTo>
                <a:lnTo>
                  <a:pt x="26497" y="493601"/>
                </a:lnTo>
                <a:lnTo>
                  <a:pt x="40920" y="449248"/>
                </a:lnTo>
                <a:lnTo>
                  <a:pt x="58232" y="406281"/>
                </a:lnTo>
                <a:lnTo>
                  <a:pt x="78317" y="364817"/>
                </a:lnTo>
                <a:lnTo>
                  <a:pt x="101060" y="324972"/>
                </a:lnTo>
                <a:lnTo>
                  <a:pt x="126345" y="286859"/>
                </a:lnTo>
                <a:lnTo>
                  <a:pt x="154057" y="250596"/>
                </a:lnTo>
                <a:lnTo>
                  <a:pt x="184080" y="216298"/>
                </a:lnTo>
                <a:lnTo>
                  <a:pt x="216298" y="184080"/>
                </a:lnTo>
                <a:lnTo>
                  <a:pt x="250596" y="154057"/>
                </a:lnTo>
                <a:lnTo>
                  <a:pt x="286859" y="126345"/>
                </a:lnTo>
                <a:lnTo>
                  <a:pt x="324972" y="101060"/>
                </a:lnTo>
                <a:lnTo>
                  <a:pt x="364817" y="78317"/>
                </a:lnTo>
                <a:lnTo>
                  <a:pt x="406281" y="58232"/>
                </a:lnTo>
                <a:lnTo>
                  <a:pt x="449248" y="40920"/>
                </a:lnTo>
                <a:lnTo>
                  <a:pt x="493601" y="26497"/>
                </a:lnTo>
                <a:lnTo>
                  <a:pt x="539227" y="15077"/>
                </a:lnTo>
                <a:lnTo>
                  <a:pt x="586008" y="6778"/>
                </a:lnTo>
                <a:lnTo>
                  <a:pt x="633830" y="1713"/>
                </a:lnTo>
                <a:lnTo>
                  <a:pt x="682577" y="0"/>
                </a:lnTo>
                <a:lnTo>
                  <a:pt x="731323" y="1713"/>
                </a:lnTo>
                <a:lnTo>
                  <a:pt x="779145" y="6778"/>
                </a:lnTo>
                <a:lnTo>
                  <a:pt x="825926" y="15077"/>
                </a:lnTo>
                <a:lnTo>
                  <a:pt x="871551" y="26497"/>
                </a:lnTo>
                <a:lnTo>
                  <a:pt x="915905" y="40920"/>
                </a:lnTo>
                <a:lnTo>
                  <a:pt x="958871" y="58232"/>
                </a:lnTo>
                <a:lnTo>
                  <a:pt x="1000335" y="78317"/>
                </a:lnTo>
                <a:lnTo>
                  <a:pt x="1040181" y="101060"/>
                </a:lnTo>
                <a:lnTo>
                  <a:pt x="1078293" y="126345"/>
                </a:lnTo>
                <a:lnTo>
                  <a:pt x="1114556" y="154057"/>
                </a:lnTo>
                <a:lnTo>
                  <a:pt x="1148854" y="184080"/>
                </a:lnTo>
                <a:lnTo>
                  <a:pt x="1181073" y="216298"/>
                </a:lnTo>
                <a:lnTo>
                  <a:pt x="1211096" y="250596"/>
                </a:lnTo>
                <a:lnTo>
                  <a:pt x="1238807" y="286859"/>
                </a:lnTo>
                <a:lnTo>
                  <a:pt x="1264092" y="324972"/>
                </a:lnTo>
                <a:lnTo>
                  <a:pt x="1286835" y="364817"/>
                </a:lnTo>
                <a:lnTo>
                  <a:pt x="1306920" y="406281"/>
                </a:lnTo>
                <a:lnTo>
                  <a:pt x="1324232" y="449248"/>
                </a:lnTo>
                <a:lnTo>
                  <a:pt x="1338656" y="493601"/>
                </a:lnTo>
                <a:lnTo>
                  <a:pt x="1350075" y="539227"/>
                </a:lnTo>
                <a:lnTo>
                  <a:pt x="1358375" y="586008"/>
                </a:lnTo>
                <a:lnTo>
                  <a:pt x="1363439" y="633830"/>
                </a:lnTo>
                <a:lnTo>
                  <a:pt x="1365153" y="682577"/>
                </a:lnTo>
                <a:lnTo>
                  <a:pt x="1363439" y="731323"/>
                </a:lnTo>
                <a:lnTo>
                  <a:pt x="1358375" y="779145"/>
                </a:lnTo>
                <a:lnTo>
                  <a:pt x="1350075" y="825926"/>
                </a:lnTo>
                <a:lnTo>
                  <a:pt x="1338656" y="871551"/>
                </a:lnTo>
                <a:lnTo>
                  <a:pt x="1324232" y="915905"/>
                </a:lnTo>
                <a:lnTo>
                  <a:pt x="1306920" y="958871"/>
                </a:lnTo>
                <a:lnTo>
                  <a:pt x="1286835" y="1000335"/>
                </a:lnTo>
                <a:lnTo>
                  <a:pt x="1264092" y="1040181"/>
                </a:lnTo>
                <a:lnTo>
                  <a:pt x="1238807" y="1078293"/>
                </a:lnTo>
                <a:lnTo>
                  <a:pt x="1211096" y="1114556"/>
                </a:lnTo>
                <a:lnTo>
                  <a:pt x="1181073" y="1148855"/>
                </a:lnTo>
                <a:lnTo>
                  <a:pt x="1148854" y="1181073"/>
                </a:lnTo>
                <a:lnTo>
                  <a:pt x="1114556" y="1211096"/>
                </a:lnTo>
                <a:lnTo>
                  <a:pt x="1078293" y="1238808"/>
                </a:lnTo>
                <a:lnTo>
                  <a:pt x="1040181" y="1264093"/>
                </a:lnTo>
                <a:lnTo>
                  <a:pt x="1000335" y="1286835"/>
                </a:lnTo>
                <a:lnTo>
                  <a:pt x="958871" y="1306921"/>
                </a:lnTo>
                <a:lnTo>
                  <a:pt x="915905" y="1324233"/>
                </a:lnTo>
                <a:lnTo>
                  <a:pt x="871551" y="1338656"/>
                </a:lnTo>
                <a:lnTo>
                  <a:pt x="825926" y="1350076"/>
                </a:lnTo>
                <a:lnTo>
                  <a:pt x="779145" y="1358375"/>
                </a:lnTo>
                <a:lnTo>
                  <a:pt x="731323" y="1363440"/>
                </a:lnTo>
                <a:lnTo>
                  <a:pt x="682577" y="1365154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8648449" y="8943388"/>
            <a:ext cx="10293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65">
                <a:latin typeface="Verdana"/>
                <a:cs typeface="Verdana"/>
              </a:rPr>
              <a:t>Swimming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10635805" y="7064321"/>
            <a:ext cx="2130425" cy="1065530"/>
          </a:xfrm>
          <a:custGeom>
            <a:avLst/>
            <a:gdLst/>
            <a:ahLst/>
            <a:cxnLst/>
            <a:rect l="l" t="t" r="r" b="b"/>
            <a:pathLst>
              <a:path w="2130425" h="1065529">
                <a:moveTo>
                  <a:pt x="1597748" y="1065165"/>
                </a:moveTo>
                <a:lnTo>
                  <a:pt x="532582" y="1065165"/>
                </a:lnTo>
                <a:lnTo>
                  <a:pt x="484106" y="1062988"/>
                </a:lnTo>
                <a:lnTo>
                  <a:pt x="436850" y="1056584"/>
                </a:lnTo>
                <a:lnTo>
                  <a:pt x="391001" y="1046140"/>
                </a:lnTo>
                <a:lnTo>
                  <a:pt x="346747" y="1031845"/>
                </a:lnTo>
                <a:lnTo>
                  <a:pt x="304277" y="1013886"/>
                </a:lnTo>
                <a:lnTo>
                  <a:pt x="263778" y="992452"/>
                </a:lnTo>
                <a:lnTo>
                  <a:pt x="225438" y="967730"/>
                </a:lnTo>
                <a:lnTo>
                  <a:pt x="189446" y="939908"/>
                </a:lnTo>
                <a:lnTo>
                  <a:pt x="155989" y="909175"/>
                </a:lnTo>
                <a:lnTo>
                  <a:pt x="125256" y="875719"/>
                </a:lnTo>
                <a:lnTo>
                  <a:pt x="97435" y="839727"/>
                </a:lnTo>
                <a:lnTo>
                  <a:pt x="72713" y="801387"/>
                </a:lnTo>
                <a:lnTo>
                  <a:pt x="51278" y="760888"/>
                </a:lnTo>
                <a:lnTo>
                  <a:pt x="33319" y="718418"/>
                </a:lnTo>
                <a:lnTo>
                  <a:pt x="19024" y="674164"/>
                </a:lnTo>
                <a:lnTo>
                  <a:pt x="8580" y="628315"/>
                </a:lnTo>
                <a:lnTo>
                  <a:pt x="2176" y="581058"/>
                </a:lnTo>
                <a:lnTo>
                  <a:pt x="0" y="532583"/>
                </a:lnTo>
                <a:lnTo>
                  <a:pt x="2176" y="484107"/>
                </a:lnTo>
                <a:lnTo>
                  <a:pt x="8580" y="436850"/>
                </a:lnTo>
                <a:lnTo>
                  <a:pt x="19024" y="391001"/>
                </a:lnTo>
                <a:lnTo>
                  <a:pt x="33319" y="346747"/>
                </a:lnTo>
                <a:lnTo>
                  <a:pt x="51278" y="304277"/>
                </a:lnTo>
                <a:lnTo>
                  <a:pt x="72713" y="263778"/>
                </a:lnTo>
                <a:lnTo>
                  <a:pt x="97435" y="225438"/>
                </a:lnTo>
                <a:lnTo>
                  <a:pt x="125256" y="189446"/>
                </a:lnTo>
                <a:lnTo>
                  <a:pt x="155989" y="155990"/>
                </a:lnTo>
                <a:lnTo>
                  <a:pt x="189446" y="125256"/>
                </a:lnTo>
                <a:lnTo>
                  <a:pt x="225438" y="97435"/>
                </a:lnTo>
                <a:lnTo>
                  <a:pt x="263778" y="72713"/>
                </a:lnTo>
                <a:lnTo>
                  <a:pt x="304277" y="51278"/>
                </a:lnTo>
                <a:lnTo>
                  <a:pt x="346747" y="33319"/>
                </a:lnTo>
                <a:lnTo>
                  <a:pt x="391001" y="19024"/>
                </a:lnTo>
                <a:lnTo>
                  <a:pt x="436850" y="8580"/>
                </a:lnTo>
                <a:lnTo>
                  <a:pt x="484106" y="2176"/>
                </a:lnTo>
                <a:lnTo>
                  <a:pt x="532582" y="0"/>
                </a:lnTo>
                <a:lnTo>
                  <a:pt x="1597748" y="0"/>
                </a:lnTo>
                <a:lnTo>
                  <a:pt x="1646224" y="2176"/>
                </a:lnTo>
                <a:lnTo>
                  <a:pt x="1693480" y="8580"/>
                </a:lnTo>
                <a:lnTo>
                  <a:pt x="1739329" y="19024"/>
                </a:lnTo>
                <a:lnTo>
                  <a:pt x="1783583" y="33319"/>
                </a:lnTo>
                <a:lnTo>
                  <a:pt x="1826053" y="51278"/>
                </a:lnTo>
                <a:lnTo>
                  <a:pt x="1866552" y="72713"/>
                </a:lnTo>
                <a:lnTo>
                  <a:pt x="1904892" y="97435"/>
                </a:lnTo>
                <a:lnTo>
                  <a:pt x="1940884" y="125256"/>
                </a:lnTo>
                <a:lnTo>
                  <a:pt x="1974340" y="155990"/>
                </a:lnTo>
                <a:lnTo>
                  <a:pt x="2005073" y="189446"/>
                </a:lnTo>
                <a:lnTo>
                  <a:pt x="2032895" y="225438"/>
                </a:lnTo>
                <a:lnTo>
                  <a:pt x="2057617" y="263778"/>
                </a:lnTo>
                <a:lnTo>
                  <a:pt x="2079051" y="304277"/>
                </a:lnTo>
                <a:lnTo>
                  <a:pt x="2097010" y="346747"/>
                </a:lnTo>
                <a:lnTo>
                  <a:pt x="2111305" y="391001"/>
                </a:lnTo>
                <a:lnTo>
                  <a:pt x="2121749" y="436850"/>
                </a:lnTo>
                <a:lnTo>
                  <a:pt x="2128153" y="484107"/>
                </a:lnTo>
                <a:lnTo>
                  <a:pt x="2130330" y="532583"/>
                </a:lnTo>
                <a:lnTo>
                  <a:pt x="2128153" y="581058"/>
                </a:lnTo>
                <a:lnTo>
                  <a:pt x="2121749" y="628315"/>
                </a:lnTo>
                <a:lnTo>
                  <a:pt x="2111305" y="674164"/>
                </a:lnTo>
                <a:lnTo>
                  <a:pt x="2097010" y="718418"/>
                </a:lnTo>
                <a:lnTo>
                  <a:pt x="2079051" y="760888"/>
                </a:lnTo>
                <a:lnTo>
                  <a:pt x="2057617" y="801387"/>
                </a:lnTo>
                <a:lnTo>
                  <a:pt x="2032895" y="839727"/>
                </a:lnTo>
                <a:lnTo>
                  <a:pt x="2005073" y="875719"/>
                </a:lnTo>
                <a:lnTo>
                  <a:pt x="1974340" y="909175"/>
                </a:lnTo>
                <a:lnTo>
                  <a:pt x="1940884" y="939908"/>
                </a:lnTo>
                <a:lnTo>
                  <a:pt x="1904892" y="967730"/>
                </a:lnTo>
                <a:lnTo>
                  <a:pt x="1866552" y="992452"/>
                </a:lnTo>
                <a:lnTo>
                  <a:pt x="1826053" y="1013886"/>
                </a:lnTo>
                <a:lnTo>
                  <a:pt x="1783583" y="1031845"/>
                </a:lnTo>
                <a:lnTo>
                  <a:pt x="1739329" y="1046140"/>
                </a:lnTo>
                <a:lnTo>
                  <a:pt x="1693480" y="1056584"/>
                </a:lnTo>
                <a:lnTo>
                  <a:pt x="1646224" y="1062988"/>
                </a:lnTo>
                <a:lnTo>
                  <a:pt x="1597748" y="1065165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0786964" y="7419953"/>
            <a:ext cx="1828164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40">
                <a:latin typeface="Verdana"/>
                <a:cs typeface="Verdana"/>
              </a:rPr>
              <a:t>Fitness</a:t>
            </a:r>
            <a:r>
              <a:rPr dirty="0" sz="1900" spc="-150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Centers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7180">
              <a:lnSpc>
                <a:spcPct val="100000"/>
              </a:lnSpc>
              <a:spcBef>
                <a:spcPts val="100"/>
              </a:spcBef>
            </a:pPr>
            <a:r>
              <a:rPr dirty="0" spc="-229"/>
              <a:t>Cult.fit:</a:t>
            </a:r>
            <a:r>
              <a:rPr dirty="0" spc="-459"/>
              <a:t> </a:t>
            </a:r>
            <a:r>
              <a:rPr dirty="0" spc="-365"/>
              <a:t>Overview</a:t>
            </a:r>
          </a:p>
        </p:txBody>
      </p:sp>
      <p:pic>
        <p:nvPicPr>
          <p:cNvPr id="21" name="object 2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3554" y="5074385"/>
            <a:ext cx="85725" cy="85724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3554" y="6131660"/>
            <a:ext cx="85725" cy="85724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3554" y="6836510"/>
            <a:ext cx="85725" cy="85724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3554" y="7893785"/>
            <a:ext cx="85725" cy="85724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1242104" y="4883872"/>
            <a:ext cx="4961890" cy="3549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80975">
              <a:lnSpc>
                <a:spcPct val="115599"/>
              </a:lnSpc>
              <a:spcBef>
                <a:spcPts val="100"/>
              </a:spcBef>
            </a:pPr>
            <a:r>
              <a:rPr dirty="0" sz="2000" spc="-50">
                <a:latin typeface="Verdana"/>
                <a:cs typeface="Verdana"/>
              </a:rPr>
              <a:t>Diverse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70">
                <a:latin typeface="Verdana"/>
                <a:cs typeface="Verdana"/>
              </a:rPr>
              <a:t>offering: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Provides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105">
                <a:latin typeface="Verdana"/>
                <a:cs typeface="Verdana"/>
              </a:rPr>
              <a:t>a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40">
                <a:latin typeface="Verdana"/>
                <a:cs typeface="Verdana"/>
              </a:rPr>
              <a:t>wide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range </a:t>
            </a:r>
            <a:r>
              <a:rPr dirty="0" sz="2000" spc="-55">
                <a:latin typeface="Verdana"/>
                <a:cs typeface="Verdana"/>
              </a:rPr>
              <a:t>spanning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30">
                <a:latin typeface="Verdana"/>
                <a:cs typeface="Verdana"/>
              </a:rPr>
              <a:t>from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intense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85">
                <a:latin typeface="Verdana"/>
                <a:cs typeface="Verdana"/>
              </a:rPr>
              <a:t>work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out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to </a:t>
            </a:r>
            <a:r>
              <a:rPr dirty="0" sz="2000" spc="-75">
                <a:latin typeface="Verdana"/>
                <a:cs typeface="Verdana"/>
              </a:rPr>
              <a:t>relaxing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meditations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115599"/>
              </a:lnSpc>
            </a:pPr>
            <a:r>
              <a:rPr dirty="0" sz="2000" spc="-40">
                <a:latin typeface="Verdana"/>
                <a:cs typeface="Verdana"/>
              </a:rPr>
              <a:t>Accessibility: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60">
                <a:latin typeface="Verdana"/>
                <a:cs typeface="Verdana"/>
              </a:rPr>
              <a:t>The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Cult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app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enables</a:t>
            </a:r>
            <a:r>
              <a:rPr dirty="0" sz="2000" spc="500">
                <a:latin typeface="Verdana"/>
                <a:cs typeface="Verdana"/>
              </a:rPr>
              <a:t> </a:t>
            </a:r>
            <a:r>
              <a:rPr dirty="0" sz="2000" spc="-55">
                <a:latin typeface="Verdana"/>
                <a:cs typeface="Verdana"/>
              </a:rPr>
              <a:t>users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to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plan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30">
                <a:latin typeface="Verdana"/>
                <a:cs typeface="Verdana"/>
              </a:rPr>
              <a:t>their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40">
                <a:latin typeface="Verdana"/>
                <a:cs typeface="Verdana"/>
              </a:rPr>
              <a:t>sessions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instantly </a:t>
            </a:r>
            <a:r>
              <a:rPr dirty="0" sz="2000" spc="-50">
                <a:latin typeface="Verdana"/>
                <a:cs typeface="Verdana"/>
              </a:rPr>
              <a:t>Community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75">
                <a:latin typeface="Verdana"/>
                <a:cs typeface="Verdana"/>
              </a:rPr>
              <a:t>building: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Group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40">
                <a:latin typeface="Verdana"/>
                <a:cs typeface="Verdana"/>
              </a:rPr>
              <a:t>sessions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40">
                <a:latin typeface="Verdana"/>
                <a:cs typeface="Verdana"/>
              </a:rPr>
              <a:t>is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50">
                <a:latin typeface="Verdana"/>
                <a:cs typeface="Verdana"/>
              </a:rPr>
              <a:t>a </a:t>
            </a:r>
            <a:r>
              <a:rPr dirty="0" sz="2000" spc="-10">
                <a:latin typeface="Verdana"/>
                <a:cs typeface="Verdana"/>
              </a:rPr>
              <a:t>nice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90">
                <a:latin typeface="Verdana"/>
                <a:cs typeface="Verdana"/>
              </a:rPr>
              <a:t>way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of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95">
                <a:latin typeface="Verdana"/>
                <a:cs typeface="Verdana"/>
              </a:rPr>
              <a:t>engaging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65">
                <a:latin typeface="Verdana"/>
                <a:cs typeface="Verdana"/>
              </a:rPr>
              <a:t>like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40">
                <a:latin typeface="Verdana"/>
                <a:cs typeface="Verdana"/>
              </a:rPr>
              <a:t>minded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fitness enthusiasts</a:t>
            </a:r>
            <a:endParaRPr sz="2000">
              <a:latin typeface="Verdana"/>
              <a:cs typeface="Verdana"/>
            </a:endParaRPr>
          </a:p>
          <a:p>
            <a:pPr marL="12700" marR="225425">
              <a:lnSpc>
                <a:spcPct val="115599"/>
              </a:lnSpc>
            </a:pPr>
            <a:r>
              <a:rPr dirty="0" sz="2000">
                <a:latin typeface="Verdana"/>
                <a:cs typeface="Verdana"/>
              </a:rPr>
              <a:t>Holistic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70">
                <a:latin typeface="Verdana"/>
                <a:cs typeface="Verdana"/>
              </a:rPr>
              <a:t>approach: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40">
                <a:latin typeface="Verdana"/>
                <a:cs typeface="Verdana"/>
              </a:rPr>
              <a:t>Focusing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on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holistic </a:t>
            </a:r>
            <a:r>
              <a:rPr dirty="0" sz="2000" spc="-40">
                <a:latin typeface="Verdana"/>
                <a:cs typeface="Verdana"/>
              </a:rPr>
              <a:t>wellness</a:t>
            </a:r>
            <a:r>
              <a:rPr dirty="0" sz="2000" spc="-15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of</a:t>
            </a:r>
            <a:r>
              <a:rPr dirty="0" sz="2000" spc="-155">
                <a:latin typeface="Verdana"/>
                <a:cs typeface="Verdana"/>
              </a:rPr>
              <a:t> </a:t>
            </a:r>
            <a:r>
              <a:rPr dirty="0" sz="2000" spc="-30">
                <a:latin typeface="Verdana"/>
                <a:cs typeface="Verdana"/>
              </a:rPr>
              <a:t>their</a:t>
            </a:r>
            <a:r>
              <a:rPr dirty="0" sz="2000" spc="-15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consumers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810354" y="1620017"/>
            <a:ext cx="5356225" cy="2936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2275">
              <a:lnSpc>
                <a:spcPct val="100000"/>
              </a:lnSpc>
              <a:spcBef>
                <a:spcPts val="100"/>
              </a:spcBef>
            </a:pPr>
            <a:r>
              <a:rPr dirty="0" sz="4000" spc="-90">
                <a:latin typeface="Verdana"/>
                <a:cs typeface="Verdana"/>
              </a:rPr>
              <a:t>Business</a:t>
            </a:r>
            <a:r>
              <a:rPr dirty="0" sz="4000" spc="-360">
                <a:latin typeface="Verdana"/>
                <a:cs typeface="Verdana"/>
              </a:rPr>
              <a:t> </a:t>
            </a:r>
            <a:r>
              <a:rPr dirty="0" sz="4000" spc="45">
                <a:latin typeface="Verdana"/>
                <a:cs typeface="Verdana"/>
              </a:rPr>
              <a:t>Model</a:t>
            </a:r>
            <a:endParaRPr sz="4000">
              <a:latin typeface="Verdana"/>
              <a:cs typeface="Verdana"/>
            </a:endParaRPr>
          </a:p>
          <a:p>
            <a:pPr marL="12700" marR="5080">
              <a:lnSpc>
                <a:spcPct val="115599"/>
              </a:lnSpc>
              <a:spcBef>
                <a:spcPts val="4250"/>
              </a:spcBef>
            </a:pPr>
            <a:r>
              <a:rPr dirty="0" sz="2000" spc="-20">
                <a:latin typeface="Verdana"/>
                <a:cs typeface="Verdana"/>
              </a:rPr>
              <a:t>Cult’s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40">
                <a:latin typeface="Verdana"/>
                <a:cs typeface="Verdana"/>
              </a:rPr>
              <a:t>business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30">
                <a:latin typeface="Verdana"/>
                <a:cs typeface="Verdana"/>
              </a:rPr>
              <a:t>model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40">
                <a:latin typeface="Verdana"/>
                <a:cs typeface="Verdana"/>
              </a:rPr>
              <a:t>is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multi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dimensional </a:t>
            </a:r>
            <a:r>
              <a:rPr dirty="0" sz="2000" spc="-80">
                <a:latin typeface="Verdana"/>
                <a:cs typeface="Verdana"/>
              </a:rPr>
              <a:t>as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it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45">
                <a:latin typeface="Verdana"/>
                <a:cs typeface="Verdana"/>
              </a:rPr>
              <a:t>encompasses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both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physical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45">
                <a:latin typeface="Verdana"/>
                <a:cs typeface="Verdana"/>
              </a:rPr>
              <a:t>and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digital </a:t>
            </a:r>
            <a:r>
              <a:rPr dirty="0" sz="2000" spc="-60">
                <a:latin typeface="Verdana"/>
                <a:cs typeface="Verdana"/>
              </a:rPr>
              <a:t>realm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45">
                <a:latin typeface="Verdana"/>
                <a:cs typeface="Verdana"/>
              </a:rPr>
              <a:t>through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fitness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centres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accompanied </a:t>
            </a:r>
            <a:r>
              <a:rPr dirty="0" sz="2000" spc="-25">
                <a:latin typeface="Verdana"/>
                <a:cs typeface="Verdana"/>
              </a:rPr>
              <a:t>by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105">
                <a:latin typeface="Verdana"/>
                <a:cs typeface="Verdana"/>
              </a:rPr>
              <a:t>a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30">
                <a:latin typeface="Verdana"/>
                <a:cs typeface="Verdana"/>
              </a:rPr>
              <a:t>intuitive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application.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Following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65">
                <a:latin typeface="Verdana"/>
                <a:cs typeface="Verdana"/>
              </a:rPr>
              <a:t>are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the aspects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of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 spc="-30">
                <a:latin typeface="Verdana"/>
                <a:cs typeface="Verdana"/>
              </a:rPr>
              <a:t>their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model: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2596493" y="1620017"/>
            <a:ext cx="438150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90">
                <a:latin typeface="Verdana"/>
                <a:cs typeface="Verdana"/>
              </a:rPr>
              <a:t>Value</a:t>
            </a:r>
            <a:r>
              <a:rPr dirty="0" sz="4000" spc="-405">
                <a:latin typeface="Verdana"/>
                <a:cs typeface="Verdana"/>
              </a:rPr>
              <a:t> </a:t>
            </a:r>
            <a:r>
              <a:rPr dirty="0" sz="4000" spc="-10">
                <a:latin typeface="Verdana"/>
                <a:cs typeface="Verdana"/>
              </a:rPr>
              <a:t>Proposition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1892567" y="2928168"/>
            <a:ext cx="5737225" cy="2139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</a:pPr>
            <a:r>
              <a:rPr dirty="0" sz="2000" spc="-10">
                <a:latin typeface="Verdana"/>
                <a:cs typeface="Verdana"/>
              </a:rPr>
              <a:t>Cult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fit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intends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to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125">
                <a:latin typeface="Verdana"/>
                <a:cs typeface="Verdana"/>
              </a:rPr>
              <a:t>make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fitness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55">
                <a:latin typeface="Verdana"/>
                <a:cs typeface="Verdana"/>
              </a:rPr>
              <a:t>more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enjoyable </a:t>
            </a:r>
            <a:r>
              <a:rPr dirty="0" sz="2000" spc="-45">
                <a:latin typeface="Verdana"/>
                <a:cs typeface="Verdana"/>
              </a:rPr>
              <a:t>and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40">
                <a:latin typeface="Verdana"/>
                <a:cs typeface="Verdana"/>
              </a:rPr>
              <a:t>accessible,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 spc="-60">
                <a:latin typeface="Verdana"/>
                <a:cs typeface="Verdana"/>
              </a:rPr>
              <a:t>ensuring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105">
                <a:latin typeface="Verdana"/>
                <a:cs typeface="Verdana"/>
              </a:rPr>
              <a:t>a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healthier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lifestyle.</a:t>
            </a:r>
            <a:endParaRPr sz="2000">
              <a:latin typeface="Verdana"/>
              <a:cs typeface="Verdana"/>
            </a:endParaRPr>
          </a:p>
          <a:p>
            <a:pPr marL="12700" marR="10795">
              <a:lnSpc>
                <a:spcPct val="115599"/>
              </a:lnSpc>
            </a:pPr>
            <a:r>
              <a:rPr dirty="0" sz="2000" spc="-45">
                <a:latin typeface="Verdana"/>
                <a:cs typeface="Verdana"/>
              </a:rPr>
              <a:t>While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providing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70">
                <a:latin typeface="Verdana"/>
                <a:cs typeface="Verdana"/>
              </a:rPr>
              <a:t>an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70">
                <a:latin typeface="Verdana"/>
                <a:cs typeface="Verdana"/>
              </a:rPr>
              <a:t>array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of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different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fitness </a:t>
            </a:r>
            <a:r>
              <a:rPr dirty="0" sz="2000" spc="-75">
                <a:latin typeface="Verdana"/>
                <a:cs typeface="Verdana"/>
              </a:rPr>
              <a:t>regimes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for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the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45">
                <a:latin typeface="Verdana"/>
                <a:cs typeface="Verdana"/>
              </a:rPr>
              <a:t>user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to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choose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80">
                <a:latin typeface="Verdana"/>
                <a:cs typeface="Verdana"/>
              </a:rPr>
              <a:t>as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per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their </a:t>
            </a:r>
            <a:r>
              <a:rPr dirty="0" sz="2000" spc="-40">
                <a:latin typeface="Verdana"/>
                <a:cs typeface="Verdana"/>
              </a:rPr>
              <a:t>preference,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Cult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also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focuses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on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50">
                <a:latin typeface="Verdana"/>
                <a:cs typeface="Verdana"/>
              </a:rPr>
              <a:t>mental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health </a:t>
            </a:r>
            <a:r>
              <a:rPr dirty="0" sz="2000" spc="-45">
                <a:latin typeface="Verdana"/>
                <a:cs typeface="Verdana"/>
              </a:rPr>
              <a:t>through</a:t>
            </a:r>
            <a:r>
              <a:rPr dirty="0" sz="2000" spc="-150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meditation</a:t>
            </a:r>
            <a:r>
              <a:rPr dirty="0" sz="2000" spc="-14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programs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157439" y="1620017"/>
            <a:ext cx="3872229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90">
                <a:latin typeface="Verdana"/>
                <a:cs typeface="Verdana"/>
              </a:rPr>
              <a:t>Service</a:t>
            </a:r>
            <a:r>
              <a:rPr dirty="0" sz="4000" spc="-375">
                <a:latin typeface="Verdana"/>
                <a:cs typeface="Verdana"/>
              </a:rPr>
              <a:t> </a:t>
            </a:r>
            <a:r>
              <a:rPr dirty="0" sz="4000" spc="-10">
                <a:latin typeface="Verdana"/>
                <a:cs typeface="Verdana"/>
              </a:rPr>
              <a:t>Offered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12999433" y="7008056"/>
            <a:ext cx="2130425" cy="1065530"/>
          </a:xfrm>
          <a:custGeom>
            <a:avLst/>
            <a:gdLst/>
            <a:ahLst/>
            <a:cxnLst/>
            <a:rect l="l" t="t" r="r" b="b"/>
            <a:pathLst>
              <a:path w="2130425" h="1065529">
                <a:moveTo>
                  <a:pt x="1597748" y="1065165"/>
                </a:moveTo>
                <a:lnTo>
                  <a:pt x="532582" y="1065165"/>
                </a:lnTo>
                <a:lnTo>
                  <a:pt x="484106" y="1062988"/>
                </a:lnTo>
                <a:lnTo>
                  <a:pt x="436850" y="1056584"/>
                </a:lnTo>
                <a:lnTo>
                  <a:pt x="391000" y="1046140"/>
                </a:lnTo>
                <a:lnTo>
                  <a:pt x="346747" y="1031845"/>
                </a:lnTo>
                <a:lnTo>
                  <a:pt x="304276" y="1013886"/>
                </a:lnTo>
                <a:lnTo>
                  <a:pt x="263777" y="992451"/>
                </a:lnTo>
                <a:lnTo>
                  <a:pt x="225438" y="967729"/>
                </a:lnTo>
                <a:lnTo>
                  <a:pt x="189446" y="939908"/>
                </a:lnTo>
                <a:lnTo>
                  <a:pt x="155989" y="909175"/>
                </a:lnTo>
                <a:lnTo>
                  <a:pt x="125256" y="875718"/>
                </a:lnTo>
                <a:lnTo>
                  <a:pt x="97435" y="839726"/>
                </a:lnTo>
                <a:lnTo>
                  <a:pt x="72713" y="801387"/>
                </a:lnTo>
                <a:lnTo>
                  <a:pt x="51278" y="760888"/>
                </a:lnTo>
                <a:lnTo>
                  <a:pt x="33319" y="718418"/>
                </a:lnTo>
                <a:lnTo>
                  <a:pt x="19024" y="674164"/>
                </a:lnTo>
                <a:lnTo>
                  <a:pt x="8580" y="628315"/>
                </a:lnTo>
                <a:lnTo>
                  <a:pt x="2176" y="581058"/>
                </a:lnTo>
                <a:lnTo>
                  <a:pt x="0" y="532582"/>
                </a:lnTo>
                <a:lnTo>
                  <a:pt x="2176" y="484106"/>
                </a:lnTo>
                <a:lnTo>
                  <a:pt x="8580" y="436850"/>
                </a:lnTo>
                <a:lnTo>
                  <a:pt x="19024" y="391001"/>
                </a:lnTo>
                <a:lnTo>
                  <a:pt x="33319" y="346747"/>
                </a:lnTo>
                <a:lnTo>
                  <a:pt x="51278" y="304277"/>
                </a:lnTo>
                <a:lnTo>
                  <a:pt x="72713" y="263778"/>
                </a:lnTo>
                <a:lnTo>
                  <a:pt x="97435" y="225438"/>
                </a:lnTo>
                <a:lnTo>
                  <a:pt x="125256" y="189446"/>
                </a:lnTo>
                <a:lnTo>
                  <a:pt x="155989" y="155989"/>
                </a:lnTo>
                <a:lnTo>
                  <a:pt x="189446" y="125256"/>
                </a:lnTo>
                <a:lnTo>
                  <a:pt x="225438" y="97435"/>
                </a:lnTo>
                <a:lnTo>
                  <a:pt x="263777" y="72713"/>
                </a:lnTo>
                <a:lnTo>
                  <a:pt x="304276" y="51278"/>
                </a:lnTo>
                <a:lnTo>
                  <a:pt x="346747" y="33319"/>
                </a:lnTo>
                <a:lnTo>
                  <a:pt x="391000" y="19024"/>
                </a:lnTo>
                <a:lnTo>
                  <a:pt x="436850" y="8580"/>
                </a:lnTo>
                <a:lnTo>
                  <a:pt x="484106" y="2176"/>
                </a:lnTo>
                <a:lnTo>
                  <a:pt x="532582" y="0"/>
                </a:lnTo>
                <a:lnTo>
                  <a:pt x="1597748" y="0"/>
                </a:lnTo>
                <a:lnTo>
                  <a:pt x="1646224" y="2176"/>
                </a:lnTo>
                <a:lnTo>
                  <a:pt x="1693480" y="8580"/>
                </a:lnTo>
                <a:lnTo>
                  <a:pt x="1739329" y="19024"/>
                </a:lnTo>
                <a:lnTo>
                  <a:pt x="1783583" y="33319"/>
                </a:lnTo>
                <a:lnTo>
                  <a:pt x="1826053" y="51278"/>
                </a:lnTo>
                <a:lnTo>
                  <a:pt x="1866552" y="72713"/>
                </a:lnTo>
                <a:lnTo>
                  <a:pt x="1904892" y="97435"/>
                </a:lnTo>
                <a:lnTo>
                  <a:pt x="1940884" y="125256"/>
                </a:lnTo>
                <a:lnTo>
                  <a:pt x="1974340" y="155989"/>
                </a:lnTo>
                <a:lnTo>
                  <a:pt x="2005073" y="189446"/>
                </a:lnTo>
                <a:lnTo>
                  <a:pt x="2032895" y="225438"/>
                </a:lnTo>
                <a:lnTo>
                  <a:pt x="2057617" y="263778"/>
                </a:lnTo>
                <a:lnTo>
                  <a:pt x="2079051" y="304277"/>
                </a:lnTo>
                <a:lnTo>
                  <a:pt x="2097010" y="346747"/>
                </a:lnTo>
                <a:lnTo>
                  <a:pt x="2111305" y="391001"/>
                </a:lnTo>
                <a:lnTo>
                  <a:pt x="2121749" y="436850"/>
                </a:lnTo>
                <a:lnTo>
                  <a:pt x="2128153" y="484106"/>
                </a:lnTo>
                <a:lnTo>
                  <a:pt x="2130330" y="532582"/>
                </a:lnTo>
                <a:lnTo>
                  <a:pt x="2128153" y="581058"/>
                </a:lnTo>
                <a:lnTo>
                  <a:pt x="2121749" y="628315"/>
                </a:lnTo>
                <a:lnTo>
                  <a:pt x="2111305" y="674164"/>
                </a:lnTo>
                <a:lnTo>
                  <a:pt x="2097010" y="718418"/>
                </a:lnTo>
                <a:lnTo>
                  <a:pt x="2079051" y="760888"/>
                </a:lnTo>
                <a:lnTo>
                  <a:pt x="2057617" y="801387"/>
                </a:lnTo>
                <a:lnTo>
                  <a:pt x="2032895" y="839726"/>
                </a:lnTo>
                <a:lnTo>
                  <a:pt x="2005073" y="875718"/>
                </a:lnTo>
                <a:lnTo>
                  <a:pt x="1974340" y="909175"/>
                </a:lnTo>
                <a:lnTo>
                  <a:pt x="1940884" y="939908"/>
                </a:lnTo>
                <a:lnTo>
                  <a:pt x="1904892" y="967729"/>
                </a:lnTo>
                <a:lnTo>
                  <a:pt x="1866552" y="992451"/>
                </a:lnTo>
                <a:lnTo>
                  <a:pt x="1826053" y="1013886"/>
                </a:lnTo>
                <a:lnTo>
                  <a:pt x="1783583" y="1031845"/>
                </a:lnTo>
                <a:lnTo>
                  <a:pt x="1739329" y="1046140"/>
                </a:lnTo>
                <a:lnTo>
                  <a:pt x="1693480" y="1056584"/>
                </a:lnTo>
                <a:lnTo>
                  <a:pt x="1646224" y="1062988"/>
                </a:lnTo>
                <a:lnTo>
                  <a:pt x="1597748" y="1065165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13199557" y="7363687"/>
            <a:ext cx="173037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25">
                <a:latin typeface="Verdana"/>
                <a:cs typeface="Verdana"/>
              </a:rPr>
              <a:t>Merchandizing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15372705" y="6914327"/>
            <a:ext cx="2130425" cy="1065530"/>
          </a:xfrm>
          <a:custGeom>
            <a:avLst/>
            <a:gdLst/>
            <a:ahLst/>
            <a:cxnLst/>
            <a:rect l="l" t="t" r="r" b="b"/>
            <a:pathLst>
              <a:path w="2130425" h="1065529">
                <a:moveTo>
                  <a:pt x="1597748" y="1065165"/>
                </a:moveTo>
                <a:lnTo>
                  <a:pt x="532582" y="1065165"/>
                </a:lnTo>
                <a:lnTo>
                  <a:pt x="484106" y="1062988"/>
                </a:lnTo>
                <a:lnTo>
                  <a:pt x="436850" y="1056584"/>
                </a:lnTo>
                <a:lnTo>
                  <a:pt x="391001" y="1046140"/>
                </a:lnTo>
                <a:lnTo>
                  <a:pt x="346747" y="1031845"/>
                </a:lnTo>
                <a:lnTo>
                  <a:pt x="304276" y="1013886"/>
                </a:lnTo>
                <a:lnTo>
                  <a:pt x="263777" y="992452"/>
                </a:lnTo>
                <a:lnTo>
                  <a:pt x="225438" y="967730"/>
                </a:lnTo>
                <a:lnTo>
                  <a:pt x="189446" y="939908"/>
                </a:lnTo>
                <a:lnTo>
                  <a:pt x="155989" y="909175"/>
                </a:lnTo>
                <a:lnTo>
                  <a:pt x="125256" y="875719"/>
                </a:lnTo>
                <a:lnTo>
                  <a:pt x="97435" y="839727"/>
                </a:lnTo>
                <a:lnTo>
                  <a:pt x="72713" y="801387"/>
                </a:lnTo>
                <a:lnTo>
                  <a:pt x="51278" y="760888"/>
                </a:lnTo>
                <a:lnTo>
                  <a:pt x="33319" y="718418"/>
                </a:lnTo>
                <a:lnTo>
                  <a:pt x="19024" y="674164"/>
                </a:lnTo>
                <a:lnTo>
                  <a:pt x="8580" y="628315"/>
                </a:lnTo>
                <a:lnTo>
                  <a:pt x="2176" y="581058"/>
                </a:lnTo>
                <a:lnTo>
                  <a:pt x="0" y="532583"/>
                </a:lnTo>
                <a:lnTo>
                  <a:pt x="2176" y="484107"/>
                </a:lnTo>
                <a:lnTo>
                  <a:pt x="8580" y="436850"/>
                </a:lnTo>
                <a:lnTo>
                  <a:pt x="19024" y="391001"/>
                </a:lnTo>
                <a:lnTo>
                  <a:pt x="33319" y="346747"/>
                </a:lnTo>
                <a:lnTo>
                  <a:pt x="51278" y="304277"/>
                </a:lnTo>
                <a:lnTo>
                  <a:pt x="72713" y="263778"/>
                </a:lnTo>
                <a:lnTo>
                  <a:pt x="97435" y="225438"/>
                </a:lnTo>
                <a:lnTo>
                  <a:pt x="125256" y="189446"/>
                </a:lnTo>
                <a:lnTo>
                  <a:pt x="155989" y="155990"/>
                </a:lnTo>
                <a:lnTo>
                  <a:pt x="189446" y="125256"/>
                </a:lnTo>
                <a:lnTo>
                  <a:pt x="225438" y="97435"/>
                </a:lnTo>
                <a:lnTo>
                  <a:pt x="263777" y="72713"/>
                </a:lnTo>
                <a:lnTo>
                  <a:pt x="304276" y="51278"/>
                </a:lnTo>
                <a:lnTo>
                  <a:pt x="346747" y="33319"/>
                </a:lnTo>
                <a:lnTo>
                  <a:pt x="391001" y="19024"/>
                </a:lnTo>
                <a:lnTo>
                  <a:pt x="436850" y="8580"/>
                </a:lnTo>
                <a:lnTo>
                  <a:pt x="484106" y="2176"/>
                </a:lnTo>
                <a:lnTo>
                  <a:pt x="532582" y="0"/>
                </a:lnTo>
                <a:lnTo>
                  <a:pt x="1597748" y="0"/>
                </a:lnTo>
                <a:lnTo>
                  <a:pt x="1646224" y="2176"/>
                </a:lnTo>
                <a:lnTo>
                  <a:pt x="1693480" y="8580"/>
                </a:lnTo>
                <a:lnTo>
                  <a:pt x="1739329" y="19024"/>
                </a:lnTo>
                <a:lnTo>
                  <a:pt x="1783583" y="33319"/>
                </a:lnTo>
                <a:lnTo>
                  <a:pt x="1826053" y="51278"/>
                </a:lnTo>
                <a:lnTo>
                  <a:pt x="1866552" y="72713"/>
                </a:lnTo>
                <a:lnTo>
                  <a:pt x="1904892" y="97435"/>
                </a:lnTo>
                <a:lnTo>
                  <a:pt x="1940884" y="125256"/>
                </a:lnTo>
                <a:lnTo>
                  <a:pt x="1974340" y="155990"/>
                </a:lnTo>
                <a:lnTo>
                  <a:pt x="2005073" y="189446"/>
                </a:lnTo>
                <a:lnTo>
                  <a:pt x="2032895" y="225438"/>
                </a:lnTo>
                <a:lnTo>
                  <a:pt x="2057617" y="263778"/>
                </a:lnTo>
                <a:lnTo>
                  <a:pt x="2079051" y="304277"/>
                </a:lnTo>
                <a:lnTo>
                  <a:pt x="2097010" y="346747"/>
                </a:lnTo>
                <a:lnTo>
                  <a:pt x="2111305" y="391001"/>
                </a:lnTo>
                <a:lnTo>
                  <a:pt x="2121749" y="436850"/>
                </a:lnTo>
                <a:lnTo>
                  <a:pt x="2128153" y="484107"/>
                </a:lnTo>
                <a:lnTo>
                  <a:pt x="2130330" y="532583"/>
                </a:lnTo>
                <a:lnTo>
                  <a:pt x="2128153" y="581058"/>
                </a:lnTo>
                <a:lnTo>
                  <a:pt x="2121749" y="628315"/>
                </a:lnTo>
                <a:lnTo>
                  <a:pt x="2111305" y="674164"/>
                </a:lnTo>
                <a:lnTo>
                  <a:pt x="2097010" y="718418"/>
                </a:lnTo>
                <a:lnTo>
                  <a:pt x="2079051" y="760888"/>
                </a:lnTo>
                <a:lnTo>
                  <a:pt x="2057617" y="801387"/>
                </a:lnTo>
                <a:lnTo>
                  <a:pt x="2032895" y="839727"/>
                </a:lnTo>
                <a:lnTo>
                  <a:pt x="2005073" y="875719"/>
                </a:lnTo>
                <a:lnTo>
                  <a:pt x="1974340" y="909175"/>
                </a:lnTo>
                <a:lnTo>
                  <a:pt x="1940884" y="939908"/>
                </a:lnTo>
                <a:lnTo>
                  <a:pt x="1904892" y="967730"/>
                </a:lnTo>
                <a:lnTo>
                  <a:pt x="1866552" y="992452"/>
                </a:lnTo>
                <a:lnTo>
                  <a:pt x="1826053" y="1013886"/>
                </a:lnTo>
                <a:lnTo>
                  <a:pt x="1783583" y="1031845"/>
                </a:lnTo>
                <a:lnTo>
                  <a:pt x="1739329" y="1046140"/>
                </a:lnTo>
                <a:lnTo>
                  <a:pt x="1693480" y="1056584"/>
                </a:lnTo>
                <a:lnTo>
                  <a:pt x="1646224" y="1062988"/>
                </a:lnTo>
                <a:lnTo>
                  <a:pt x="1597748" y="1065165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11445008" y="6139658"/>
            <a:ext cx="5824220" cy="1283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14">
                <a:latin typeface="Verdana"/>
                <a:cs typeface="Verdana"/>
              </a:rPr>
              <a:t>Revenue</a:t>
            </a:r>
            <a:r>
              <a:rPr dirty="0" sz="4000" spc="-385">
                <a:latin typeface="Verdana"/>
                <a:cs typeface="Verdana"/>
              </a:rPr>
              <a:t> </a:t>
            </a:r>
            <a:r>
              <a:rPr dirty="0" sz="4000" spc="-10">
                <a:latin typeface="Verdana"/>
                <a:cs typeface="Verdana"/>
              </a:rPr>
              <a:t>Channels</a:t>
            </a:r>
            <a:endParaRPr sz="4000">
              <a:latin typeface="Verdana"/>
              <a:cs typeface="Verdana"/>
            </a:endParaRPr>
          </a:p>
          <a:p>
            <a:pPr algn="r" marR="5080">
              <a:lnSpc>
                <a:spcPct val="100000"/>
              </a:lnSpc>
              <a:spcBef>
                <a:spcPts val="2825"/>
              </a:spcBef>
            </a:pPr>
            <a:r>
              <a:rPr dirty="0" sz="1900" spc="-45">
                <a:latin typeface="Verdana"/>
                <a:cs typeface="Verdana"/>
              </a:rPr>
              <a:t>Digital</a:t>
            </a:r>
            <a:r>
              <a:rPr dirty="0" sz="1900" spc="-150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Fitness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6110098" y="7441409"/>
            <a:ext cx="65532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latin typeface="Verdana"/>
                <a:cs typeface="Verdana"/>
              </a:rPr>
              <a:t>plans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10635805" y="8367611"/>
            <a:ext cx="2130425" cy="1065530"/>
          </a:xfrm>
          <a:custGeom>
            <a:avLst/>
            <a:gdLst/>
            <a:ahLst/>
            <a:cxnLst/>
            <a:rect l="l" t="t" r="r" b="b"/>
            <a:pathLst>
              <a:path w="2130425" h="1065529">
                <a:moveTo>
                  <a:pt x="1597748" y="1065165"/>
                </a:moveTo>
                <a:lnTo>
                  <a:pt x="532582" y="1065165"/>
                </a:lnTo>
                <a:lnTo>
                  <a:pt x="484106" y="1062988"/>
                </a:lnTo>
                <a:lnTo>
                  <a:pt x="436850" y="1056584"/>
                </a:lnTo>
                <a:lnTo>
                  <a:pt x="391001" y="1046141"/>
                </a:lnTo>
                <a:lnTo>
                  <a:pt x="346747" y="1031845"/>
                </a:lnTo>
                <a:lnTo>
                  <a:pt x="304277" y="1013886"/>
                </a:lnTo>
                <a:lnTo>
                  <a:pt x="263778" y="992452"/>
                </a:lnTo>
                <a:lnTo>
                  <a:pt x="225438" y="967730"/>
                </a:lnTo>
                <a:lnTo>
                  <a:pt x="189446" y="939908"/>
                </a:lnTo>
                <a:lnTo>
                  <a:pt x="155989" y="909175"/>
                </a:lnTo>
                <a:lnTo>
                  <a:pt x="125256" y="875719"/>
                </a:lnTo>
                <a:lnTo>
                  <a:pt x="97435" y="839727"/>
                </a:lnTo>
                <a:lnTo>
                  <a:pt x="72713" y="801387"/>
                </a:lnTo>
                <a:lnTo>
                  <a:pt x="51278" y="760888"/>
                </a:lnTo>
                <a:lnTo>
                  <a:pt x="33319" y="718418"/>
                </a:lnTo>
                <a:lnTo>
                  <a:pt x="19024" y="674164"/>
                </a:lnTo>
                <a:lnTo>
                  <a:pt x="8580" y="628315"/>
                </a:lnTo>
                <a:lnTo>
                  <a:pt x="2176" y="581058"/>
                </a:lnTo>
                <a:lnTo>
                  <a:pt x="0" y="532583"/>
                </a:lnTo>
                <a:lnTo>
                  <a:pt x="2176" y="484107"/>
                </a:lnTo>
                <a:lnTo>
                  <a:pt x="8580" y="436850"/>
                </a:lnTo>
                <a:lnTo>
                  <a:pt x="19024" y="391001"/>
                </a:lnTo>
                <a:lnTo>
                  <a:pt x="33319" y="346747"/>
                </a:lnTo>
                <a:lnTo>
                  <a:pt x="51278" y="304277"/>
                </a:lnTo>
                <a:lnTo>
                  <a:pt x="72713" y="263778"/>
                </a:lnTo>
                <a:lnTo>
                  <a:pt x="97435" y="225438"/>
                </a:lnTo>
                <a:lnTo>
                  <a:pt x="125256" y="189446"/>
                </a:lnTo>
                <a:lnTo>
                  <a:pt x="155989" y="155990"/>
                </a:lnTo>
                <a:lnTo>
                  <a:pt x="189446" y="125256"/>
                </a:lnTo>
                <a:lnTo>
                  <a:pt x="225438" y="97435"/>
                </a:lnTo>
                <a:lnTo>
                  <a:pt x="263778" y="72713"/>
                </a:lnTo>
                <a:lnTo>
                  <a:pt x="304277" y="51278"/>
                </a:lnTo>
                <a:lnTo>
                  <a:pt x="346747" y="33319"/>
                </a:lnTo>
                <a:lnTo>
                  <a:pt x="391001" y="19024"/>
                </a:lnTo>
                <a:lnTo>
                  <a:pt x="436850" y="8580"/>
                </a:lnTo>
                <a:lnTo>
                  <a:pt x="484106" y="2176"/>
                </a:lnTo>
                <a:lnTo>
                  <a:pt x="532582" y="0"/>
                </a:lnTo>
                <a:lnTo>
                  <a:pt x="1597748" y="0"/>
                </a:lnTo>
                <a:lnTo>
                  <a:pt x="1646224" y="2176"/>
                </a:lnTo>
                <a:lnTo>
                  <a:pt x="1693480" y="8580"/>
                </a:lnTo>
                <a:lnTo>
                  <a:pt x="1739329" y="19024"/>
                </a:lnTo>
                <a:lnTo>
                  <a:pt x="1783583" y="33319"/>
                </a:lnTo>
                <a:lnTo>
                  <a:pt x="1826053" y="51278"/>
                </a:lnTo>
                <a:lnTo>
                  <a:pt x="1866552" y="72713"/>
                </a:lnTo>
                <a:lnTo>
                  <a:pt x="1904892" y="97435"/>
                </a:lnTo>
                <a:lnTo>
                  <a:pt x="1940884" y="125256"/>
                </a:lnTo>
                <a:lnTo>
                  <a:pt x="1974340" y="155990"/>
                </a:lnTo>
                <a:lnTo>
                  <a:pt x="2005073" y="189446"/>
                </a:lnTo>
                <a:lnTo>
                  <a:pt x="2032895" y="225438"/>
                </a:lnTo>
                <a:lnTo>
                  <a:pt x="2057617" y="263778"/>
                </a:lnTo>
                <a:lnTo>
                  <a:pt x="2079051" y="304277"/>
                </a:lnTo>
                <a:lnTo>
                  <a:pt x="2097010" y="346747"/>
                </a:lnTo>
                <a:lnTo>
                  <a:pt x="2111305" y="391001"/>
                </a:lnTo>
                <a:lnTo>
                  <a:pt x="2121749" y="436850"/>
                </a:lnTo>
                <a:lnTo>
                  <a:pt x="2128153" y="484107"/>
                </a:lnTo>
                <a:lnTo>
                  <a:pt x="2130330" y="532583"/>
                </a:lnTo>
                <a:lnTo>
                  <a:pt x="2128153" y="581058"/>
                </a:lnTo>
                <a:lnTo>
                  <a:pt x="2121749" y="628315"/>
                </a:lnTo>
                <a:lnTo>
                  <a:pt x="2111305" y="674164"/>
                </a:lnTo>
                <a:lnTo>
                  <a:pt x="2097010" y="718418"/>
                </a:lnTo>
                <a:lnTo>
                  <a:pt x="2079051" y="760888"/>
                </a:lnTo>
                <a:lnTo>
                  <a:pt x="2057617" y="801387"/>
                </a:lnTo>
                <a:lnTo>
                  <a:pt x="2032895" y="839727"/>
                </a:lnTo>
                <a:lnTo>
                  <a:pt x="2005073" y="875719"/>
                </a:lnTo>
                <a:lnTo>
                  <a:pt x="1974340" y="909175"/>
                </a:lnTo>
                <a:lnTo>
                  <a:pt x="1940884" y="939908"/>
                </a:lnTo>
                <a:lnTo>
                  <a:pt x="1904892" y="967730"/>
                </a:lnTo>
                <a:lnTo>
                  <a:pt x="1866552" y="992452"/>
                </a:lnTo>
                <a:lnTo>
                  <a:pt x="1826053" y="1013886"/>
                </a:lnTo>
                <a:lnTo>
                  <a:pt x="1783583" y="1031845"/>
                </a:lnTo>
                <a:lnTo>
                  <a:pt x="1739329" y="1046141"/>
                </a:lnTo>
                <a:lnTo>
                  <a:pt x="1693480" y="1056584"/>
                </a:lnTo>
                <a:lnTo>
                  <a:pt x="1646224" y="1062988"/>
                </a:lnTo>
                <a:lnTo>
                  <a:pt x="1597748" y="1065165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11130162" y="8517465"/>
            <a:ext cx="1141730" cy="692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1275">
              <a:lnSpc>
                <a:spcPct val="115100"/>
              </a:lnSpc>
              <a:spcBef>
                <a:spcPts val="100"/>
              </a:spcBef>
            </a:pPr>
            <a:r>
              <a:rPr dirty="0" sz="1900" spc="-10">
                <a:latin typeface="Verdana"/>
                <a:cs typeface="Verdana"/>
              </a:rPr>
              <a:t>Wellness </a:t>
            </a:r>
            <a:r>
              <a:rPr dirty="0" sz="1900" spc="-50">
                <a:latin typeface="Verdana"/>
                <a:cs typeface="Verdana"/>
              </a:rPr>
              <a:t>Programs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13242373" y="8430359"/>
            <a:ext cx="2130425" cy="1065530"/>
          </a:xfrm>
          <a:custGeom>
            <a:avLst/>
            <a:gdLst/>
            <a:ahLst/>
            <a:cxnLst/>
            <a:rect l="l" t="t" r="r" b="b"/>
            <a:pathLst>
              <a:path w="2130425" h="1065529">
                <a:moveTo>
                  <a:pt x="1597748" y="1065165"/>
                </a:moveTo>
                <a:lnTo>
                  <a:pt x="532583" y="1065165"/>
                </a:lnTo>
                <a:lnTo>
                  <a:pt x="484107" y="1062988"/>
                </a:lnTo>
                <a:lnTo>
                  <a:pt x="436850" y="1056584"/>
                </a:lnTo>
                <a:lnTo>
                  <a:pt x="391001" y="1046140"/>
                </a:lnTo>
                <a:lnTo>
                  <a:pt x="346747" y="1031845"/>
                </a:lnTo>
                <a:lnTo>
                  <a:pt x="304276" y="1013886"/>
                </a:lnTo>
                <a:lnTo>
                  <a:pt x="263777" y="992452"/>
                </a:lnTo>
                <a:lnTo>
                  <a:pt x="225438" y="967730"/>
                </a:lnTo>
                <a:lnTo>
                  <a:pt x="189446" y="939908"/>
                </a:lnTo>
                <a:lnTo>
                  <a:pt x="155989" y="909175"/>
                </a:lnTo>
                <a:lnTo>
                  <a:pt x="125256" y="875718"/>
                </a:lnTo>
                <a:lnTo>
                  <a:pt x="97435" y="839726"/>
                </a:lnTo>
                <a:lnTo>
                  <a:pt x="72713" y="801387"/>
                </a:lnTo>
                <a:lnTo>
                  <a:pt x="51278" y="760888"/>
                </a:lnTo>
                <a:lnTo>
                  <a:pt x="33319" y="718418"/>
                </a:lnTo>
                <a:lnTo>
                  <a:pt x="19024" y="674164"/>
                </a:lnTo>
                <a:lnTo>
                  <a:pt x="8580" y="628315"/>
                </a:lnTo>
                <a:lnTo>
                  <a:pt x="2176" y="581058"/>
                </a:lnTo>
                <a:lnTo>
                  <a:pt x="0" y="532582"/>
                </a:lnTo>
                <a:lnTo>
                  <a:pt x="2176" y="484106"/>
                </a:lnTo>
                <a:lnTo>
                  <a:pt x="8580" y="436850"/>
                </a:lnTo>
                <a:lnTo>
                  <a:pt x="19024" y="391001"/>
                </a:lnTo>
                <a:lnTo>
                  <a:pt x="33319" y="346747"/>
                </a:lnTo>
                <a:lnTo>
                  <a:pt x="51278" y="304277"/>
                </a:lnTo>
                <a:lnTo>
                  <a:pt x="72713" y="263778"/>
                </a:lnTo>
                <a:lnTo>
                  <a:pt x="97435" y="225438"/>
                </a:lnTo>
                <a:lnTo>
                  <a:pt x="125256" y="189446"/>
                </a:lnTo>
                <a:lnTo>
                  <a:pt x="155989" y="155989"/>
                </a:lnTo>
                <a:lnTo>
                  <a:pt x="189446" y="125256"/>
                </a:lnTo>
                <a:lnTo>
                  <a:pt x="225438" y="97435"/>
                </a:lnTo>
                <a:lnTo>
                  <a:pt x="263777" y="72713"/>
                </a:lnTo>
                <a:lnTo>
                  <a:pt x="304276" y="51278"/>
                </a:lnTo>
                <a:lnTo>
                  <a:pt x="346747" y="33319"/>
                </a:lnTo>
                <a:lnTo>
                  <a:pt x="391001" y="19024"/>
                </a:lnTo>
                <a:lnTo>
                  <a:pt x="436850" y="8580"/>
                </a:lnTo>
                <a:lnTo>
                  <a:pt x="484107" y="2176"/>
                </a:lnTo>
                <a:lnTo>
                  <a:pt x="532583" y="0"/>
                </a:lnTo>
                <a:lnTo>
                  <a:pt x="1597748" y="0"/>
                </a:lnTo>
                <a:lnTo>
                  <a:pt x="1646224" y="2176"/>
                </a:lnTo>
                <a:lnTo>
                  <a:pt x="1693480" y="8580"/>
                </a:lnTo>
                <a:lnTo>
                  <a:pt x="1739330" y="19024"/>
                </a:lnTo>
                <a:lnTo>
                  <a:pt x="1783583" y="33319"/>
                </a:lnTo>
                <a:lnTo>
                  <a:pt x="1826053" y="51278"/>
                </a:lnTo>
                <a:lnTo>
                  <a:pt x="1866552" y="72713"/>
                </a:lnTo>
                <a:lnTo>
                  <a:pt x="1904892" y="97435"/>
                </a:lnTo>
                <a:lnTo>
                  <a:pt x="1940884" y="125256"/>
                </a:lnTo>
                <a:lnTo>
                  <a:pt x="1974340" y="155989"/>
                </a:lnTo>
                <a:lnTo>
                  <a:pt x="2005073" y="189446"/>
                </a:lnTo>
                <a:lnTo>
                  <a:pt x="2032895" y="225438"/>
                </a:lnTo>
                <a:lnTo>
                  <a:pt x="2057617" y="263778"/>
                </a:lnTo>
                <a:lnTo>
                  <a:pt x="2079051" y="304277"/>
                </a:lnTo>
                <a:lnTo>
                  <a:pt x="2097010" y="346747"/>
                </a:lnTo>
                <a:lnTo>
                  <a:pt x="2111306" y="391001"/>
                </a:lnTo>
                <a:lnTo>
                  <a:pt x="2121749" y="436850"/>
                </a:lnTo>
                <a:lnTo>
                  <a:pt x="2128153" y="484106"/>
                </a:lnTo>
                <a:lnTo>
                  <a:pt x="2130330" y="532582"/>
                </a:lnTo>
                <a:lnTo>
                  <a:pt x="2128153" y="581058"/>
                </a:lnTo>
                <a:lnTo>
                  <a:pt x="2121749" y="628315"/>
                </a:lnTo>
                <a:lnTo>
                  <a:pt x="2111306" y="674164"/>
                </a:lnTo>
                <a:lnTo>
                  <a:pt x="2097010" y="718418"/>
                </a:lnTo>
                <a:lnTo>
                  <a:pt x="2079051" y="760888"/>
                </a:lnTo>
                <a:lnTo>
                  <a:pt x="2057617" y="801387"/>
                </a:lnTo>
                <a:lnTo>
                  <a:pt x="2032895" y="839726"/>
                </a:lnTo>
                <a:lnTo>
                  <a:pt x="2005073" y="875718"/>
                </a:lnTo>
                <a:lnTo>
                  <a:pt x="1974340" y="909175"/>
                </a:lnTo>
                <a:lnTo>
                  <a:pt x="1940884" y="939908"/>
                </a:lnTo>
                <a:lnTo>
                  <a:pt x="1904892" y="967730"/>
                </a:lnTo>
                <a:lnTo>
                  <a:pt x="1866552" y="992452"/>
                </a:lnTo>
                <a:lnTo>
                  <a:pt x="1826053" y="1013886"/>
                </a:lnTo>
                <a:lnTo>
                  <a:pt x="1783583" y="1031845"/>
                </a:lnTo>
                <a:lnTo>
                  <a:pt x="1739330" y="1046140"/>
                </a:lnTo>
                <a:lnTo>
                  <a:pt x="1693480" y="1056584"/>
                </a:lnTo>
                <a:lnTo>
                  <a:pt x="1646224" y="1062988"/>
                </a:lnTo>
                <a:lnTo>
                  <a:pt x="1597748" y="1065165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13697291" y="8580213"/>
            <a:ext cx="1220470" cy="692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9535" marR="5080" indent="-77470">
              <a:lnSpc>
                <a:spcPct val="115100"/>
              </a:lnSpc>
              <a:spcBef>
                <a:spcPts val="100"/>
              </a:spcBef>
            </a:pPr>
            <a:r>
              <a:rPr dirty="0" sz="1900" spc="-10">
                <a:latin typeface="Verdana"/>
                <a:cs typeface="Verdana"/>
              </a:rPr>
              <a:t>Corporate offerings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15557771" y="8406781"/>
            <a:ext cx="2130425" cy="1065530"/>
          </a:xfrm>
          <a:custGeom>
            <a:avLst/>
            <a:gdLst/>
            <a:ahLst/>
            <a:cxnLst/>
            <a:rect l="l" t="t" r="r" b="b"/>
            <a:pathLst>
              <a:path w="2130425" h="1065529">
                <a:moveTo>
                  <a:pt x="1597747" y="1065165"/>
                </a:moveTo>
                <a:lnTo>
                  <a:pt x="532582" y="1065165"/>
                </a:lnTo>
                <a:lnTo>
                  <a:pt x="484106" y="1062988"/>
                </a:lnTo>
                <a:lnTo>
                  <a:pt x="436850" y="1056584"/>
                </a:lnTo>
                <a:lnTo>
                  <a:pt x="391000" y="1046140"/>
                </a:lnTo>
                <a:lnTo>
                  <a:pt x="346747" y="1031845"/>
                </a:lnTo>
                <a:lnTo>
                  <a:pt x="304276" y="1013886"/>
                </a:lnTo>
                <a:lnTo>
                  <a:pt x="263777" y="992451"/>
                </a:lnTo>
                <a:lnTo>
                  <a:pt x="225438" y="967729"/>
                </a:lnTo>
                <a:lnTo>
                  <a:pt x="189446" y="939908"/>
                </a:lnTo>
                <a:lnTo>
                  <a:pt x="155989" y="909175"/>
                </a:lnTo>
                <a:lnTo>
                  <a:pt x="125256" y="875718"/>
                </a:lnTo>
                <a:lnTo>
                  <a:pt x="97435" y="839726"/>
                </a:lnTo>
                <a:lnTo>
                  <a:pt x="72713" y="801387"/>
                </a:lnTo>
                <a:lnTo>
                  <a:pt x="51278" y="760888"/>
                </a:lnTo>
                <a:lnTo>
                  <a:pt x="33319" y="718418"/>
                </a:lnTo>
                <a:lnTo>
                  <a:pt x="19024" y="674164"/>
                </a:lnTo>
                <a:lnTo>
                  <a:pt x="8580" y="628315"/>
                </a:lnTo>
                <a:lnTo>
                  <a:pt x="2176" y="581058"/>
                </a:lnTo>
                <a:lnTo>
                  <a:pt x="0" y="532582"/>
                </a:lnTo>
                <a:lnTo>
                  <a:pt x="2176" y="484106"/>
                </a:lnTo>
                <a:lnTo>
                  <a:pt x="8580" y="436850"/>
                </a:lnTo>
                <a:lnTo>
                  <a:pt x="19024" y="391001"/>
                </a:lnTo>
                <a:lnTo>
                  <a:pt x="33319" y="346747"/>
                </a:lnTo>
                <a:lnTo>
                  <a:pt x="51278" y="304277"/>
                </a:lnTo>
                <a:lnTo>
                  <a:pt x="72713" y="263778"/>
                </a:lnTo>
                <a:lnTo>
                  <a:pt x="97435" y="225438"/>
                </a:lnTo>
                <a:lnTo>
                  <a:pt x="125256" y="189446"/>
                </a:lnTo>
                <a:lnTo>
                  <a:pt x="155989" y="155989"/>
                </a:lnTo>
                <a:lnTo>
                  <a:pt x="189446" y="125256"/>
                </a:lnTo>
                <a:lnTo>
                  <a:pt x="225438" y="97435"/>
                </a:lnTo>
                <a:lnTo>
                  <a:pt x="263777" y="72713"/>
                </a:lnTo>
                <a:lnTo>
                  <a:pt x="304276" y="51278"/>
                </a:lnTo>
                <a:lnTo>
                  <a:pt x="346747" y="33319"/>
                </a:lnTo>
                <a:lnTo>
                  <a:pt x="391000" y="19024"/>
                </a:lnTo>
                <a:lnTo>
                  <a:pt x="436850" y="8580"/>
                </a:lnTo>
                <a:lnTo>
                  <a:pt x="484106" y="2176"/>
                </a:lnTo>
                <a:lnTo>
                  <a:pt x="532582" y="0"/>
                </a:lnTo>
                <a:lnTo>
                  <a:pt x="1597747" y="0"/>
                </a:lnTo>
                <a:lnTo>
                  <a:pt x="1646223" y="2176"/>
                </a:lnTo>
                <a:lnTo>
                  <a:pt x="1693479" y="8580"/>
                </a:lnTo>
                <a:lnTo>
                  <a:pt x="1739329" y="19024"/>
                </a:lnTo>
                <a:lnTo>
                  <a:pt x="1783582" y="33319"/>
                </a:lnTo>
                <a:lnTo>
                  <a:pt x="1826053" y="51278"/>
                </a:lnTo>
                <a:lnTo>
                  <a:pt x="1866552" y="72713"/>
                </a:lnTo>
                <a:lnTo>
                  <a:pt x="1904891" y="97435"/>
                </a:lnTo>
                <a:lnTo>
                  <a:pt x="1940883" y="125256"/>
                </a:lnTo>
                <a:lnTo>
                  <a:pt x="1974340" y="155989"/>
                </a:lnTo>
                <a:lnTo>
                  <a:pt x="2005073" y="189446"/>
                </a:lnTo>
                <a:lnTo>
                  <a:pt x="2032894" y="225438"/>
                </a:lnTo>
                <a:lnTo>
                  <a:pt x="2057617" y="263778"/>
                </a:lnTo>
                <a:lnTo>
                  <a:pt x="2079051" y="304277"/>
                </a:lnTo>
                <a:lnTo>
                  <a:pt x="2097010" y="346747"/>
                </a:lnTo>
                <a:lnTo>
                  <a:pt x="2111305" y="391001"/>
                </a:lnTo>
                <a:lnTo>
                  <a:pt x="2121749" y="436850"/>
                </a:lnTo>
                <a:lnTo>
                  <a:pt x="2128153" y="484106"/>
                </a:lnTo>
                <a:lnTo>
                  <a:pt x="2130330" y="532582"/>
                </a:lnTo>
                <a:lnTo>
                  <a:pt x="2128153" y="581058"/>
                </a:lnTo>
                <a:lnTo>
                  <a:pt x="2121749" y="628315"/>
                </a:lnTo>
                <a:lnTo>
                  <a:pt x="2111305" y="674164"/>
                </a:lnTo>
                <a:lnTo>
                  <a:pt x="2097010" y="718418"/>
                </a:lnTo>
                <a:lnTo>
                  <a:pt x="2079051" y="760888"/>
                </a:lnTo>
                <a:lnTo>
                  <a:pt x="2057617" y="801387"/>
                </a:lnTo>
                <a:lnTo>
                  <a:pt x="2032894" y="839726"/>
                </a:lnTo>
                <a:lnTo>
                  <a:pt x="2005073" y="875718"/>
                </a:lnTo>
                <a:lnTo>
                  <a:pt x="1974340" y="909175"/>
                </a:lnTo>
                <a:lnTo>
                  <a:pt x="1940883" y="939908"/>
                </a:lnTo>
                <a:lnTo>
                  <a:pt x="1904891" y="967729"/>
                </a:lnTo>
                <a:lnTo>
                  <a:pt x="1866552" y="992451"/>
                </a:lnTo>
                <a:lnTo>
                  <a:pt x="1826053" y="1013886"/>
                </a:lnTo>
                <a:lnTo>
                  <a:pt x="1783582" y="1031845"/>
                </a:lnTo>
                <a:lnTo>
                  <a:pt x="1739329" y="1046140"/>
                </a:lnTo>
                <a:lnTo>
                  <a:pt x="1693479" y="1056584"/>
                </a:lnTo>
                <a:lnTo>
                  <a:pt x="1646223" y="1062988"/>
                </a:lnTo>
                <a:lnTo>
                  <a:pt x="1597747" y="1065165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>
            <a:off x="15808794" y="8762413"/>
            <a:ext cx="162877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latin typeface="Verdana"/>
                <a:cs typeface="Verdana"/>
              </a:rPr>
              <a:t>Food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 spc="-20">
                <a:latin typeface="Verdana"/>
                <a:cs typeface="Verdana"/>
              </a:rPr>
              <a:t>services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10598" y="1341151"/>
            <a:ext cx="5850255" cy="8615680"/>
          </a:xfrm>
          <a:custGeom>
            <a:avLst/>
            <a:gdLst/>
            <a:ahLst/>
            <a:cxnLst/>
            <a:rect l="l" t="t" r="r" b="b"/>
            <a:pathLst>
              <a:path w="5850255" h="8615680">
                <a:moveTo>
                  <a:pt x="5850135" y="8615238"/>
                </a:moveTo>
                <a:lnTo>
                  <a:pt x="0" y="8615238"/>
                </a:lnTo>
                <a:lnTo>
                  <a:pt x="0" y="0"/>
                </a:lnTo>
                <a:lnTo>
                  <a:pt x="5850135" y="0"/>
                </a:lnTo>
                <a:lnTo>
                  <a:pt x="5850135" y="8615238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36569" y="2251074"/>
            <a:ext cx="1790699" cy="18097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71808" y="2267075"/>
            <a:ext cx="1943099" cy="194519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38829" y="2309700"/>
            <a:ext cx="1971674" cy="19716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87258" y="6369465"/>
            <a:ext cx="2638424" cy="150494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067983" y="6423270"/>
            <a:ext cx="1593573" cy="135589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92430">
              <a:lnSpc>
                <a:spcPct val="100000"/>
              </a:lnSpc>
              <a:spcBef>
                <a:spcPts val="100"/>
              </a:spcBef>
            </a:pPr>
            <a:r>
              <a:rPr dirty="0" spc="-254"/>
              <a:t>Competitor</a:t>
            </a:r>
            <a:r>
              <a:rPr dirty="0" spc="-475"/>
              <a:t> </a:t>
            </a:r>
            <a:r>
              <a:rPr dirty="0" spc="-385"/>
              <a:t>Analysis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8146877" y="4457602"/>
            <a:ext cx="2305685" cy="996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63855">
              <a:lnSpc>
                <a:spcPct val="114900"/>
              </a:lnSpc>
              <a:spcBef>
                <a:spcPts val="95"/>
              </a:spcBef>
            </a:pPr>
            <a:r>
              <a:rPr dirty="0" sz="1850" spc="-10">
                <a:latin typeface="Arial Black"/>
                <a:cs typeface="Arial Black"/>
              </a:rPr>
              <a:t>HealthifyMe: </a:t>
            </a:r>
            <a:r>
              <a:rPr dirty="0" sz="1850" spc="-25">
                <a:latin typeface="Verdana"/>
                <a:cs typeface="Verdana"/>
              </a:rPr>
              <a:t>Focuses</a:t>
            </a:r>
            <a:r>
              <a:rPr dirty="0" sz="1850" spc="-175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on</a:t>
            </a:r>
            <a:r>
              <a:rPr dirty="0" sz="1850" spc="-170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workout </a:t>
            </a:r>
            <a:r>
              <a:rPr dirty="0" sz="1850" spc="-30">
                <a:latin typeface="Verdana"/>
                <a:cs typeface="Verdana"/>
              </a:rPr>
              <a:t>plans</a:t>
            </a:r>
            <a:r>
              <a:rPr dirty="0" sz="1850" spc="-170">
                <a:latin typeface="Verdana"/>
                <a:cs typeface="Verdana"/>
              </a:rPr>
              <a:t> </a:t>
            </a:r>
            <a:r>
              <a:rPr dirty="0" sz="1850" spc="-35">
                <a:latin typeface="Verdana"/>
                <a:cs typeface="Verdana"/>
              </a:rPr>
              <a:t>and</a:t>
            </a:r>
            <a:r>
              <a:rPr dirty="0" sz="1850" spc="-170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diet</a:t>
            </a:r>
            <a:r>
              <a:rPr dirty="0" sz="1850" spc="-170">
                <a:latin typeface="Verdana"/>
                <a:cs typeface="Verdana"/>
              </a:rPr>
              <a:t> </a:t>
            </a:r>
            <a:r>
              <a:rPr dirty="0" sz="1850" spc="-20">
                <a:latin typeface="Verdana"/>
                <a:cs typeface="Verdana"/>
              </a:rPr>
              <a:t>plans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951843" y="4457602"/>
            <a:ext cx="2521585" cy="132080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algn="ctr" marR="50165">
              <a:lnSpc>
                <a:spcPct val="100000"/>
              </a:lnSpc>
              <a:spcBef>
                <a:spcPts val="425"/>
              </a:spcBef>
            </a:pPr>
            <a:r>
              <a:rPr dirty="0" sz="1850" spc="-105">
                <a:latin typeface="Arial Black"/>
                <a:cs typeface="Arial Black"/>
              </a:rPr>
              <a:t>Gold’s</a:t>
            </a:r>
            <a:r>
              <a:rPr dirty="0" sz="1850" spc="-150">
                <a:latin typeface="Arial Black"/>
                <a:cs typeface="Arial Black"/>
              </a:rPr>
              <a:t> </a:t>
            </a:r>
            <a:r>
              <a:rPr dirty="0" sz="1850" spc="-20">
                <a:latin typeface="Arial Black"/>
                <a:cs typeface="Arial Black"/>
              </a:rPr>
              <a:t>Gym:</a:t>
            </a:r>
            <a:endParaRPr sz="1850">
              <a:latin typeface="Arial Black"/>
              <a:cs typeface="Arial Black"/>
            </a:endParaRPr>
          </a:p>
          <a:p>
            <a:pPr algn="ctr" marL="12700" marR="5080" indent="-635">
              <a:lnSpc>
                <a:spcPct val="114900"/>
              </a:lnSpc>
            </a:pPr>
            <a:r>
              <a:rPr dirty="0" sz="1850" spc="-45">
                <a:latin typeface="Verdana"/>
                <a:cs typeface="Verdana"/>
              </a:rPr>
              <a:t>Chain</a:t>
            </a:r>
            <a:r>
              <a:rPr dirty="0" sz="1850" spc="-140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of</a:t>
            </a:r>
            <a:r>
              <a:rPr dirty="0" sz="1850" spc="-140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training </a:t>
            </a:r>
            <a:r>
              <a:rPr dirty="0" sz="1850" spc="-20">
                <a:latin typeface="Verdana"/>
                <a:cs typeface="Verdana"/>
              </a:rPr>
              <a:t>centres</a:t>
            </a:r>
            <a:r>
              <a:rPr dirty="0" sz="1850" spc="-145">
                <a:latin typeface="Verdana"/>
                <a:cs typeface="Verdana"/>
              </a:rPr>
              <a:t> </a:t>
            </a:r>
            <a:r>
              <a:rPr dirty="0" sz="1850" spc="-40">
                <a:latin typeface="Verdana"/>
                <a:cs typeface="Verdana"/>
              </a:rPr>
              <a:t>specializing</a:t>
            </a:r>
            <a:r>
              <a:rPr dirty="0" sz="1850" spc="-140">
                <a:latin typeface="Verdana"/>
                <a:cs typeface="Verdana"/>
              </a:rPr>
              <a:t> </a:t>
            </a:r>
            <a:r>
              <a:rPr dirty="0" sz="1850" spc="-25">
                <a:latin typeface="Verdana"/>
                <a:cs typeface="Verdana"/>
              </a:rPr>
              <a:t>in </a:t>
            </a:r>
            <a:r>
              <a:rPr dirty="0" sz="1850" spc="-20">
                <a:latin typeface="Verdana"/>
                <a:cs typeface="Verdana"/>
              </a:rPr>
              <a:t>fitness</a:t>
            </a:r>
            <a:r>
              <a:rPr dirty="0" sz="1850" spc="-165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programs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041598" y="4457602"/>
            <a:ext cx="2171065" cy="1320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58419">
              <a:lnSpc>
                <a:spcPct val="114900"/>
              </a:lnSpc>
              <a:spcBef>
                <a:spcPts val="95"/>
              </a:spcBef>
            </a:pPr>
            <a:r>
              <a:rPr dirty="0" sz="1850" spc="-114">
                <a:latin typeface="Arial Black"/>
                <a:cs typeface="Arial Black"/>
              </a:rPr>
              <a:t>Anytime </a:t>
            </a:r>
            <a:r>
              <a:rPr dirty="0" sz="1850" spc="-10">
                <a:latin typeface="Arial Black"/>
                <a:cs typeface="Arial Black"/>
              </a:rPr>
              <a:t>Fitness: </a:t>
            </a:r>
            <a:r>
              <a:rPr dirty="0" sz="1850" spc="-25">
                <a:latin typeface="Verdana"/>
                <a:cs typeface="Verdana"/>
              </a:rPr>
              <a:t>Focuses</a:t>
            </a:r>
            <a:r>
              <a:rPr dirty="0" sz="1850" spc="-175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on</a:t>
            </a:r>
            <a:r>
              <a:rPr dirty="0" sz="1850" spc="-170">
                <a:latin typeface="Verdana"/>
                <a:cs typeface="Verdana"/>
              </a:rPr>
              <a:t> </a:t>
            </a:r>
            <a:r>
              <a:rPr dirty="0" sz="1850" spc="-65">
                <a:latin typeface="Verdana"/>
                <a:cs typeface="Verdana"/>
              </a:rPr>
              <a:t>ease</a:t>
            </a:r>
            <a:r>
              <a:rPr dirty="0" sz="1850" spc="-170">
                <a:latin typeface="Verdana"/>
                <a:cs typeface="Verdana"/>
              </a:rPr>
              <a:t> </a:t>
            </a:r>
            <a:r>
              <a:rPr dirty="0" sz="1850" spc="-25">
                <a:latin typeface="Verdana"/>
                <a:cs typeface="Verdana"/>
              </a:rPr>
              <a:t>of </a:t>
            </a:r>
            <a:r>
              <a:rPr dirty="0" sz="1850" spc="-80">
                <a:latin typeface="Verdana"/>
                <a:cs typeface="Verdana"/>
              </a:rPr>
              <a:t>usage</a:t>
            </a:r>
            <a:r>
              <a:rPr dirty="0" sz="1850" spc="-165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for</a:t>
            </a:r>
            <a:r>
              <a:rPr dirty="0" sz="1850" spc="-165">
                <a:latin typeface="Verdana"/>
                <a:cs typeface="Verdana"/>
              </a:rPr>
              <a:t> </a:t>
            </a:r>
            <a:r>
              <a:rPr dirty="0" sz="1850" spc="-20">
                <a:latin typeface="Verdana"/>
                <a:cs typeface="Verdana"/>
              </a:rPr>
              <a:t>the</a:t>
            </a:r>
            <a:r>
              <a:rPr dirty="0" sz="1850" spc="-165">
                <a:latin typeface="Verdana"/>
                <a:cs typeface="Verdana"/>
              </a:rPr>
              <a:t> </a:t>
            </a:r>
            <a:r>
              <a:rPr dirty="0" sz="1850" spc="-25">
                <a:latin typeface="Verdana"/>
                <a:cs typeface="Verdana"/>
              </a:rPr>
              <a:t>gym </a:t>
            </a:r>
            <a:r>
              <a:rPr dirty="0" sz="1850" spc="-10">
                <a:latin typeface="Verdana"/>
                <a:cs typeface="Verdana"/>
              </a:rPr>
              <a:t>members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741873" y="7842654"/>
            <a:ext cx="1843405" cy="1320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58419">
              <a:lnSpc>
                <a:spcPct val="114900"/>
              </a:lnSpc>
              <a:spcBef>
                <a:spcPts val="95"/>
              </a:spcBef>
            </a:pPr>
            <a:r>
              <a:rPr dirty="0" sz="1850" spc="-140">
                <a:latin typeface="Arial Black"/>
                <a:cs typeface="Arial Black"/>
              </a:rPr>
              <a:t>F45</a:t>
            </a:r>
            <a:r>
              <a:rPr dirty="0" sz="1850" spc="-155">
                <a:latin typeface="Arial Black"/>
                <a:cs typeface="Arial Black"/>
              </a:rPr>
              <a:t> </a:t>
            </a:r>
            <a:r>
              <a:rPr dirty="0" sz="1850" spc="-20">
                <a:latin typeface="Arial Black"/>
                <a:cs typeface="Arial Black"/>
              </a:rPr>
              <a:t>Training: </a:t>
            </a:r>
            <a:r>
              <a:rPr dirty="0" sz="1850" spc="-25">
                <a:latin typeface="Verdana"/>
                <a:cs typeface="Verdana"/>
              </a:rPr>
              <a:t>Focuses</a:t>
            </a:r>
            <a:r>
              <a:rPr dirty="0" sz="1850" spc="-175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on</a:t>
            </a:r>
            <a:r>
              <a:rPr dirty="0" sz="1850" spc="-170">
                <a:latin typeface="Verdana"/>
                <a:cs typeface="Verdana"/>
              </a:rPr>
              <a:t> </a:t>
            </a:r>
            <a:r>
              <a:rPr dirty="0" sz="1850" spc="-45">
                <a:latin typeface="Verdana"/>
                <a:cs typeface="Verdana"/>
              </a:rPr>
              <a:t>high </a:t>
            </a:r>
            <a:r>
              <a:rPr dirty="0" sz="1850" spc="-30">
                <a:latin typeface="Verdana"/>
                <a:cs typeface="Verdana"/>
              </a:rPr>
              <a:t>intensity</a:t>
            </a:r>
            <a:r>
              <a:rPr dirty="0" sz="1850" spc="-125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group workouts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554763" y="7795029"/>
            <a:ext cx="2439670" cy="132080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549910">
              <a:lnSpc>
                <a:spcPct val="100000"/>
              </a:lnSpc>
              <a:spcBef>
                <a:spcPts val="425"/>
              </a:spcBef>
            </a:pPr>
            <a:r>
              <a:rPr dirty="0" sz="1850" spc="-85">
                <a:latin typeface="Arial Black"/>
                <a:cs typeface="Arial Black"/>
              </a:rPr>
              <a:t>Talwalkars:</a:t>
            </a:r>
            <a:endParaRPr sz="1850">
              <a:latin typeface="Arial Black"/>
              <a:cs typeface="Arial Black"/>
            </a:endParaRPr>
          </a:p>
          <a:p>
            <a:pPr algn="ctr" marL="12700" marR="5080">
              <a:lnSpc>
                <a:spcPct val="114900"/>
              </a:lnSpc>
            </a:pPr>
            <a:r>
              <a:rPr dirty="0" sz="1850" spc="-25">
                <a:latin typeface="Verdana"/>
                <a:cs typeface="Verdana"/>
              </a:rPr>
              <a:t>Focuses</a:t>
            </a:r>
            <a:r>
              <a:rPr dirty="0" sz="1850" spc="-175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on</a:t>
            </a:r>
            <a:r>
              <a:rPr dirty="0" sz="1850" spc="-170">
                <a:latin typeface="Verdana"/>
                <a:cs typeface="Verdana"/>
              </a:rPr>
              <a:t> </a:t>
            </a:r>
            <a:r>
              <a:rPr dirty="0" sz="1850" spc="-45">
                <a:latin typeface="Verdana"/>
                <a:cs typeface="Verdana"/>
              </a:rPr>
              <a:t>extensive </a:t>
            </a:r>
            <a:r>
              <a:rPr dirty="0" sz="1850" spc="-50">
                <a:latin typeface="Verdana"/>
                <a:cs typeface="Verdana"/>
              </a:rPr>
              <a:t>network</a:t>
            </a:r>
            <a:r>
              <a:rPr dirty="0" sz="1850" spc="-135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of</a:t>
            </a:r>
            <a:r>
              <a:rPr dirty="0" sz="1850" spc="-130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fitness centres</a:t>
            </a:r>
            <a:endParaRPr sz="1850">
              <a:latin typeface="Verdana"/>
              <a:cs typeface="Verdan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9168" y="3148815"/>
            <a:ext cx="85725" cy="8572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9168" y="4910940"/>
            <a:ext cx="85725" cy="8572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9168" y="7025489"/>
            <a:ext cx="85725" cy="85724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510598" y="1341151"/>
            <a:ext cx="5850255" cy="861568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703070" marR="1136650" indent="-511809">
              <a:lnSpc>
                <a:spcPct val="115599"/>
              </a:lnSpc>
              <a:spcBef>
                <a:spcPts val="830"/>
              </a:spcBef>
            </a:pPr>
            <a:r>
              <a:rPr dirty="0" sz="4000" spc="-55">
                <a:latin typeface="Verdana"/>
                <a:cs typeface="Verdana"/>
              </a:rPr>
              <a:t>How</a:t>
            </a:r>
            <a:r>
              <a:rPr dirty="0" sz="4000" spc="-415">
                <a:latin typeface="Verdana"/>
                <a:cs typeface="Verdana"/>
              </a:rPr>
              <a:t> </a:t>
            </a:r>
            <a:r>
              <a:rPr dirty="0" sz="4000" spc="-75">
                <a:latin typeface="Verdana"/>
                <a:cs typeface="Verdana"/>
              </a:rPr>
              <a:t>is</a:t>
            </a:r>
            <a:r>
              <a:rPr dirty="0" sz="4000" spc="-415">
                <a:latin typeface="Verdana"/>
                <a:cs typeface="Verdana"/>
              </a:rPr>
              <a:t> </a:t>
            </a:r>
            <a:r>
              <a:rPr dirty="0" sz="4000">
                <a:latin typeface="Verdana"/>
                <a:cs typeface="Verdana"/>
              </a:rPr>
              <a:t>Cult</a:t>
            </a:r>
            <a:r>
              <a:rPr dirty="0" sz="4000" spc="-415">
                <a:latin typeface="Verdana"/>
                <a:cs typeface="Verdana"/>
              </a:rPr>
              <a:t> </a:t>
            </a:r>
            <a:r>
              <a:rPr dirty="0" sz="4000" spc="-25">
                <a:latin typeface="Verdana"/>
                <a:cs typeface="Verdana"/>
              </a:rPr>
              <a:t>Fit </a:t>
            </a:r>
            <a:r>
              <a:rPr dirty="0" sz="4000" spc="-10">
                <a:latin typeface="Verdana"/>
                <a:cs typeface="Verdana"/>
              </a:rPr>
              <a:t>Different?</a:t>
            </a:r>
            <a:endParaRPr sz="4000">
              <a:latin typeface="Verdana"/>
              <a:cs typeface="Verdana"/>
            </a:endParaRPr>
          </a:p>
          <a:p>
            <a:pPr marL="479425" marR="140970">
              <a:lnSpc>
                <a:spcPct val="115599"/>
              </a:lnSpc>
              <a:spcBef>
                <a:spcPts val="905"/>
              </a:spcBef>
            </a:pPr>
            <a:r>
              <a:rPr dirty="0" sz="2000" spc="-45">
                <a:latin typeface="Verdana"/>
                <a:cs typeface="Verdana"/>
              </a:rPr>
              <a:t>While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its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competitors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focuses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on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105">
                <a:latin typeface="Verdana"/>
                <a:cs typeface="Verdana"/>
              </a:rPr>
              <a:t>a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single </a:t>
            </a:r>
            <a:r>
              <a:rPr dirty="0" sz="2000" spc="-50">
                <a:latin typeface="Verdana"/>
                <a:cs typeface="Verdana"/>
              </a:rPr>
              <a:t>aspect,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Cult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fit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stands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out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80">
                <a:latin typeface="Verdana"/>
                <a:cs typeface="Verdana"/>
              </a:rPr>
              <a:t>as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105">
                <a:latin typeface="Verdana"/>
                <a:cs typeface="Verdana"/>
              </a:rPr>
              <a:t>a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40">
                <a:latin typeface="Verdana"/>
                <a:cs typeface="Verdana"/>
              </a:rPr>
              <a:t>super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app </a:t>
            </a:r>
            <a:r>
              <a:rPr dirty="0" sz="2000" spc="-35">
                <a:latin typeface="Verdana"/>
                <a:cs typeface="Verdana"/>
              </a:rPr>
              <a:t>with</a:t>
            </a:r>
            <a:r>
              <a:rPr dirty="0" sz="2000" spc="-195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all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facilities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45">
                <a:latin typeface="Verdana"/>
                <a:cs typeface="Verdana"/>
              </a:rPr>
              <a:t>available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which</a:t>
            </a:r>
            <a:r>
              <a:rPr dirty="0" sz="2000" spc="-195">
                <a:latin typeface="Verdana"/>
                <a:cs typeface="Verdana"/>
              </a:rPr>
              <a:t> </a:t>
            </a:r>
            <a:r>
              <a:rPr dirty="0" sz="2000" spc="-105">
                <a:latin typeface="Verdana"/>
                <a:cs typeface="Verdana"/>
              </a:rPr>
              <a:t>a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45">
                <a:latin typeface="Verdana"/>
                <a:cs typeface="Verdana"/>
              </a:rPr>
              <a:t>user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can </a:t>
            </a:r>
            <a:r>
              <a:rPr dirty="0" sz="2000" spc="-55">
                <a:latin typeface="Verdana"/>
                <a:cs typeface="Verdana"/>
              </a:rPr>
              <a:t>think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of.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2000">
              <a:latin typeface="Verdana"/>
              <a:cs typeface="Verdana"/>
            </a:endParaRPr>
          </a:p>
          <a:p>
            <a:pPr marL="479425" marR="285750">
              <a:lnSpc>
                <a:spcPct val="115599"/>
              </a:lnSpc>
            </a:pPr>
            <a:r>
              <a:rPr dirty="0" sz="2000">
                <a:latin typeface="Verdana"/>
                <a:cs typeface="Verdana"/>
              </a:rPr>
              <a:t>More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70">
                <a:latin typeface="Verdana"/>
                <a:cs typeface="Verdana"/>
              </a:rPr>
              <a:t>over,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it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65">
                <a:latin typeface="Verdana"/>
                <a:cs typeface="Verdana"/>
              </a:rPr>
              <a:t>has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nailed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30">
                <a:latin typeface="Verdana"/>
                <a:cs typeface="Verdana"/>
              </a:rPr>
              <a:t>brand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positioning </a:t>
            </a:r>
            <a:r>
              <a:rPr dirty="0" sz="2000" spc="-25">
                <a:latin typeface="Verdana"/>
                <a:cs typeface="Verdana"/>
              </a:rPr>
              <a:t>by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identifying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itself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80">
                <a:latin typeface="Verdana"/>
                <a:cs typeface="Verdana"/>
              </a:rPr>
              <a:t>as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105">
                <a:latin typeface="Verdana"/>
                <a:cs typeface="Verdana"/>
              </a:rPr>
              <a:t>a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beacon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of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trendy </a:t>
            </a:r>
            <a:r>
              <a:rPr dirty="0" sz="2000">
                <a:latin typeface="Verdana"/>
                <a:cs typeface="Verdana"/>
              </a:rPr>
              <a:t>cool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30">
                <a:latin typeface="Verdana"/>
                <a:cs typeface="Verdana"/>
              </a:rPr>
              <a:t>lifestyle.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Affiliation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to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 spc="-90">
                <a:latin typeface="Verdana"/>
                <a:cs typeface="Verdana"/>
              </a:rPr>
              <a:t>major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fitness </a:t>
            </a:r>
            <a:r>
              <a:rPr dirty="0" sz="2000" spc="-30">
                <a:latin typeface="Verdana"/>
                <a:cs typeface="Verdana"/>
              </a:rPr>
              <a:t>brand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65">
                <a:latin typeface="Verdana"/>
                <a:cs typeface="Verdana"/>
              </a:rPr>
              <a:t>like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70">
                <a:latin typeface="Verdana"/>
                <a:cs typeface="Verdana"/>
              </a:rPr>
              <a:t>HRX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helps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50">
                <a:latin typeface="Verdana"/>
                <a:cs typeface="Verdana"/>
              </a:rPr>
              <a:t>them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stand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out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80">
                <a:latin typeface="Verdana"/>
                <a:cs typeface="Verdana"/>
              </a:rPr>
              <a:t>as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50">
                <a:latin typeface="Verdana"/>
                <a:cs typeface="Verdana"/>
              </a:rPr>
              <a:t>a sought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after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brand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2000">
              <a:latin typeface="Verdana"/>
              <a:cs typeface="Verdana"/>
            </a:endParaRPr>
          </a:p>
          <a:p>
            <a:pPr marL="479425" marR="316865">
              <a:lnSpc>
                <a:spcPct val="115599"/>
              </a:lnSpc>
            </a:pPr>
            <a:r>
              <a:rPr dirty="0" sz="2000" spc="-25">
                <a:latin typeface="Verdana"/>
                <a:cs typeface="Verdana"/>
              </a:rPr>
              <a:t>Cult.fit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diversified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its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 spc="-55">
                <a:latin typeface="Verdana"/>
                <a:cs typeface="Verdana"/>
              </a:rPr>
              <a:t>revenue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channel </a:t>
            </a:r>
            <a:r>
              <a:rPr dirty="0" sz="2000" spc="-45">
                <a:latin typeface="Verdana"/>
                <a:cs typeface="Verdana"/>
              </a:rPr>
              <a:t>through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50">
                <a:latin typeface="Verdana"/>
                <a:cs typeface="Verdana"/>
              </a:rPr>
              <a:t>Eat.fit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45">
                <a:latin typeface="Verdana"/>
                <a:cs typeface="Verdana"/>
              </a:rPr>
              <a:t>and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Mind.fit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60">
                <a:latin typeface="Verdana"/>
                <a:cs typeface="Verdana"/>
              </a:rPr>
              <a:t>targeting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50">
                <a:latin typeface="Verdana"/>
                <a:cs typeface="Verdana"/>
              </a:rPr>
              <a:t>a </a:t>
            </a:r>
            <a:r>
              <a:rPr dirty="0" sz="2000">
                <a:latin typeface="Verdana"/>
                <a:cs typeface="Verdana"/>
              </a:rPr>
              <a:t>holistic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30">
                <a:latin typeface="Verdana"/>
                <a:cs typeface="Verdana"/>
              </a:rPr>
              <a:t>development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of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the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 spc="-40">
                <a:latin typeface="Verdana"/>
                <a:cs typeface="Verdana"/>
              </a:rPr>
              <a:t>consumers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50">
                <a:latin typeface="Verdana"/>
                <a:cs typeface="Verdana"/>
              </a:rPr>
              <a:t>, </a:t>
            </a:r>
            <a:r>
              <a:rPr dirty="0" sz="2000" spc="-40">
                <a:latin typeface="Verdana"/>
                <a:cs typeface="Verdana"/>
              </a:rPr>
              <a:t>while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its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competitors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65">
                <a:latin typeface="Verdana"/>
                <a:cs typeface="Verdana"/>
              </a:rPr>
              <a:t>are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45">
                <a:latin typeface="Verdana"/>
                <a:cs typeface="Verdana"/>
              </a:rPr>
              <a:t>stuck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to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105">
                <a:latin typeface="Verdana"/>
                <a:cs typeface="Verdana"/>
              </a:rPr>
              <a:t>a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single </a:t>
            </a:r>
            <a:r>
              <a:rPr dirty="0" sz="2000" spc="-30">
                <a:latin typeface="Verdana"/>
                <a:cs typeface="Verdana"/>
              </a:rPr>
              <a:t>channel</a:t>
            </a:r>
            <a:r>
              <a:rPr dirty="0" sz="2000" spc="-1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for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revenue.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598180" y="2538213"/>
            <a:ext cx="9505315" cy="3446779"/>
          </a:xfrm>
          <a:custGeom>
            <a:avLst/>
            <a:gdLst/>
            <a:ahLst/>
            <a:cxnLst/>
            <a:rect l="l" t="t" r="r" b="b"/>
            <a:pathLst>
              <a:path w="9505315" h="3446779">
                <a:moveTo>
                  <a:pt x="9505148" y="3446626"/>
                </a:moveTo>
                <a:lnTo>
                  <a:pt x="0" y="3446626"/>
                </a:lnTo>
                <a:lnTo>
                  <a:pt x="0" y="0"/>
                </a:lnTo>
                <a:lnTo>
                  <a:pt x="9505148" y="0"/>
                </a:lnTo>
                <a:lnTo>
                  <a:pt x="9505148" y="3446626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74279" y="6639835"/>
            <a:ext cx="3514724" cy="342899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66288" y="6639835"/>
            <a:ext cx="9505315" cy="3446779"/>
          </a:xfrm>
          <a:custGeom>
            <a:avLst/>
            <a:gdLst/>
            <a:ahLst/>
            <a:cxnLst/>
            <a:rect l="l" t="t" r="r" b="b"/>
            <a:pathLst>
              <a:path w="9505315" h="3446779">
                <a:moveTo>
                  <a:pt x="9505148" y="3446626"/>
                </a:moveTo>
                <a:lnTo>
                  <a:pt x="0" y="3446626"/>
                </a:lnTo>
                <a:lnTo>
                  <a:pt x="0" y="0"/>
                </a:lnTo>
                <a:lnTo>
                  <a:pt x="9505148" y="0"/>
                </a:lnTo>
                <a:lnTo>
                  <a:pt x="9505148" y="3446626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41262" y="6564986"/>
            <a:ext cx="2990215" cy="351218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625475">
              <a:lnSpc>
                <a:spcPct val="100000"/>
              </a:lnSpc>
              <a:spcBef>
                <a:spcPts val="425"/>
              </a:spcBef>
            </a:pPr>
            <a:r>
              <a:rPr dirty="0" sz="1850" spc="-114">
                <a:latin typeface="Arial Black"/>
                <a:cs typeface="Arial Black"/>
              </a:rPr>
              <a:t>Pallavi</a:t>
            </a:r>
            <a:r>
              <a:rPr dirty="0" sz="1850" spc="-135">
                <a:latin typeface="Arial Black"/>
                <a:cs typeface="Arial Black"/>
              </a:rPr>
              <a:t> </a:t>
            </a:r>
            <a:r>
              <a:rPr dirty="0" sz="1850" spc="-25">
                <a:latin typeface="Arial Black"/>
                <a:cs typeface="Arial Black"/>
              </a:rPr>
              <a:t>S:</a:t>
            </a:r>
            <a:endParaRPr sz="1850">
              <a:latin typeface="Arial Black"/>
              <a:cs typeface="Arial Black"/>
            </a:endParaRPr>
          </a:p>
          <a:p>
            <a:pPr marL="32384" marR="726440" indent="698500">
              <a:lnSpc>
                <a:spcPct val="114900"/>
              </a:lnSpc>
            </a:pPr>
            <a:r>
              <a:rPr dirty="0" sz="1850" spc="-165">
                <a:latin typeface="Arial Black"/>
                <a:cs typeface="Arial Black"/>
              </a:rPr>
              <a:t>Age:</a:t>
            </a:r>
            <a:r>
              <a:rPr dirty="0" sz="1850" spc="-160">
                <a:latin typeface="Arial Black"/>
                <a:cs typeface="Arial Black"/>
              </a:rPr>
              <a:t> </a:t>
            </a:r>
            <a:r>
              <a:rPr dirty="0" sz="1850" spc="-25">
                <a:latin typeface="Arial Black"/>
                <a:cs typeface="Arial Black"/>
              </a:rPr>
              <a:t>32 </a:t>
            </a:r>
            <a:r>
              <a:rPr dirty="0" sz="1850" spc="-130">
                <a:latin typeface="Arial Black"/>
                <a:cs typeface="Arial Black"/>
              </a:rPr>
              <a:t>Marketing </a:t>
            </a:r>
            <a:r>
              <a:rPr dirty="0" sz="1850" spc="-125">
                <a:latin typeface="Arial Black"/>
                <a:cs typeface="Arial Black"/>
              </a:rPr>
              <a:t>Manager</a:t>
            </a:r>
            <a:endParaRPr sz="18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285"/>
              </a:spcBef>
            </a:pPr>
            <a:r>
              <a:rPr dirty="0" sz="1850" spc="-70">
                <a:latin typeface="Arial Black"/>
                <a:cs typeface="Arial Black"/>
              </a:rPr>
              <a:t>Background</a:t>
            </a:r>
            <a:r>
              <a:rPr dirty="0" sz="1850" spc="-70">
                <a:latin typeface="Verdana"/>
                <a:cs typeface="Verdana"/>
              </a:rPr>
              <a:t>:</a:t>
            </a:r>
            <a:endParaRPr sz="1850">
              <a:latin typeface="Verdana"/>
              <a:cs typeface="Verdana"/>
            </a:endParaRPr>
          </a:p>
          <a:p>
            <a:pPr marL="12700" marR="5080">
              <a:lnSpc>
                <a:spcPct val="114900"/>
              </a:lnSpc>
            </a:pPr>
            <a:r>
              <a:rPr dirty="0" sz="1850" spc="-40">
                <a:latin typeface="Verdana"/>
                <a:cs typeface="Verdana"/>
              </a:rPr>
              <a:t>Originally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 spc="-20">
                <a:latin typeface="Verdana"/>
                <a:cs typeface="Verdana"/>
              </a:rPr>
              <a:t>from</a:t>
            </a:r>
            <a:r>
              <a:rPr dirty="0" sz="1850" spc="-155">
                <a:latin typeface="Verdana"/>
                <a:cs typeface="Verdana"/>
              </a:rPr>
              <a:t> </a:t>
            </a:r>
            <a:r>
              <a:rPr dirty="0" sz="1850" spc="-65">
                <a:latin typeface="Verdana"/>
                <a:cs typeface="Verdana"/>
              </a:rPr>
              <a:t>Vijaywada, </a:t>
            </a:r>
            <a:r>
              <a:rPr dirty="0" sz="1850" spc="-20">
                <a:latin typeface="Verdana"/>
                <a:cs typeface="Verdana"/>
              </a:rPr>
              <a:t>currently</a:t>
            </a:r>
            <a:r>
              <a:rPr dirty="0" sz="1850" spc="-150">
                <a:latin typeface="Verdana"/>
                <a:cs typeface="Verdana"/>
              </a:rPr>
              <a:t> </a:t>
            </a:r>
            <a:r>
              <a:rPr dirty="0" sz="1850" spc="-30">
                <a:latin typeface="Verdana"/>
                <a:cs typeface="Verdana"/>
              </a:rPr>
              <a:t>based</a:t>
            </a:r>
            <a:r>
              <a:rPr dirty="0" sz="1850" spc="-150">
                <a:latin typeface="Verdana"/>
                <a:cs typeface="Verdana"/>
              </a:rPr>
              <a:t> </a:t>
            </a:r>
            <a:r>
              <a:rPr dirty="0" sz="1850" spc="-25">
                <a:latin typeface="Verdana"/>
                <a:cs typeface="Verdana"/>
              </a:rPr>
              <a:t>in </a:t>
            </a:r>
            <a:r>
              <a:rPr dirty="0" sz="1850" spc="-30">
                <a:latin typeface="Verdana"/>
                <a:cs typeface="Verdana"/>
              </a:rPr>
              <a:t>Mumbai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for</a:t>
            </a:r>
            <a:r>
              <a:rPr dirty="0" sz="1850" spc="-155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professional </a:t>
            </a:r>
            <a:r>
              <a:rPr dirty="0" sz="1850" spc="-65">
                <a:latin typeface="Verdana"/>
                <a:cs typeface="Verdana"/>
              </a:rPr>
              <a:t>reasons.</a:t>
            </a:r>
            <a:r>
              <a:rPr dirty="0" sz="1850" spc="-175">
                <a:latin typeface="Verdana"/>
                <a:cs typeface="Verdana"/>
              </a:rPr>
              <a:t> </a:t>
            </a:r>
            <a:r>
              <a:rPr dirty="0" sz="1850" spc="-80">
                <a:latin typeface="Verdana"/>
                <a:cs typeface="Verdana"/>
              </a:rPr>
              <a:t>She</a:t>
            </a:r>
            <a:r>
              <a:rPr dirty="0" sz="1850" spc="-170">
                <a:latin typeface="Verdana"/>
                <a:cs typeface="Verdana"/>
              </a:rPr>
              <a:t> </a:t>
            </a:r>
            <a:r>
              <a:rPr dirty="0" sz="1850" spc="-60">
                <a:latin typeface="Verdana"/>
                <a:cs typeface="Verdana"/>
              </a:rPr>
              <a:t>has</a:t>
            </a:r>
            <a:r>
              <a:rPr dirty="0" sz="1850" spc="-170">
                <a:latin typeface="Verdana"/>
                <a:cs typeface="Verdana"/>
              </a:rPr>
              <a:t> </a:t>
            </a:r>
            <a:r>
              <a:rPr dirty="0" sz="1850" spc="-95">
                <a:latin typeface="Verdana"/>
                <a:cs typeface="Verdana"/>
              </a:rPr>
              <a:t>a</a:t>
            </a:r>
            <a:r>
              <a:rPr dirty="0" sz="1850" spc="-170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hectic </a:t>
            </a:r>
            <a:r>
              <a:rPr dirty="0" sz="1850" spc="-20">
                <a:latin typeface="Verdana"/>
                <a:cs typeface="Verdana"/>
              </a:rPr>
              <a:t>schedule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 spc="-35">
                <a:latin typeface="Verdana"/>
                <a:cs typeface="Verdana"/>
              </a:rPr>
              <a:t>and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 spc="-35">
                <a:latin typeface="Verdana"/>
                <a:cs typeface="Verdana"/>
              </a:rPr>
              <a:t>barely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 spc="-20">
                <a:latin typeface="Verdana"/>
                <a:cs typeface="Verdana"/>
              </a:rPr>
              <a:t>gets </a:t>
            </a:r>
            <a:r>
              <a:rPr dirty="0" sz="1850" spc="-45">
                <a:latin typeface="Verdana"/>
                <a:cs typeface="Verdana"/>
              </a:rPr>
              <a:t>time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to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herself</a:t>
            </a:r>
            <a:endParaRPr sz="1850">
              <a:latin typeface="Verdana"/>
              <a:cs typeface="Verdan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851383" y="7216931"/>
            <a:ext cx="76200" cy="723900"/>
            <a:chOff x="3851383" y="7216931"/>
            <a:chExt cx="76200" cy="72390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51383" y="7216931"/>
              <a:ext cx="76200" cy="7619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51383" y="7864631"/>
              <a:ext cx="76200" cy="76199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3657708" y="6717999"/>
            <a:ext cx="2783840" cy="132080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850" spc="-130">
                <a:latin typeface="Arial Black"/>
                <a:cs typeface="Arial Black"/>
              </a:rPr>
              <a:t>Pain</a:t>
            </a:r>
            <a:r>
              <a:rPr dirty="0" sz="1850" spc="-150">
                <a:latin typeface="Arial Black"/>
                <a:cs typeface="Arial Black"/>
              </a:rPr>
              <a:t> </a:t>
            </a:r>
            <a:r>
              <a:rPr dirty="0" sz="1850" spc="-10">
                <a:latin typeface="Arial Black"/>
                <a:cs typeface="Arial Black"/>
              </a:rPr>
              <a:t>Points</a:t>
            </a:r>
            <a:r>
              <a:rPr dirty="0" sz="1850" spc="-10">
                <a:latin typeface="Verdana"/>
                <a:cs typeface="Verdana"/>
              </a:rPr>
              <a:t>:</a:t>
            </a:r>
            <a:endParaRPr sz="1850">
              <a:latin typeface="Verdana"/>
              <a:cs typeface="Verdana"/>
            </a:endParaRPr>
          </a:p>
          <a:p>
            <a:pPr algn="just" marL="413384" marR="5080">
              <a:lnSpc>
                <a:spcPct val="114900"/>
              </a:lnSpc>
            </a:pPr>
            <a:r>
              <a:rPr dirty="0" sz="1850" spc="-30">
                <a:latin typeface="Verdana"/>
                <a:cs typeface="Verdana"/>
              </a:rPr>
              <a:t>Health</a:t>
            </a:r>
            <a:r>
              <a:rPr dirty="0" sz="1850" spc="-95">
                <a:latin typeface="Verdana"/>
                <a:cs typeface="Verdana"/>
              </a:rPr>
              <a:t> </a:t>
            </a:r>
            <a:r>
              <a:rPr dirty="0" sz="1850" spc="-65">
                <a:latin typeface="Verdana"/>
                <a:cs typeface="Verdana"/>
              </a:rPr>
              <a:t>issues</a:t>
            </a:r>
            <a:r>
              <a:rPr dirty="0" sz="1850" spc="-90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arising </a:t>
            </a:r>
            <a:r>
              <a:rPr dirty="0" sz="1850" spc="-60">
                <a:latin typeface="Verdana"/>
                <a:cs typeface="Verdana"/>
              </a:rPr>
              <a:t>due</a:t>
            </a:r>
            <a:r>
              <a:rPr dirty="0" sz="1850" spc="-105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to</a:t>
            </a:r>
            <a:r>
              <a:rPr dirty="0" sz="1850" spc="-140">
                <a:latin typeface="Verdana"/>
                <a:cs typeface="Verdana"/>
              </a:rPr>
              <a:t> </a:t>
            </a:r>
            <a:r>
              <a:rPr dirty="0" sz="1850" spc="-75">
                <a:latin typeface="Verdana"/>
                <a:cs typeface="Verdana"/>
              </a:rPr>
              <a:t>lack</a:t>
            </a:r>
            <a:r>
              <a:rPr dirty="0" sz="1850" spc="-85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of</a:t>
            </a:r>
            <a:r>
              <a:rPr dirty="0" sz="1850" spc="-110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fitness </a:t>
            </a:r>
            <a:r>
              <a:rPr dirty="0" sz="1850" spc="-25">
                <a:latin typeface="Verdana"/>
                <a:cs typeface="Verdana"/>
              </a:rPr>
              <a:t>Unable</a:t>
            </a:r>
            <a:r>
              <a:rPr dirty="0" sz="1850" spc="-155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to</a:t>
            </a:r>
            <a:r>
              <a:rPr dirty="0" sz="1850" spc="-155">
                <a:latin typeface="Verdana"/>
                <a:cs typeface="Verdana"/>
              </a:rPr>
              <a:t> </a:t>
            </a:r>
            <a:r>
              <a:rPr dirty="0" sz="1850" spc="-25">
                <a:latin typeface="Verdana"/>
                <a:cs typeface="Verdana"/>
              </a:rPr>
              <a:t>plan</a:t>
            </a:r>
            <a:r>
              <a:rPr dirty="0" sz="1850" spc="-155">
                <a:latin typeface="Verdana"/>
                <a:cs typeface="Verdana"/>
              </a:rPr>
              <a:t> </a:t>
            </a:r>
            <a:r>
              <a:rPr dirty="0" sz="1850" spc="-20">
                <a:latin typeface="Verdana"/>
                <a:cs typeface="Verdana"/>
              </a:rPr>
              <a:t>time</a:t>
            </a:r>
            <a:endParaRPr sz="1850">
              <a:latin typeface="Verdana"/>
              <a:cs typeface="Verdan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851383" y="7063918"/>
            <a:ext cx="2913380" cy="1848485"/>
            <a:chOff x="3851383" y="7063918"/>
            <a:chExt cx="2913380" cy="1848485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51383" y="8836181"/>
              <a:ext cx="76200" cy="7619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8149" y="7063918"/>
              <a:ext cx="76200" cy="76199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4058651" y="8013399"/>
            <a:ext cx="2578100" cy="1320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5"/>
              </a:spcBef>
            </a:pPr>
            <a:r>
              <a:rPr dirty="0" sz="1850">
                <a:latin typeface="Verdana"/>
                <a:cs typeface="Verdana"/>
              </a:rPr>
              <a:t>for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 spc="-20">
                <a:latin typeface="Verdana"/>
                <a:cs typeface="Verdana"/>
              </a:rPr>
              <a:t>fitness</a:t>
            </a:r>
            <a:r>
              <a:rPr dirty="0" sz="1850" spc="-155">
                <a:latin typeface="Verdana"/>
                <a:cs typeface="Verdana"/>
              </a:rPr>
              <a:t> </a:t>
            </a:r>
            <a:r>
              <a:rPr dirty="0" sz="1850" spc="-30">
                <a:latin typeface="Verdana"/>
                <a:cs typeface="Verdana"/>
              </a:rPr>
              <a:t>due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to</a:t>
            </a:r>
            <a:r>
              <a:rPr dirty="0" sz="1850" spc="-155">
                <a:latin typeface="Verdana"/>
                <a:cs typeface="Verdana"/>
              </a:rPr>
              <a:t> </a:t>
            </a:r>
            <a:r>
              <a:rPr dirty="0" sz="1850" spc="-40">
                <a:latin typeface="Verdana"/>
                <a:cs typeface="Verdana"/>
              </a:rPr>
              <a:t>work </a:t>
            </a:r>
            <a:r>
              <a:rPr dirty="0" sz="1850" spc="-10">
                <a:latin typeface="Verdana"/>
                <a:cs typeface="Verdana"/>
              </a:rPr>
              <a:t>schedule</a:t>
            </a:r>
            <a:endParaRPr sz="1850">
              <a:latin typeface="Verdana"/>
              <a:cs typeface="Verdana"/>
            </a:endParaRPr>
          </a:p>
          <a:p>
            <a:pPr marL="12700" marR="64135">
              <a:lnSpc>
                <a:spcPct val="114900"/>
              </a:lnSpc>
            </a:pPr>
            <a:r>
              <a:rPr dirty="0" sz="1850">
                <a:latin typeface="Verdana"/>
                <a:cs typeface="Verdana"/>
              </a:rPr>
              <a:t>No</a:t>
            </a:r>
            <a:r>
              <a:rPr dirty="0" sz="1850" spc="-155">
                <a:latin typeface="Verdana"/>
                <a:cs typeface="Verdana"/>
              </a:rPr>
              <a:t> </a:t>
            </a:r>
            <a:r>
              <a:rPr dirty="0" sz="1850" spc="-30">
                <a:latin typeface="Verdana"/>
                <a:cs typeface="Verdana"/>
              </a:rPr>
              <a:t>motivation</a:t>
            </a:r>
            <a:r>
              <a:rPr dirty="0" sz="1850" spc="-150">
                <a:latin typeface="Verdana"/>
                <a:cs typeface="Verdana"/>
              </a:rPr>
              <a:t> </a:t>
            </a:r>
            <a:r>
              <a:rPr dirty="0" sz="1850" spc="-25">
                <a:latin typeface="Verdana"/>
                <a:cs typeface="Verdana"/>
              </a:rPr>
              <a:t>to </a:t>
            </a:r>
            <a:r>
              <a:rPr dirty="0" sz="1850" spc="-20">
                <a:latin typeface="Verdana"/>
                <a:cs typeface="Verdana"/>
              </a:rPr>
              <a:t>devote</a:t>
            </a:r>
            <a:r>
              <a:rPr dirty="0" sz="1850" spc="-155">
                <a:latin typeface="Verdana"/>
                <a:cs typeface="Verdana"/>
              </a:rPr>
              <a:t> </a:t>
            </a:r>
            <a:r>
              <a:rPr dirty="0" sz="1850" spc="-45">
                <a:latin typeface="Verdana"/>
                <a:cs typeface="Verdana"/>
              </a:rPr>
              <a:t>time</a:t>
            </a:r>
            <a:r>
              <a:rPr dirty="0" sz="1850" spc="-155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to</a:t>
            </a:r>
            <a:r>
              <a:rPr dirty="0" sz="1850" spc="-155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fitness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494474" y="6564986"/>
            <a:ext cx="2393950" cy="132080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850" spc="-20">
                <a:latin typeface="Arial Black"/>
                <a:cs typeface="Arial Black"/>
              </a:rPr>
              <a:t>Goals</a:t>
            </a:r>
            <a:r>
              <a:rPr dirty="0" sz="1850" spc="-20">
                <a:latin typeface="Verdana"/>
                <a:cs typeface="Verdana"/>
              </a:rPr>
              <a:t>:</a:t>
            </a:r>
            <a:endParaRPr sz="1850">
              <a:latin typeface="Verdana"/>
              <a:cs typeface="Verdana"/>
            </a:endParaRPr>
          </a:p>
          <a:p>
            <a:pPr marL="413384" marR="5080">
              <a:lnSpc>
                <a:spcPct val="114900"/>
              </a:lnSpc>
            </a:pPr>
            <a:r>
              <a:rPr dirty="0" sz="1850" spc="-35">
                <a:latin typeface="Verdana"/>
                <a:cs typeface="Verdana"/>
              </a:rPr>
              <a:t>An</a:t>
            </a:r>
            <a:r>
              <a:rPr dirty="0" sz="1850" spc="-165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option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to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 spc="-20">
                <a:latin typeface="Verdana"/>
                <a:cs typeface="Verdana"/>
              </a:rPr>
              <a:t>plan </a:t>
            </a:r>
            <a:r>
              <a:rPr dirty="0" sz="1850" spc="-45">
                <a:latin typeface="Verdana"/>
                <a:cs typeface="Verdana"/>
              </a:rPr>
              <a:t>workouts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 spc="-75">
                <a:latin typeface="Verdana"/>
                <a:cs typeface="Verdana"/>
              </a:rPr>
              <a:t>as</a:t>
            </a:r>
            <a:r>
              <a:rPr dirty="0" sz="1850" spc="-155">
                <a:latin typeface="Verdana"/>
                <a:cs typeface="Verdana"/>
              </a:rPr>
              <a:t> </a:t>
            </a:r>
            <a:r>
              <a:rPr dirty="0" sz="1850" spc="-25">
                <a:latin typeface="Verdana"/>
                <a:cs typeface="Verdana"/>
              </a:rPr>
              <a:t>per </a:t>
            </a:r>
            <a:r>
              <a:rPr dirty="0" sz="1850" spc="-10">
                <a:latin typeface="Verdana"/>
                <a:cs typeface="Verdana"/>
              </a:rPr>
              <a:t>discretion</a:t>
            </a:r>
            <a:endParaRPr sz="1850">
              <a:latin typeface="Verdana"/>
              <a:cs typeface="Verdan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688149" y="8035468"/>
            <a:ext cx="76200" cy="723900"/>
            <a:chOff x="6688149" y="8035468"/>
            <a:chExt cx="76200" cy="723900"/>
          </a:xfrm>
        </p:grpSpPr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8149" y="8035468"/>
              <a:ext cx="76200" cy="7619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8149" y="8683168"/>
              <a:ext cx="76200" cy="76199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6895417" y="7860386"/>
            <a:ext cx="2521585" cy="1968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5"/>
              </a:spcBef>
            </a:pPr>
            <a:r>
              <a:rPr dirty="0" sz="1850" spc="-35">
                <a:latin typeface="Verdana"/>
                <a:cs typeface="Verdana"/>
              </a:rPr>
              <a:t>A</a:t>
            </a:r>
            <a:r>
              <a:rPr dirty="0" sz="1850" spc="-155">
                <a:latin typeface="Verdana"/>
                <a:cs typeface="Verdana"/>
              </a:rPr>
              <a:t> </a:t>
            </a:r>
            <a:r>
              <a:rPr dirty="0" sz="1850" spc="-40">
                <a:latin typeface="Verdana"/>
                <a:cs typeface="Verdana"/>
              </a:rPr>
              <a:t>community</a:t>
            </a:r>
            <a:r>
              <a:rPr dirty="0" sz="1850" spc="-150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to</a:t>
            </a:r>
            <a:r>
              <a:rPr dirty="0" sz="1850" spc="-150">
                <a:latin typeface="Verdana"/>
                <a:cs typeface="Verdana"/>
              </a:rPr>
              <a:t> </a:t>
            </a:r>
            <a:r>
              <a:rPr dirty="0" sz="1850" spc="-30">
                <a:latin typeface="Verdana"/>
                <a:cs typeface="Verdana"/>
              </a:rPr>
              <a:t>share </a:t>
            </a:r>
            <a:r>
              <a:rPr dirty="0" sz="1850" spc="-20">
                <a:latin typeface="Verdana"/>
                <a:cs typeface="Verdana"/>
              </a:rPr>
              <a:t>fitness</a:t>
            </a:r>
            <a:r>
              <a:rPr dirty="0" sz="1850" spc="-170">
                <a:latin typeface="Verdana"/>
                <a:cs typeface="Verdana"/>
              </a:rPr>
              <a:t> </a:t>
            </a:r>
            <a:r>
              <a:rPr dirty="0" sz="1850" spc="-50">
                <a:latin typeface="Verdana"/>
                <a:cs typeface="Verdana"/>
              </a:rPr>
              <a:t>goals</a:t>
            </a:r>
            <a:r>
              <a:rPr dirty="0" sz="1850" spc="-165">
                <a:latin typeface="Verdana"/>
                <a:cs typeface="Verdana"/>
              </a:rPr>
              <a:t> </a:t>
            </a:r>
            <a:r>
              <a:rPr dirty="0" sz="1850" spc="-20">
                <a:latin typeface="Verdana"/>
                <a:cs typeface="Verdana"/>
              </a:rPr>
              <a:t>with</a:t>
            </a:r>
            <a:endParaRPr sz="1850">
              <a:latin typeface="Verdana"/>
              <a:cs typeface="Verdana"/>
            </a:endParaRPr>
          </a:p>
          <a:p>
            <a:pPr marL="12700" marR="9525">
              <a:lnSpc>
                <a:spcPct val="114900"/>
              </a:lnSpc>
            </a:pPr>
            <a:r>
              <a:rPr dirty="0" sz="1850" spc="-35">
                <a:latin typeface="Verdana"/>
                <a:cs typeface="Verdana"/>
              </a:rPr>
              <a:t>An</a:t>
            </a:r>
            <a:r>
              <a:rPr dirty="0" sz="1850" spc="-165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option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to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address </a:t>
            </a:r>
            <a:r>
              <a:rPr dirty="0" sz="1850" spc="-45">
                <a:latin typeface="Verdana"/>
                <a:cs typeface="Verdana"/>
              </a:rPr>
              <a:t>mental</a:t>
            </a:r>
            <a:r>
              <a:rPr dirty="0" sz="1850" spc="-170">
                <a:latin typeface="Verdana"/>
                <a:cs typeface="Verdana"/>
              </a:rPr>
              <a:t> </a:t>
            </a:r>
            <a:r>
              <a:rPr dirty="0" sz="1850" spc="-35">
                <a:latin typeface="Verdana"/>
                <a:cs typeface="Verdana"/>
              </a:rPr>
              <a:t>stress</a:t>
            </a:r>
            <a:r>
              <a:rPr dirty="0" sz="1850" spc="-165">
                <a:latin typeface="Verdana"/>
                <a:cs typeface="Verdana"/>
              </a:rPr>
              <a:t> </a:t>
            </a:r>
            <a:r>
              <a:rPr dirty="0" sz="1850" spc="-20">
                <a:latin typeface="Verdana"/>
                <a:cs typeface="Verdana"/>
              </a:rPr>
              <a:t>that</a:t>
            </a:r>
            <a:r>
              <a:rPr dirty="0" sz="1850" spc="-165">
                <a:latin typeface="Verdana"/>
                <a:cs typeface="Verdana"/>
              </a:rPr>
              <a:t> </a:t>
            </a:r>
            <a:r>
              <a:rPr dirty="0" sz="1850" spc="-40">
                <a:latin typeface="Verdana"/>
                <a:cs typeface="Verdana"/>
              </a:rPr>
              <a:t>is</a:t>
            </a:r>
            <a:r>
              <a:rPr dirty="0" sz="1850" spc="-170">
                <a:latin typeface="Verdana"/>
                <a:cs typeface="Verdana"/>
              </a:rPr>
              <a:t> </a:t>
            </a:r>
            <a:r>
              <a:rPr dirty="0" sz="1850" spc="-50">
                <a:latin typeface="Verdana"/>
                <a:cs typeface="Verdana"/>
              </a:rPr>
              <a:t>a </a:t>
            </a:r>
            <a:r>
              <a:rPr dirty="0" sz="1850" spc="-20">
                <a:latin typeface="Verdana"/>
                <a:cs typeface="Verdana"/>
              </a:rPr>
              <a:t>by</a:t>
            </a:r>
            <a:r>
              <a:rPr dirty="0" sz="1850" spc="-140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product</a:t>
            </a:r>
            <a:r>
              <a:rPr dirty="0" sz="1850" spc="-135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of</a:t>
            </a:r>
            <a:r>
              <a:rPr dirty="0" sz="1850" spc="-135">
                <a:latin typeface="Verdana"/>
                <a:cs typeface="Verdana"/>
              </a:rPr>
              <a:t> </a:t>
            </a:r>
            <a:r>
              <a:rPr dirty="0" sz="1850" spc="-25">
                <a:latin typeface="Verdana"/>
                <a:cs typeface="Verdana"/>
              </a:rPr>
              <a:t>any </a:t>
            </a:r>
            <a:r>
              <a:rPr dirty="0" sz="1850" spc="-10">
                <a:latin typeface="Verdana"/>
                <a:cs typeface="Verdana"/>
              </a:rPr>
              <a:t>profession</a:t>
            </a:r>
            <a:endParaRPr sz="1850">
              <a:latin typeface="Verdana"/>
              <a:cs typeface="Verdana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24947" y="2538213"/>
            <a:ext cx="4286249" cy="3448049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3355">
              <a:lnSpc>
                <a:spcPct val="100000"/>
              </a:lnSpc>
              <a:spcBef>
                <a:spcPts val="100"/>
              </a:spcBef>
            </a:pPr>
            <a:r>
              <a:rPr dirty="0" spc="-415"/>
              <a:t>User</a:t>
            </a:r>
            <a:r>
              <a:rPr dirty="0" spc="-495"/>
              <a:t> </a:t>
            </a:r>
            <a:r>
              <a:rPr dirty="0" spc="-375"/>
              <a:t>Persona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8692598" y="2664448"/>
            <a:ext cx="2927350" cy="3190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276225" marR="1056640">
              <a:lnSpc>
                <a:spcPct val="114900"/>
              </a:lnSpc>
              <a:spcBef>
                <a:spcPts val="95"/>
              </a:spcBef>
            </a:pPr>
            <a:r>
              <a:rPr dirty="0" sz="1850" spc="-75">
                <a:latin typeface="Arial Black"/>
                <a:cs typeface="Arial Black"/>
              </a:rPr>
              <a:t>Milind</a:t>
            </a:r>
            <a:r>
              <a:rPr dirty="0" sz="1850" spc="-135">
                <a:latin typeface="Arial Black"/>
                <a:cs typeface="Arial Black"/>
              </a:rPr>
              <a:t> </a:t>
            </a:r>
            <a:r>
              <a:rPr dirty="0" sz="1850" spc="-95">
                <a:latin typeface="Arial Black"/>
                <a:cs typeface="Arial Black"/>
              </a:rPr>
              <a:t>Mehra: </a:t>
            </a:r>
            <a:r>
              <a:rPr dirty="0" sz="1850" spc="-165">
                <a:latin typeface="Arial Black"/>
                <a:cs typeface="Arial Black"/>
              </a:rPr>
              <a:t>Age:</a:t>
            </a:r>
            <a:r>
              <a:rPr dirty="0" sz="1850" spc="-160">
                <a:latin typeface="Arial Black"/>
                <a:cs typeface="Arial Black"/>
              </a:rPr>
              <a:t> </a:t>
            </a:r>
            <a:r>
              <a:rPr dirty="0" sz="1850" spc="-25">
                <a:latin typeface="Arial Black"/>
                <a:cs typeface="Arial Black"/>
              </a:rPr>
              <a:t>28</a:t>
            </a:r>
            <a:endParaRPr sz="1850">
              <a:latin typeface="Arial Black"/>
              <a:cs typeface="Arial Black"/>
            </a:endParaRPr>
          </a:p>
          <a:p>
            <a:pPr algn="ctr" marR="780415">
              <a:lnSpc>
                <a:spcPct val="100000"/>
              </a:lnSpc>
              <a:spcBef>
                <a:spcPts val="330"/>
              </a:spcBef>
            </a:pPr>
            <a:r>
              <a:rPr dirty="0" sz="1850" spc="-140">
                <a:latin typeface="Arial Black"/>
                <a:cs typeface="Arial Black"/>
              </a:rPr>
              <a:t>Software</a:t>
            </a:r>
            <a:r>
              <a:rPr dirty="0" sz="1850" spc="-125">
                <a:latin typeface="Arial Black"/>
                <a:cs typeface="Arial Black"/>
              </a:rPr>
              <a:t> </a:t>
            </a:r>
            <a:r>
              <a:rPr dirty="0" sz="1850" spc="-95">
                <a:latin typeface="Arial Black"/>
                <a:cs typeface="Arial Black"/>
              </a:rPr>
              <a:t>Engineer</a:t>
            </a:r>
            <a:endParaRPr sz="1850">
              <a:latin typeface="Arial Black"/>
              <a:cs typeface="Arial Black"/>
            </a:endParaRPr>
          </a:p>
          <a:p>
            <a:pPr marL="88265">
              <a:lnSpc>
                <a:spcPct val="100000"/>
              </a:lnSpc>
              <a:spcBef>
                <a:spcPts val="2305"/>
              </a:spcBef>
            </a:pPr>
            <a:r>
              <a:rPr dirty="0" sz="1850" spc="-70">
                <a:latin typeface="Arial Black"/>
                <a:cs typeface="Arial Black"/>
              </a:rPr>
              <a:t>Background</a:t>
            </a:r>
            <a:r>
              <a:rPr dirty="0" sz="1850" spc="-70">
                <a:latin typeface="Verdana"/>
                <a:cs typeface="Verdana"/>
              </a:rPr>
              <a:t>:</a:t>
            </a:r>
            <a:endParaRPr sz="1850">
              <a:latin typeface="Verdana"/>
              <a:cs typeface="Verdana"/>
            </a:endParaRPr>
          </a:p>
          <a:p>
            <a:pPr marL="88265" marR="5080">
              <a:lnSpc>
                <a:spcPct val="114900"/>
              </a:lnSpc>
            </a:pPr>
            <a:r>
              <a:rPr dirty="0" sz="1850" spc="-25">
                <a:latin typeface="Verdana"/>
                <a:cs typeface="Verdana"/>
              </a:rPr>
              <a:t>Apart</a:t>
            </a:r>
            <a:r>
              <a:rPr dirty="0" sz="1850" spc="-170">
                <a:latin typeface="Verdana"/>
                <a:cs typeface="Verdana"/>
              </a:rPr>
              <a:t> </a:t>
            </a:r>
            <a:r>
              <a:rPr dirty="0" sz="1850" spc="-20">
                <a:latin typeface="Verdana"/>
                <a:cs typeface="Verdana"/>
              </a:rPr>
              <a:t>from</a:t>
            </a:r>
            <a:r>
              <a:rPr dirty="0" sz="1850" spc="-170">
                <a:latin typeface="Verdana"/>
                <a:cs typeface="Verdana"/>
              </a:rPr>
              <a:t> </a:t>
            </a:r>
            <a:r>
              <a:rPr dirty="0" sz="1850" spc="-40">
                <a:latin typeface="Verdana"/>
                <a:cs typeface="Verdana"/>
              </a:rPr>
              <a:t>his</a:t>
            </a:r>
            <a:r>
              <a:rPr dirty="0" sz="1850" spc="-165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routine </a:t>
            </a:r>
            <a:r>
              <a:rPr dirty="0" sz="1850" spc="-40">
                <a:latin typeface="Verdana"/>
                <a:cs typeface="Verdana"/>
              </a:rPr>
              <a:t>schedule,</a:t>
            </a:r>
            <a:r>
              <a:rPr dirty="0" sz="1850" spc="-140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Milind</a:t>
            </a:r>
            <a:r>
              <a:rPr dirty="0" sz="1850" spc="-140">
                <a:latin typeface="Verdana"/>
                <a:cs typeface="Verdana"/>
              </a:rPr>
              <a:t> </a:t>
            </a:r>
            <a:r>
              <a:rPr dirty="0" sz="1850" spc="-60">
                <a:latin typeface="Verdana"/>
                <a:cs typeface="Verdana"/>
              </a:rPr>
              <a:t>likes</a:t>
            </a:r>
            <a:r>
              <a:rPr dirty="0" sz="1850" spc="-140">
                <a:latin typeface="Verdana"/>
                <a:cs typeface="Verdana"/>
              </a:rPr>
              <a:t> </a:t>
            </a:r>
            <a:r>
              <a:rPr dirty="0" sz="1850" spc="-25">
                <a:latin typeface="Verdana"/>
                <a:cs typeface="Verdana"/>
              </a:rPr>
              <a:t>to </a:t>
            </a:r>
            <a:r>
              <a:rPr dirty="0" sz="1850" spc="-50">
                <a:latin typeface="Verdana"/>
                <a:cs typeface="Verdana"/>
              </a:rPr>
              <a:t>stay</a:t>
            </a:r>
            <a:r>
              <a:rPr dirty="0" sz="1850" spc="-175">
                <a:latin typeface="Verdana"/>
                <a:cs typeface="Verdana"/>
              </a:rPr>
              <a:t> </a:t>
            </a:r>
            <a:r>
              <a:rPr dirty="0" sz="1850" spc="-50">
                <a:latin typeface="Verdana"/>
                <a:cs typeface="Verdana"/>
              </a:rPr>
              <a:t>active.</a:t>
            </a:r>
            <a:r>
              <a:rPr dirty="0" sz="1850" spc="-175">
                <a:latin typeface="Verdana"/>
                <a:cs typeface="Verdana"/>
              </a:rPr>
              <a:t> </a:t>
            </a:r>
            <a:r>
              <a:rPr dirty="0" sz="1850" spc="-25">
                <a:latin typeface="Verdana"/>
                <a:cs typeface="Verdana"/>
              </a:rPr>
              <a:t>He</a:t>
            </a:r>
            <a:r>
              <a:rPr dirty="0" sz="1850" spc="-170">
                <a:latin typeface="Verdana"/>
                <a:cs typeface="Verdana"/>
              </a:rPr>
              <a:t> </a:t>
            </a:r>
            <a:r>
              <a:rPr dirty="0" sz="1850" spc="-40">
                <a:latin typeface="Verdana"/>
                <a:cs typeface="Verdana"/>
              </a:rPr>
              <a:t>is</a:t>
            </a:r>
            <a:r>
              <a:rPr dirty="0" sz="1850" spc="-175">
                <a:latin typeface="Verdana"/>
                <a:cs typeface="Verdana"/>
              </a:rPr>
              <a:t> </a:t>
            </a:r>
            <a:r>
              <a:rPr dirty="0" sz="1850" spc="-20">
                <a:latin typeface="Verdana"/>
                <a:cs typeface="Verdana"/>
              </a:rPr>
              <a:t>into fitness</a:t>
            </a:r>
            <a:r>
              <a:rPr dirty="0" sz="1850" spc="-180">
                <a:latin typeface="Verdana"/>
                <a:cs typeface="Verdana"/>
              </a:rPr>
              <a:t> </a:t>
            </a:r>
            <a:r>
              <a:rPr dirty="0" sz="1850" spc="-35">
                <a:latin typeface="Verdana"/>
                <a:cs typeface="Verdana"/>
              </a:rPr>
              <a:t>and</a:t>
            </a:r>
            <a:r>
              <a:rPr dirty="0" sz="1850" spc="-180">
                <a:latin typeface="Verdana"/>
                <a:cs typeface="Verdana"/>
              </a:rPr>
              <a:t> </a:t>
            </a:r>
            <a:r>
              <a:rPr dirty="0" sz="1850" spc="-60">
                <a:latin typeface="Verdana"/>
                <a:cs typeface="Verdana"/>
              </a:rPr>
              <a:t>has</a:t>
            </a:r>
            <a:r>
              <a:rPr dirty="0" sz="1850" spc="-180">
                <a:latin typeface="Verdana"/>
                <a:cs typeface="Verdana"/>
              </a:rPr>
              <a:t> </a:t>
            </a:r>
            <a:r>
              <a:rPr dirty="0" sz="1850" spc="-95">
                <a:latin typeface="Verdana"/>
                <a:cs typeface="Verdana"/>
              </a:rPr>
              <a:t>a</a:t>
            </a:r>
            <a:r>
              <a:rPr dirty="0" sz="1850" spc="-180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passion </a:t>
            </a:r>
            <a:r>
              <a:rPr dirty="0" sz="1850">
                <a:latin typeface="Verdana"/>
                <a:cs typeface="Verdana"/>
              </a:rPr>
              <a:t>for</a:t>
            </a:r>
            <a:r>
              <a:rPr dirty="0" sz="1850" spc="-170">
                <a:latin typeface="Verdana"/>
                <a:cs typeface="Verdana"/>
              </a:rPr>
              <a:t> </a:t>
            </a:r>
            <a:r>
              <a:rPr dirty="0" sz="1850" spc="-20">
                <a:latin typeface="Verdana"/>
                <a:cs typeface="Verdana"/>
              </a:rPr>
              <a:t>dance</a:t>
            </a:r>
            <a:r>
              <a:rPr dirty="0" sz="1850" spc="-165">
                <a:latin typeface="Verdana"/>
                <a:cs typeface="Verdana"/>
              </a:rPr>
              <a:t> </a:t>
            </a:r>
            <a:r>
              <a:rPr dirty="0" sz="1850" spc="-35">
                <a:latin typeface="Verdana"/>
                <a:cs typeface="Verdana"/>
              </a:rPr>
              <a:t>and</a:t>
            </a:r>
            <a:r>
              <a:rPr dirty="0" sz="1850" spc="-170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travel</a:t>
            </a:r>
            <a:endParaRPr sz="1850">
              <a:latin typeface="Verdana"/>
              <a:cs typeface="Verdana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10600" y="3163380"/>
            <a:ext cx="76200" cy="76199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10600" y="4134930"/>
            <a:ext cx="76200" cy="76199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10600" y="4782630"/>
            <a:ext cx="76200" cy="76199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11616925" y="2664448"/>
            <a:ext cx="2995930" cy="261620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850" spc="-130">
                <a:latin typeface="Arial Black"/>
                <a:cs typeface="Arial Black"/>
              </a:rPr>
              <a:t>Pain</a:t>
            </a:r>
            <a:r>
              <a:rPr dirty="0" sz="1850" spc="-150">
                <a:latin typeface="Arial Black"/>
                <a:cs typeface="Arial Black"/>
              </a:rPr>
              <a:t> </a:t>
            </a:r>
            <a:r>
              <a:rPr dirty="0" sz="1850" spc="-10">
                <a:latin typeface="Arial Black"/>
                <a:cs typeface="Arial Black"/>
              </a:rPr>
              <a:t>Points</a:t>
            </a:r>
            <a:r>
              <a:rPr dirty="0" sz="1850" spc="-10">
                <a:latin typeface="Verdana"/>
                <a:cs typeface="Verdana"/>
              </a:rPr>
              <a:t>:</a:t>
            </a:r>
            <a:endParaRPr sz="1850">
              <a:latin typeface="Verdana"/>
              <a:cs typeface="Verdana"/>
            </a:endParaRPr>
          </a:p>
          <a:p>
            <a:pPr marL="413384" marR="246379">
              <a:lnSpc>
                <a:spcPct val="114900"/>
              </a:lnSpc>
            </a:pPr>
            <a:r>
              <a:rPr dirty="0" sz="1850" spc="-65">
                <a:latin typeface="Verdana"/>
                <a:cs typeface="Verdana"/>
              </a:rPr>
              <a:t>Similar</a:t>
            </a:r>
            <a:r>
              <a:rPr dirty="0" sz="1850" spc="-165">
                <a:latin typeface="Verdana"/>
                <a:cs typeface="Verdana"/>
              </a:rPr>
              <a:t> </a:t>
            </a:r>
            <a:r>
              <a:rPr dirty="0" sz="1850" spc="-105">
                <a:latin typeface="Verdana"/>
                <a:cs typeface="Verdana"/>
              </a:rPr>
              <a:t>gym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routines </a:t>
            </a:r>
            <a:r>
              <a:rPr dirty="0" sz="1850" spc="-30">
                <a:latin typeface="Verdana"/>
                <a:cs typeface="Verdana"/>
              </a:rPr>
              <a:t>daily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 spc="-20">
                <a:latin typeface="Verdana"/>
                <a:cs typeface="Verdana"/>
              </a:rPr>
              <a:t>tends</a:t>
            </a:r>
            <a:r>
              <a:rPr dirty="0" sz="1850" spc="-155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to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 spc="-25">
                <a:latin typeface="Verdana"/>
                <a:cs typeface="Verdana"/>
              </a:rPr>
              <a:t>be </a:t>
            </a:r>
            <a:r>
              <a:rPr dirty="0" sz="1850" spc="-10">
                <a:latin typeface="Verdana"/>
                <a:cs typeface="Verdana"/>
              </a:rPr>
              <a:t>monotonous</a:t>
            </a:r>
            <a:endParaRPr sz="1850">
              <a:latin typeface="Verdana"/>
              <a:cs typeface="Verdana"/>
            </a:endParaRPr>
          </a:p>
          <a:p>
            <a:pPr marL="413384" marR="5080">
              <a:lnSpc>
                <a:spcPct val="114900"/>
              </a:lnSpc>
            </a:pPr>
            <a:r>
              <a:rPr dirty="0" sz="1850">
                <a:latin typeface="Verdana"/>
                <a:cs typeface="Verdana"/>
              </a:rPr>
              <a:t>No</a:t>
            </a:r>
            <a:r>
              <a:rPr dirty="0" sz="1850" spc="-165">
                <a:latin typeface="Verdana"/>
                <a:cs typeface="Verdana"/>
              </a:rPr>
              <a:t> </a:t>
            </a:r>
            <a:r>
              <a:rPr dirty="0" sz="1850" spc="-45">
                <a:latin typeface="Verdana"/>
                <a:cs typeface="Verdana"/>
              </a:rPr>
              <a:t>time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to</a:t>
            </a:r>
            <a:r>
              <a:rPr dirty="0" sz="1850" spc="-165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pursue </a:t>
            </a:r>
            <a:r>
              <a:rPr dirty="0" sz="1850" spc="-35">
                <a:latin typeface="Verdana"/>
                <a:cs typeface="Verdana"/>
              </a:rPr>
              <a:t>passion</a:t>
            </a:r>
            <a:r>
              <a:rPr dirty="0" sz="1850" spc="-145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for</a:t>
            </a:r>
            <a:r>
              <a:rPr dirty="0" sz="1850" spc="-140">
                <a:latin typeface="Verdana"/>
                <a:cs typeface="Verdana"/>
              </a:rPr>
              <a:t> </a:t>
            </a:r>
            <a:r>
              <a:rPr dirty="0" sz="1850" spc="-20">
                <a:latin typeface="Verdana"/>
                <a:cs typeface="Verdana"/>
              </a:rPr>
              <a:t>dance </a:t>
            </a:r>
            <a:r>
              <a:rPr dirty="0" sz="1850" spc="-50">
                <a:latin typeface="Verdana"/>
                <a:cs typeface="Verdana"/>
              </a:rPr>
              <a:t>There</a:t>
            </a:r>
            <a:r>
              <a:rPr dirty="0" sz="1850" spc="-175">
                <a:latin typeface="Verdana"/>
                <a:cs typeface="Verdana"/>
              </a:rPr>
              <a:t> </a:t>
            </a:r>
            <a:r>
              <a:rPr dirty="0" sz="1850" spc="-40">
                <a:latin typeface="Verdana"/>
                <a:cs typeface="Verdana"/>
              </a:rPr>
              <a:t>is</a:t>
            </a:r>
            <a:r>
              <a:rPr dirty="0" sz="1850" spc="-175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no</a:t>
            </a:r>
            <a:r>
              <a:rPr dirty="0" sz="1850" spc="-175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structured </a:t>
            </a:r>
            <a:r>
              <a:rPr dirty="0" sz="1850" spc="-25">
                <a:latin typeface="Verdana"/>
                <a:cs typeface="Verdana"/>
              </a:rPr>
              <a:t>plan</a:t>
            </a:r>
            <a:r>
              <a:rPr dirty="0" sz="1850" spc="-155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to</a:t>
            </a:r>
            <a:r>
              <a:rPr dirty="0" sz="1850" spc="-155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follow</a:t>
            </a:r>
            <a:endParaRPr sz="1850">
              <a:latin typeface="Verdana"/>
              <a:cs typeface="Verdana"/>
            </a:endParaRPr>
          </a:p>
        </p:txBody>
      </p:sp>
      <p:pic>
        <p:nvPicPr>
          <p:cNvPr id="26" name="object 2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45289" y="3139789"/>
            <a:ext cx="76200" cy="76199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45289" y="4111338"/>
            <a:ext cx="76200" cy="76199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45289" y="5082888"/>
            <a:ext cx="76200" cy="76199"/>
          </a:xfrm>
          <a:prstGeom prst="rect">
            <a:avLst/>
          </a:prstGeom>
        </p:spPr>
      </p:pic>
      <p:sp>
        <p:nvSpPr>
          <p:cNvPr id="29" name="object 29" descr=""/>
          <p:cNvSpPr txBox="1"/>
          <p:nvPr/>
        </p:nvSpPr>
        <p:spPr>
          <a:xfrm>
            <a:off x="14851614" y="2640856"/>
            <a:ext cx="3049270" cy="326390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850" spc="-20">
                <a:latin typeface="Arial Black"/>
                <a:cs typeface="Arial Black"/>
              </a:rPr>
              <a:t>Goals</a:t>
            </a:r>
            <a:r>
              <a:rPr dirty="0" sz="1850" spc="-20">
                <a:latin typeface="Verdana"/>
                <a:cs typeface="Verdana"/>
              </a:rPr>
              <a:t>:</a:t>
            </a:r>
            <a:endParaRPr sz="1850">
              <a:latin typeface="Verdana"/>
              <a:cs typeface="Verdana"/>
            </a:endParaRPr>
          </a:p>
          <a:p>
            <a:pPr marL="413384" marR="408940">
              <a:lnSpc>
                <a:spcPct val="114900"/>
              </a:lnSpc>
            </a:pPr>
            <a:r>
              <a:rPr dirty="0" sz="1850" spc="-35">
                <a:latin typeface="Verdana"/>
                <a:cs typeface="Verdana"/>
              </a:rPr>
              <a:t>An</a:t>
            </a:r>
            <a:r>
              <a:rPr dirty="0" sz="1850" spc="-165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option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to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 spc="-25">
                <a:latin typeface="Verdana"/>
                <a:cs typeface="Verdana"/>
              </a:rPr>
              <a:t>try </a:t>
            </a:r>
            <a:r>
              <a:rPr dirty="0" sz="1850" spc="-40">
                <a:latin typeface="Verdana"/>
                <a:cs typeface="Verdana"/>
              </a:rPr>
              <a:t>variations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 spc="-30">
                <a:latin typeface="Verdana"/>
                <a:cs typeface="Verdana"/>
              </a:rPr>
              <a:t>in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fitness routines</a:t>
            </a:r>
            <a:endParaRPr sz="1850">
              <a:latin typeface="Verdana"/>
              <a:cs typeface="Verdana"/>
            </a:endParaRPr>
          </a:p>
          <a:p>
            <a:pPr marL="413384" marR="5080">
              <a:lnSpc>
                <a:spcPct val="114900"/>
              </a:lnSpc>
            </a:pPr>
            <a:r>
              <a:rPr dirty="0" sz="1850" spc="-35">
                <a:latin typeface="Verdana"/>
                <a:cs typeface="Verdana"/>
              </a:rPr>
              <a:t>A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 spc="-20">
                <a:latin typeface="Verdana"/>
                <a:cs typeface="Verdana"/>
              </a:rPr>
              <a:t>provision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to</a:t>
            </a:r>
            <a:r>
              <a:rPr dirty="0" sz="1850" spc="-160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pursue </a:t>
            </a:r>
            <a:r>
              <a:rPr dirty="0" sz="1850" spc="-35">
                <a:latin typeface="Verdana"/>
                <a:cs typeface="Verdana"/>
              </a:rPr>
              <a:t>passion</a:t>
            </a:r>
            <a:r>
              <a:rPr dirty="0" sz="1850" spc="-140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without </a:t>
            </a:r>
            <a:r>
              <a:rPr dirty="0" sz="1850" spc="-40">
                <a:latin typeface="Verdana"/>
                <a:cs typeface="Verdana"/>
              </a:rPr>
              <a:t>impacting</a:t>
            </a:r>
            <a:r>
              <a:rPr dirty="0" sz="1850" spc="-150">
                <a:latin typeface="Verdana"/>
                <a:cs typeface="Verdana"/>
              </a:rPr>
              <a:t> </a:t>
            </a:r>
            <a:r>
              <a:rPr dirty="0" sz="1850" spc="-30">
                <a:latin typeface="Verdana"/>
                <a:cs typeface="Verdana"/>
              </a:rPr>
              <a:t>daily</a:t>
            </a:r>
            <a:r>
              <a:rPr dirty="0" sz="1850" spc="-150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routine </a:t>
            </a:r>
            <a:r>
              <a:rPr dirty="0" sz="1850" spc="-35">
                <a:latin typeface="Verdana"/>
                <a:cs typeface="Verdana"/>
              </a:rPr>
              <a:t>A</a:t>
            </a:r>
            <a:r>
              <a:rPr dirty="0" sz="1850" spc="-185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structured</a:t>
            </a:r>
            <a:r>
              <a:rPr dirty="0" sz="1850" spc="-185">
                <a:latin typeface="Verdana"/>
                <a:cs typeface="Verdana"/>
              </a:rPr>
              <a:t> </a:t>
            </a:r>
            <a:r>
              <a:rPr dirty="0" sz="1850" spc="-10">
                <a:latin typeface="Verdana"/>
                <a:cs typeface="Verdana"/>
              </a:rPr>
              <a:t>fitness </a:t>
            </a:r>
            <a:r>
              <a:rPr dirty="0" sz="1850" spc="-55">
                <a:latin typeface="Verdana"/>
                <a:cs typeface="Verdana"/>
              </a:rPr>
              <a:t>journey</a:t>
            </a:r>
            <a:r>
              <a:rPr dirty="0" sz="1850" spc="-155">
                <a:latin typeface="Verdana"/>
                <a:cs typeface="Verdana"/>
              </a:rPr>
              <a:t> </a:t>
            </a:r>
            <a:r>
              <a:rPr dirty="0" sz="1850">
                <a:latin typeface="Verdana"/>
                <a:cs typeface="Verdana"/>
              </a:rPr>
              <a:t>to</a:t>
            </a:r>
            <a:r>
              <a:rPr dirty="0" sz="1850" spc="-150">
                <a:latin typeface="Verdana"/>
                <a:cs typeface="Verdana"/>
              </a:rPr>
              <a:t> </a:t>
            </a:r>
            <a:r>
              <a:rPr dirty="0" sz="1850" spc="-20">
                <a:latin typeface="Verdana"/>
                <a:cs typeface="Verdana"/>
              </a:rPr>
              <a:t>gauge </a:t>
            </a:r>
            <a:r>
              <a:rPr dirty="0" sz="1850" spc="-10">
                <a:latin typeface="Verdana"/>
                <a:cs typeface="Verdana"/>
              </a:rPr>
              <a:t>progress</a:t>
            </a:r>
            <a:endParaRPr sz="1850">
              <a:latin typeface="Verdana"/>
              <a:cs typeface="Verdana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41933" y="1360722"/>
            <a:ext cx="16523969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Verdana"/>
                <a:cs typeface="Verdana"/>
              </a:rPr>
              <a:t>Cult</a:t>
            </a:r>
            <a:r>
              <a:rPr dirty="0" sz="2800" spc="-265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fit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50">
                <a:latin typeface="Verdana"/>
                <a:cs typeface="Verdana"/>
              </a:rPr>
              <a:t>is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65">
                <a:latin typeface="Verdana"/>
                <a:cs typeface="Verdana"/>
              </a:rPr>
              <a:t>heavily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55">
                <a:latin typeface="Verdana"/>
                <a:cs typeface="Verdana"/>
              </a:rPr>
              <a:t>used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35">
                <a:latin typeface="Verdana"/>
                <a:cs typeface="Verdana"/>
              </a:rPr>
              <a:t>by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40">
                <a:latin typeface="Verdana"/>
                <a:cs typeface="Verdana"/>
              </a:rPr>
              <a:t>millennials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60">
                <a:latin typeface="Verdana"/>
                <a:cs typeface="Verdana"/>
              </a:rPr>
              <a:t>and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110">
                <a:latin typeface="Verdana"/>
                <a:cs typeface="Verdana"/>
              </a:rPr>
              <a:t>Genz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40">
                <a:latin typeface="Verdana"/>
                <a:cs typeface="Verdana"/>
              </a:rPr>
              <a:t>with</a:t>
            </a:r>
            <a:r>
              <a:rPr dirty="0" sz="2800" spc="-265">
                <a:latin typeface="Verdana"/>
                <a:cs typeface="Verdana"/>
              </a:rPr>
              <a:t> </a:t>
            </a:r>
            <a:r>
              <a:rPr dirty="0" sz="2800" spc="-50">
                <a:latin typeface="Verdana"/>
                <a:cs typeface="Verdana"/>
              </a:rPr>
              <a:t>around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220">
                <a:latin typeface="Verdana"/>
                <a:cs typeface="Verdana"/>
              </a:rPr>
              <a:t>69%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75">
                <a:latin typeface="Verdana"/>
                <a:cs typeface="Verdana"/>
              </a:rPr>
              <a:t>userbase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40">
                <a:latin typeface="Verdana"/>
                <a:cs typeface="Verdana"/>
              </a:rPr>
              <a:t>within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35">
                <a:latin typeface="Verdana"/>
                <a:cs typeface="Verdana"/>
              </a:rPr>
              <a:t>the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150">
                <a:latin typeface="Verdana"/>
                <a:cs typeface="Verdana"/>
              </a:rPr>
              <a:t>age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of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215">
                <a:latin typeface="Verdana"/>
                <a:cs typeface="Verdana"/>
              </a:rPr>
              <a:t>18-</a:t>
            </a:r>
            <a:r>
              <a:rPr dirty="0" sz="2800" spc="-25">
                <a:latin typeface="Verdana"/>
                <a:cs typeface="Verdana"/>
              </a:rPr>
              <a:t>24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8462" y="2582002"/>
            <a:ext cx="3714750" cy="7347584"/>
            <a:chOff x="578462" y="2582002"/>
            <a:chExt cx="3714750" cy="7347584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1322" y="2803452"/>
              <a:ext cx="3190329" cy="691357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2168226" y="2862866"/>
              <a:ext cx="493395" cy="61594"/>
            </a:xfrm>
            <a:custGeom>
              <a:avLst/>
              <a:gdLst/>
              <a:ahLst/>
              <a:cxnLst/>
              <a:rect l="l" t="t" r="r" b="b"/>
              <a:pathLst>
                <a:path w="493394" h="61594">
                  <a:moveTo>
                    <a:pt x="462705" y="61214"/>
                  </a:moveTo>
                  <a:lnTo>
                    <a:pt x="30607" y="61214"/>
                  </a:lnTo>
                  <a:lnTo>
                    <a:pt x="18988" y="58963"/>
                  </a:lnTo>
                  <a:lnTo>
                    <a:pt x="9227" y="52662"/>
                  </a:lnTo>
                  <a:lnTo>
                    <a:pt x="2503" y="42984"/>
                  </a:lnTo>
                  <a:lnTo>
                    <a:pt x="0" y="30607"/>
                  </a:lnTo>
                  <a:lnTo>
                    <a:pt x="2503" y="18229"/>
                  </a:lnTo>
                  <a:lnTo>
                    <a:pt x="9227" y="8551"/>
                  </a:lnTo>
                  <a:lnTo>
                    <a:pt x="18988" y="2250"/>
                  </a:lnTo>
                  <a:lnTo>
                    <a:pt x="30607" y="0"/>
                  </a:lnTo>
                  <a:lnTo>
                    <a:pt x="462705" y="0"/>
                  </a:lnTo>
                  <a:lnTo>
                    <a:pt x="474324" y="2250"/>
                  </a:lnTo>
                  <a:lnTo>
                    <a:pt x="484085" y="8551"/>
                  </a:lnTo>
                  <a:lnTo>
                    <a:pt x="490809" y="18229"/>
                  </a:lnTo>
                  <a:lnTo>
                    <a:pt x="493312" y="30607"/>
                  </a:lnTo>
                  <a:lnTo>
                    <a:pt x="490809" y="42984"/>
                  </a:lnTo>
                  <a:lnTo>
                    <a:pt x="484085" y="52662"/>
                  </a:lnTo>
                  <a:lnTo>
                    <a:pt x="474324" y="58963"/>
                  </a:lnTo>
                  <a:lnTo>
                    <a:pt x="462705" y="61214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8174" y="2848463"/>
              <a:ext cx="90020" cy="9002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578459" y="3554234"/>
              <a:ext cx="3714750" cy="1739264"/>
            </a:xfrm>
            <a:custGeom>
              <a:avLst/>
              <a:gdLst/>
              <a:ahLst/>
              <a:cxnLst/>
              <a:rect l="l" t="t" r="r" b="b"/>
              <a:pathLst>
                <a:path w="3714750" h="1739264">
                  <a:moveTo>
                    <a:pt x="39611" y="1191869"/>
                  </a:moveTo>
                  <a:lnTo>
                    <a:pt x="24307" y="1195019"/>
                  </a:lnTo>
                  <a:lnTo>
                    <a:pt x="11696" y="1203566"/>
                  </a:lnTo>
                  <a:lnTo>
                    <a:pt x="3149" y="1216177"/>
                  </a:lnTo>
                  <a:lnTo>
                    <a:pt x="0" y="1231480"/>
                  </a:lnTo>
                  <a:lnTo>
                    <a:pt x="0" y="1699590"/>
                  </a:lnTo>
                  <a:lnTo>
                    <a:pt x="3149" y="1714893"/>
                  </a:lnTo>
                  <a:lnTo>
                    <a:pt x="11696" y="1727492"/>
                  </a:lnTo>
                  <a:lnTo>
                    <a:pt x="24307" y="1736039"/>
                  </a:lnTo>
                  <a:lnTo>
                    <a:pt x="39611" y="1739188"/>
                  </a:lnTo>
                  <a:lnTo>
                    <a:pt x="39611" y="1191869"/>
                  </a:lnTo>
                  <a:close/>
                </a:path>
                <a:path w="3714750" h="1739264">
                  <a:moveTo>
                    <a:pt x="39611" y="527519"/>
                  </a:moveTo>
                  <a:lnTo>
                    <a:pt x="24307" y="530390"/>
                  </a:lnTo>
                  <a:lnTo>
                    <a:pt x="11696" y="538314"/>
                  </a:lnTo>
                  <a:lnTo>
                    <a:pt x="3149" y="550303"/>
                  </a:lnTo>
                  <a:lnTo>
                    <a:pt x="0" y="565327"/>
                  </a:lnTo>
                  <a:lnTo>
                    <a:pt x="0" y="1033437"/>
                  </a:lnTo>
                  <a:lnTo>
                    <a:pt x="3149" y="1048740"/>
                  </a:lnTo>
                  <a:lnTo>
                    <a:pt x="11696" y="1061339"/>
                  </a:lnTo>
                  <a:lnTo>
                    <a:pt x="24307" y="1069886"/>
                  </a:lnTo>
                  <a:lnTo>
                    <a:pt x="39611" y="1073035"/>
                  </a:lnTo>
                  <a:lnTo>
                    <a:pt x="39611" y="527519"/>
                  </a:lnTo>
                  <a:close/>
                </a:path>
                <a:path w="3714750" h="1739264">
                  <a:moveTo>
                    <a:pt x="39611" y="0"/>
                  </a:moveTo>
                  <a:lnTo>
                    <a:pt x="24307" y="2870"/>
                  </a:lnTo>
                  <a:lnTo>
                    <a:pt x="11696" y="10795"/>
                  </a:lnTo>
                  <a:lnTo>
                    <a:pt x="3149" y="22783"/>
                  </a:lnTo>
                  <a:lnTo>
                    <a:pt x="0" y="37807"/>
                  </a:lnTo>
                  <a:lnTo>
                    <a:pt x="0" y="262851"/>
                  </a:lnTo>
                  <a:lnTo>
                    <a:pt x="3149" y="278155"/>
                  </a:lnTo>
                  <a:lnTo>
                    <a:pt x="11696" y="290766"/>
                  </a:lnTo>
                  <a:lnTo>
                    <a:pt x="24307" y="299313"/>
                  </a:lnTo>
                  <a:lnTo>
                    <a:pt x="39611" y="302463"/>
                  </a:lnTo>
                  <a:lnTo>
                    <a:pt x="39611" y="0"/>
                  </a:lnTo>
                  <a:close/>
                </a:path>
                <a:path w="3714750" h="1739264">
                  <a:moveTo>
                    <a:pt x="3714242" y="747166"/>
                  </a:moveTo>
                  <a:lnTo>
                    <a:pt x="3711092" y="731862"/>
                  </a:lnTo>
                  <a:lnTo>
                    <a:pt x="3702545" y="719264"/>
                  </a:lnTo>
                  <a:lnTo>
                    <a:pt x="3689934" y="710704"/>
                  </a:lnTo>
                  <a:lnTo>
                    <a:pt x="3674630" y="707555"/>
                  </a:lnTo>
                  <a:lnTo>
                    <a:pt x="3674630" y="1584363"/>
                  </a:lnTo>
                  <a:lnTo>
                    <a:pt x="3689934" y="1581213"/>
                  </a:lnTo>
                  <a:lnTo>
                    <a:pt x="3702545" y="1572653"/>
                  </a:lnTo>
                  <a:lnTo>
                    <a:pt x="3711092" y="1560055"/>
                  </a:lnTo>
                  <a:lnTo>
                    <a:pt x="3714242" y="1544751"/>
                  </a:lnTo>
                  <a:lnTo>
                    <a:pt x="3714242" y="747166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18071" y="2582002"/>
              <a:ext cx="3635375" cy="7347584"/>
            </a:xfrm>
            <a:custGeom>
              <a:avLst/>
              <a:gdLst/>
              <a:ahLst/>
              <a:cxnLst/>
              <a:rect l="l" t="t" r="r" b="b"/>
              <a:pathLst>
                <a:path w="3635375" h="7347584">
                  <a:moveTo>
                    <a:pt x="3096708" y="7347479"/>
                  </a:moveTo>
                  <a:lnTo>
                    <a:pt x="538322" y="7347479"/>
                  </a:lnTo>
                  <a:lnTo>
                    <a:pt x="489360" y="7345277"/>
                  </a:lnTo>
                  <a:lnTo>
                    <a:pt x="441621" y="7338798"/>
                  </a:lnTo>
                  <a:lnTo>
                    <a:pt x="395298" y="7328233"/>
                  </a:lnTo>
                  <a:lnTo>
                    <a:pt x="350581" y="7313772"/>
                  </a:lnTo>
                  <a:lnTo>
                    <a:pt x="307660" y="7295607"/>
                  </a:lnTo>
                  <a:lnTo>
                    <a:pt x="266727" y="7273929"/>
                  </a:lnTo>
                  <a:lnTo>
                    <a:pt x="227972" y="7248927"/>
                  </a:lnTo>
                  <a:lnTo>
                    <a:pt x="191586" y="7220793"/>
                  </a:lnTo>
                  <a:lnTo>
                    <a:pt x="157761" y="7189718"/>
                  </a:lnTo>
                  <a:lnTo>
                    <a:pt x="126685" y="7155892"/>
                  </a:lnTo>
                  <a:lnTo>
                    <a:pt x="98551" y="7119506"/>
                  </a:lnTo>
                  <a:lnTo>
                    <a:pt x="73550" y="7080751"/>
                  </a:lnTo>
                  <a:lnTo>
                    <a:pt x="51871" y="7039818"/>
                  </a:lnTo>
                  <a:lnTo>
                    <a:pt x="33706" y="6996897"/>
                  </a:lnTo>
                  <a:lnTo>
                    <a:pt x="19246" y="6952180"/>
                  </a:lnTo>
                  <a:lnTo>
                    <a:pt x="8796" y="6906364"/>
                  </a:lnTo>
                  <a:lnTo>
                    <a:pt x="8680" y="6905857"/>
                  </a:lnTo>
                  <a:lnTo>
                    <a:pt x="2202" y="6858118"/>
                  </a:lnTo>
                  <a:lnTo>
                    <a:pt x="80" y="6810956"/>
                  </a:lnTo>
                  <a:lnTo>
                    <a:pt x="0" y="538323"/>
                  </a:lnTo>
                  <a:lnTo>
                    <a:pt x="675" y="511063"/>
                  </a:lnTo>
                  <a:lnTo>
                    <a:pt x="6076" y="456544"/>
                  </a:lnTo>
                  <a:lnTo>
                    <a:pt x="13531" y="417076"/>
                  </a:lnTo>
                  <a:lnTo>
                    <a:pt x="23405" y="378086"/>
                  </a:lnTo>
                  <a:lnTo>
                    <a:pt x="37358" y="341177"/>
                  </a:lnTo>
                  <a:lnTo>
                    <a:pt x="54012" y="304269"/>
                  </a:lnTo>
                  <a:lnTo>
                    <a:pt x="72494" y="270343"/>
                  </a:lnTo>
                  <a:lnTo>
                    <a:pt x="92946" y="237654"/>
                  </a:lnTo>
                  <a:lnTo>
                    <a:pt x="119446" y="200183"/>
                  </a:lnTo>
                  <a:lnTo>
                    <a:pt x="144989" y="170476"/>
                  </a:lnTo>
                  <a:lnTo>
                    <a:pt x="167888" y="148252"/>
                  </a:lnTo>
                  <a:lnTo>
                    <a:pt x="186792" y="130811"/>
                  </a:lnTo>
                  <a:lnTo>
                    <a:pt x="237302" y="91836"/>
                  </a:lnTo>
                  <a:lnTo>
                    <a:pt x="281541" y="65087"/>
                  </a:lnTo>
                  <a:lnTo>
                    <a:pt x="328614" y="42496"/>
                  </a:lnTo>
                  <a:lnTo>
                    <a:pt x="378175" y="24376"/>
                  </a:lnTo>
                  <a:lnTo>
                    <a:pt x="429878" y="11043"/>
                  </a:lnTo>
                  <a:lnTo>
                    <a:pt x="483990" y="2719"/>
                  </a:lnTo>
                  <a:lnTo>
                    <a:pt x="485221" y="2719"/>
                  </a:lnTo>
                  <a:lnTo>
                    <a:pt x="538322" y="0"/>
                  </a:lnTo>
                  <a:lnTo>
                    <a:pt x="3098508" y="0"/>
                  </a:lnTo>
                  <a:lnTo>
                    <a:pt x="3153360" y="2719"/>
                  </a:lnTo>
                  <a:lnTo>
                    <a:pt x="3206637" y="10729"/>
                  </a:lnTo>
                  <a:lnTo>
                    <a:pt x="3258088" y="23809"/>
                  </a:lnTo>
                  <a:lnTo>
                    <a:pt x="3291678" y="36008"/>
                  </a:lnTo>
                  <a:lnTo>
                    <a:pt x="538322" y="36008"/>
                  </a:lnTo>
                  <a:lnTo>
                    <a:pt x="489971" y="38309"/>
                  </a:lnTo>
                  <a:lnTo>
                    <a:pt x="442914" y="45074"/>
                  </a:lnTo>
                  <a:lnTo>
                    <a:pt x="397364" y="56093"/>
                  </a:lnTo>
                  <a:lnTo>
                    <a:pt x="353531" y="71158"/>
                  </a:lnTo>
                  <a:lnTo>
                    <a:pt x="311626" y="90060"/>
                  </a:lnTo>
                  <a:lnTo>
                    <a:pt x="271860" y="112590"/>
                  </a:lnTo>
                  <a:lnTo>
                    <a:pt x="234445" y="138539"/>
                  </a:lnTo>
                  <a:lnTo>
                    <a:pt x="199592" y="167698"/>
                  </a:lnTo>
                  <a:lnTo>
                    <a:pt x="167511" y="199859"/>
                  </a:lnTo>
                  <a:lnTo>
                    <a:pt x="138414" y="234812"/>
                  </a:lnTo>
                  <a:lnTo>
                    <a:pt x="112511" y="272348"/>
                  </a:lnTo>
                  <a:lnTo>
                    <a:pt x="90015" y="312259"/>
                  </a:lnTo>
                  <a:lnTo>
                    <a:pt x="71135" y="354336"/>
                  </a:lnTo>
                  <a:lnTo>
                    <a:pt x="56083" y="398369"/>
                  </a:lnTo>
                  <a:lnTo>
                    <a:pt x="45071" y="444151"/>
                  </a:lnTo>
                  <a:lnTo>
                    <a:pt x="38309" y="491472"/>
                  </a:lnTo>
                  <a:lnTo>
                    <a:pt x="36093" y="538323"/>
                  </a:lnTo>
                  <a:lnTo>
                    <a:pt x="36008" y="6810956"/>
                  </a:lnTo>
                  <a:lnTo>
                    <a:pt x="38252" y="6858118"/>
                  </a:lnTo>
                  <a:lnTo>
                    <a:pt x="38309" y="6859307"/>
                  </a:lnTo>
                  <a:lnTo>
                    <a:pt x="44998" y="6905857"/>
                  </a:lnTo>
                  <a:lnTo>
                    <a:pt x="56083" y="6951915"/>
                  </a:lnTo>
                  <a:lnTo>
                    <a:pt x="71135" y="6995748"/>
                  </a:lnTo>
                  <a:lnTo>
                    <a:pt x="90015" y="7037653"/>
                  </a:lnTo>
                  <a:lnTo>
                    <a:pt x="112511" y="7077418"/>
                  </a:lnTo>
                  <a:lnTo>
                    <a:pt x="138414" y="7114833"/>
                  </a:lnTo>
                  <a:lnTo>
                    <a:pt x="167511" y="7149687"/>
                  </a:lnTo>
                  <a:lnTo>
                    <a:pt x="199592" y="7181768"/>
                  </a:lnTo>
                  <a:lnTo>
                    <a:pt x="234445" y="7210865"/>
                  </a:lnTo>
                  <a:lnTo>
                    <a:pt x="271860" y="7236767"/>
                  </a:lnTo>
                  <a:lnTo>
                    <a:pt x="311626" y="7259264"/>
                  </a:lnTo>
                  <a:lnTo>
                    <a:pt x="353531" y="7278144"/>
                  </a:lnTo>
                  <a:lnTo>
                    <a:pt x="397364" y="7293195"/>
                  </a:lnTo>
                  <a:lnTo>
                    <a:pt x="442914" y="7304208"/>
                  </a:lnTo>
                  <a:lnTo>
                    <a:pt x="489971" y="7310970"/>
                  </a:lnTo>
                  <a:lnTo>
                    <a:pt x="538322" y="7313271"/>
                  </a:lnTo>
                  <a:lnTo>
                    <a:pt x="3285634" y="7313271"/>
                  </a:lnTo>
                  <a:lnTo>
                    <a:pt x="3284449" y="7313772"/>
                  </a:lnTo>
                  <a:lnTo>
                    <a:pt x="3239732" y="7328233"/>
                  </a:lnTo>
                  <a:lnTo>
                    <a:pt x="3193409" y="7338798"/>
                  </a:lnTo>
                  <a:lnTo>
                    <a:pt x="3145670" y="7345277"/>
                  </a:lnTo>
                  <a:lnTo>
                    <a:pt x="3096708" y="7347479"/>
                  </a:lnTo>
                  <a:close/>
                </a:path>
                <a:path w="3635375" h="7347584">
                  <a:moveTo>
                    <a:pt x="3285634" y="7313271"/>
                  </a:moveTo>
                  <a:lnTo>
                    <a:pt x="3096708" y="7313271"/>
                  </a:lnTo>
                  <a:lnTo>
                    <a:pt x="3145059" y="7310970"/>
                  </a:lnTo>
                  <a:lnTo>
                    <a:pt x="3192116" y="7304208"/>
                  </a:lnTo>
                  <a:lnTo>
                    <a:pt x="3237666" y="7293195"/>
                  </a:lnTo>
                  <a:lnTo>
                    <a:pt x="3281499" y="7278144"/>
                  </a:lnTo>
                  <a:lnTo>
                    <a:pt x="3323404" y="7259264"/>
                  </a:lnTo>
                  <a:lnTo>
                    <a:pt x="3363170" y="7236767"/>
                  </a:lnTo>
                  <a:lnTo>
                    <a:pt x="3400585" y="7210865"/>
                  </a:lnTo>
                  <a:lnTo>
                    <a:pt x="3435438" y="7181768"/>
                  </a:lnTo>
                  <a:lnTo>
                    <a:pt x="3467519" y="7149687"/>
                  </a:lnTo>
                  <a:lnTo>
                    <a:pt x="3496616" y="7114833"/>
                  </a:lnTo>
                  <a:lnTo>
                    <a:pt x="3522519" y="7077418"/>
                  </a:lnTo>
                  <a:lnTo>
                    <a:pt x="3545015" y="7037653"/>
                  </a:lnTo>
                  <a:lnTo>
                    <a:pt x="3563895" y="6995748"/>
                  </a:lnTo>
                  <a:lnTo>
                    <a:pt x="3578855" y="6952180"/>
                  </a:lnTo>
                  <a:lnTo>
                    <a:pt x="3578946" y="6951915"/>
                  </a:lnTo>
                  <a:lnTo>
                    <a:pt x="3589959" y="6906364"/>
                  </a:lnTo>
                  <a:lnTo>
                    <a:pt x="3596721" y="6859307"/>
                  </a:lnTo>
                  <a:lnTo>
                    <a:pt x="3599022" y="6810956"/>
                  </a:lnTo>
                  <a:lnTo>
                    <a:pt x="3599022" y="538323"/>
                  </a:lnTo>
                  <a:lnTo>
                    <a:pt x="3596793" y="491472"/>
                  </a:lnTo>
                  <a:lnTo>
                    <a:pt x="3596721" y="489971"/>
                  </a:lnTo>
                  <a:lnTo>
                    <a:pt x="3589959" y="442914"/>
                  </a:lnTo>
                  <a:lnTo>
                    <a:pt x="3578946" y="397364"/>
                  </a:lnTo>
                  <a:lnTo>
                    <a:pt x="3563895" y="353531"/>
                  </a:lnTo>
                  <a:lnTo>
                    <a:pt x="3545015" y="311626"/>
                  </a:lnTo>
                  <a:lnTo>
                    <a:pt x="3522519" y="271860"/>
                  </a:lnTo>
                  <a:lnTo>
                    <a:pt x="3496616" y="234445"/>
                  </a:lnTo>
                  <a:lnTo>
                    <a:pt x="3467519" y="199592"/>
                  </a:lnTo>
                  <a:lnTo>
                    <a:pt x="3435438" y="167511"/>
                  </a:lnTo>
                  <a:lnTo>
                    <a:pt x="3400735" y="138539"/>
                  </a:lnTo>
                  <a:lnTo>
                    <a:pt x="3363284" y="112590"/>
                  </a:lnTo>
                  <a:lnTo>
                    <a:pt x="3323485" y="90060"/>
                  </a:lnTo>
                  <a:lnTo>
                    <a:pt x="3281551" y="71158"/>
                  </a:lnTo>
                  <a:lnTo>
                    <a:pt x="3237695" y="56093"/>
                  </a:lnTo>
                  <a:lnTo>
                    <a:pt x="3192128" y="45074"/>
                  </a:lnTo>
                  <a:lnTo>
                    <a:pt x="3145062" y="38309"/>
                  </a:lnTo>
                  <a:lnTo>
                    <a:pt x="3096708" y="36008"/>
                  </a:lnTo>
                  <a:lnTo>
                    <a:pt x="3291678" y="36008"/>
                  </a:lnTo>
                  <a:lnTo>
                    <a:pt x="3354502" y="64300"/>
                  </a:lnTo>
                  <a:lnTo>
                    <a:pt x="3398961" y="91269"/>
                  </a:lnTo>
                  <a:lnTo>
                    <a:pt x="3440586" y="122428"/>
                  </a:lnTo>
                  <a:lnTo>
                    <a:pt x="3478394" y="156635"/>
                  </a:lnTo>
                  <a:lnTo>
                    <a:pt x="3504276" y="185667"/>
                  </a:lnTo>
                  <a:lnTo>
                    <a:pt x="3528806" y="216049"/>
                  </a:lnTo>
                  <a:lnTo>
                    <a:pt x="3550833" y="248456"/>
                  </a:lnTo>
                  <a:lnTo>
                    <a:pt x="3570891" y="281089"/>
                  </a:lnTo>
                  <a:lnTo>
                    <a:pt x="3590864" y="322133"/>
                  </a:lnTo>
                  <a:lnTo>
                    <a:pt x="3605605" y="359210"/>
                  </a:lnTo>
                  <a:lnTo>
                    <a:pt x="3618602" y="404192"/>
                  </a:lnTo>
                  <a:lnTo>
                    <a:pt x="3628954" y="456291"/>
                  </a:lnTo>
                  <a:lnTo>
                    <a:pt x="3634355" y="510304"/>
                  </a:lnTo>
                  <a:lnTo>
                    <a:pt x="3635030" y="538323"/>
                  </a:lnTo>
                  <a:lnTo>
                    <a:pt x="3634949" y="6810956"/>
                  </a:lnTo>
                  <a:lnTo>
                    <a:pt x="3632828" y="6858118"/>
                  </a:lnTo>
                  <a:lnTo>
                    <a:pt x="3626349" y="6905857"/>
                  </a:lnTo>
                  <a:lnTo>
                    <a:pt x="3615845" y="6951915"/>
                  </a:lnTo>
                  <a:lnTo>
                    <a:pt x="3601324" y="6996897"/>
                  </a:lnTo>
                  <a:lnTo>
                    <a:pt x="3583159" y="7039818"/>
                  </a:lnTo>
                  <a:lnTo>
                    <a:pt x="3561480" y="7080751"/>
                  </a:lnTo>
                  <a:lnTo>
                    <a:pt x="3536478" y="7119506"/>
                  </a:lnTo>
                  <a:lnTo>
                    <a:pt x="3508345" y="7155892"/>
                  </a:lnTo>
                  <a:lnTo>
                    <a:pt x="3477269" y="7189718"/>
                  </a:lnTo>
                  <a:lnTo>
                    <a:pt x="3443443" y="7220793"/>
                  </a:lnTo>
                  <a:lnTo>
                    <a:pt x="3407058" y="7248927"/>
                  </a:lnTo>
                  <a:lnTo>
                    <a:pt x="3368303" y="7273929"/>
                  </a:lnTo>
                  <a:lnTo>
                    <a:pt x="3327370" y="7295607"/>
                  </a:lnTo>
                  <a:lnTo>
                    <a:pt x="3285634" y="7313271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5153319" y="2582002"/>
            <a:ext cx="3714750" cy="7347584"/>
            <a:chOff x="5153319" y="2582002"/>
            <a:chExt cx="3714750" cy="7347584"/>
          </a:xfrm>
        </p:grpSpPr>
        <p:sp>
          <p:nvSpPr>
            <p:cNvPr id="9" name="object 9" descr=""/>
            <p:cNvSpPr/>
            <p:nvPr/>
          </p:nvSpPr>
          <p:spPr>
            <a:xfrm>
              <a:off x="5228936" y="2618010"/>
              <a:ext cx="3563620" cy="7275830"/>
            </a:xfrm>
            <a:custGeom>
              <a:avLst/>
              <a:gdLst/>
              <a:ahLst/>
              <a:cxnLst/>
              <a:rect l="l" t="t" r="r" b="b"/>
              <a:pathLst>
                <a:path w="3563620" h="7275830">
                  <a:moveTo>
                    <a:pt x="3060699" y="7275462"/>
                  </a:moveTo>
                  <a:lnTo>
                    <a:pt x="502314" y="7275462"/>
                  </a:lnTo>
                  <a:lnTo>
                    <a:pt x="453963" y="7273161"/>
                  </a:lnTo>
                  <a:lnTo>
                    <a:pt x="406906" y="7266399"/>
                  </a:lnTo>
                  <a:lnTo>
                    <a:pt x="361356" y="7255387"/>
                  </a:lnTo>
                  <a:lnTo>
                    <a:pt x="317522" y="7240335"/>
                  </a:lnTo>
                  <a:lnTo>
                    <a:pt x="275617" y="7221456"/>
                  </a:lnTo>
                  <a:lnTo>
                    <a:pt x="235852" y="7198959"/>
                  </a:lnTo>
                  <a:lnTo>
                    <a:pt x="198437" y="7173057"/>
                  </a:lnTo>
                  <a:lnTo>
                    <a:pt x="163583" y="7143959"/>
                  </a:lnTo>
                  <a:lnTo>
                    <a:pt x="131502" y="7111879"/>
                  </a:lnTo>
                  <a:lnTo>
                    <a:pt x="102405" y="7077025"/>
                  </a:lnTo>
                  <a:lnTo>
                    <a:pt x="76503" y="7039610"/>
                  </a:lnTo>
                  <a:lnTo>
                    <a:pt x="54006" y="6999844"/>
                  </a:lnTo>
                  <a:lnTo>
                    <a:pt x="35127" y="6957940"/>
                  </a:lnTo>
                  <a:lnTo>
                    <a:pt x="20075" y="6914106"/>
                  </a:lnTo>
                  <a:lnTo>
                    <a:pt x="9063" y="6868556"/>
                  </a:lnTo>
                  <a:lnTo>
                    <a:pt x="2300" y="6821499"/>
                  </a:lnTo>
                  <a:lnTo>
                    <a:pt x="0" y="6773147"/>
                  </a:lnTo>
                  <a:lnTo>
                    <a:pt x="0" y="502314"/>
                  </a:lnTo>
                  <a:lnTo>
                    <a:pt x="2300" y="453963"/>
                  </a:lnTo>
                  <a:lnTo>
                    <a:pt x="9063" y="406906"/>
                  </a:lnTo>
                  <a:lnTo>
                    <a:pt x="20075" y="361356"/>
                  </a:lnTo>
                  <a:lnTo>
                    <a:pt x="35127" y="317522"/>
                  </a:lnTo>
                  <a:lnTo>
                    <a:pt x="54006" y="275617"/>
                  </a:lnTo>
                  <a:lnTo>
                    <a:pt x="76503" y="235852"/>
                  </a:lnTo>
                  <a:lnTo>
                    <a:pt x="102405" y="198437"/>
                  </a:lnTo>
                  <a:lnTo>
                    <a:pt x="131502" y="163583"/>
                  </a:lnTo>
                  <a:lnTo>
                    <a:pt x="163583" y="131502"/>
                  </a:lnTo>
                  <a:lnTo>
                    <a:pt x="198437" y="102405"/>
                  </a:lnTo>
                  <a:lnTo>
                    <a:pt x="235852" y="76503"/>
                  </a:lnTo>
                  <a:lnTo>
                    <a:pt x="275617" y="54006"/>
                  </a:lnTo>
                  <a:lnTo>
                    <a:pt x="317522" y="35127"/>
                  </a:lnTo>
                  <a:lnTo>
                    <a:pt x="361356" y="20075"/>
                  </a:lnTo>
                  <a:lnTo>
                    <a:pt x="406906" y="9063"/>
                  </a:lnTo>
                  <a:lnTo>
                    <a:pt x="453963" y="2300"/>
                  </a:lnTo>
                  <a:lnTo>
                    <a:pt x="502314" y="0"/>
                  </a:lnTo>
                  <a:lnTo>
                    <a:pt x="3060699" y="0"/>
                  </a:lnTo>
                  <a:lnTo>
                    <a:pt x="3109051" y="2300"/>
                  </a:lnTo>
                  <a:lnTo>
                    <a:pt x="3156107" y="9063"/>
                  </a:lnTo>
                  <a:lnTo>
                    <a:pt x="3201658" y="20075"/>
                  </a:lnTo>
                  <a:lnTo>
                    <a:pt x="3245491" y="35127"/>
                  </a:lnTo>
                  <a:lnTo>
                    <a:pt x="3287396" y="54006"/>
                  </a:lnTo>
                  <a:lnTo>
                    <a:pt x="3327161" y="76503"/>
                  </a:lnTo>
                  <a:lnTo>
                    <a:pt x="3364576" y="102405"/>
                  </a:lnTo>
                  <a:lnTo>
                    <a:pt x="3399430" y="131502"/>
                  </a:lnTo>
                  <a:lnTo>
                    <a:pt x="3431511" y="163583"/>
                  </a:lnTo>
                  <a:lnTo>
                    <a:pt x="3449759" y="185442"/>
                  </a:lnTo>
                  <a:lnTo>
                    <a:pt x="484310" y="185442"/>
                  </a:lnTo>
                  <a:lnTo>
                    <a:pt x="436180" y="189336"/>
                  </a:lnTo>
                  <a:lnTo>
                    <a:pt x="390502" y="200609"/>
                  </a:lnTo>
                  <a:lnTo>
                    <a:pt x="347891" y="218643"/>
                  </a:lnTo>
                  <a:lnTo>
                    <a:pt x="308964" y="242825"/>
                  </a:lnTo>
                  <a:lnTo>
                    <a:pt x="274337" y="272537"/>
                  </a:lnTo>
                  <a:lnTo>
                    <a:pt x="244625" y="307164"/>
                  </a:lnTo>
                  <a:lnTo>
                    <a:pt x="220444" y="346091"/>
                  </a:lnTo>
                  <a:lnTo>
                    <a:pt x="202409" y="388701"/>
                  </a:lnTo>
                  <a:lnTo>
                    <a:pt x="191255" y="433899"/>
                  </a:lnTo>
                  <a:lnTo>
                    <a:pt x="187242" y="482510"/>
                  </a:lnTo>
                  <a:lnTo>
                    <a:pt x="187242" y="6801954"/>
                  </a:lnTo>
                  <a:lnTo>
                    <a:pt x="191137" y="6850084"/>
                  </a:lnTo>
                  <a:lnTo>
                    <a:pt x="202409" y="6895762"/>
                  </a:lnTo>
                  <a:lnTo>
                    <a:pt x="220444" y="6938373"/>
                  </a:lnTo>
                  <a:lnTo>
                    <a:pt x="244625" y="6977299"/>
                  </a:lnTo>
                  <a:lnTo>
                    <a:pt x="274337" y="7011927"/>
                  </a:lnTo>
                  <a:lnTo>
                    <a:pt x="308964" y="7041639"/>
                  </a:lnTo>
                  <a:lnTo>
                    <a:pt x="347891" y="7065820"/>
                  </a:lnTo>
                  <a:lnTo>
                    <a:pt x="390502" y="7083855"/>
                  </a:lnTo>
                  <a:lnTo>
                    <a:pt x="436180" y="7095127"/>
                  </a:lnTo>
                  <a:lnTo>
                    <a:pt x="484310" y="7099021"/>
                  </a:lnTo>
                  <a:lnTo>
                    <a:pt x="3442245" y="7099021"/>
                  </a:lnTo>
                  <a:lnTo>
                    <a:pt x="3431511" y="7111879"/>
                  </a:lnTo>
                  <a:lnTo>
                    <a:pt x="3399430" y="7143959"/>
                  </a:lnTo>
                  <a:lnTo>
                    <a:pt x="3364576" y="7173057"/>
                  </a:lnTo>
                  <a:lnTo>
                    <a:pt x="3327161" y="7198959"/>
                  </a:lnTo>
                  <a:lnTo>
                    <a:pt x="3287396" y="7221456"/>
                  </a:lnTo>
                  <a:lnTo>
                    <a:pt x="3245491" y="7240335"/>
                  </a:lnTo>
                  <a:lnTo>
                    <a:pt x="3201658" y="7255387"/>
                  </a:lnTo>
                  <a:lnTo>
                    <a:pt x="3156107" y="7266399"/>
                  </a:lnTo>
                  <a:lnTo>
                    <a:pt x="3109051" y="7273161"/>
                  </a:lnTo>
                  <a:lnTo>
                    <a:pt x="3060699" y="7275462"/>
                  </a:lnTo>
                  <a:close/>
                </a:path>
                <a:path w="3563620" h="7275830">
                  <a:moveTo>
                    <a:pt x="2527778" y="433899"/>
                  </a:moveTo>
                  <a:lnTo>
                    <a:pt x="1038837" y="433899"/>
                  </a:lnTo>
                  <a:lnTo>
                    <a:pt x="994552" y="427872"/>
                  </a:lnTo>
                  <a:lnTo>
                    <a:pt x="954618" y="410893"/>
                  </a:lnTo>
                  <a:lnTo>
                    <a:pt x="920685" y="384612"/>
                  </a:lnTo>
                  <a:lnTo>
                    <a:pt x="894404" y="350680"/>
                  </a:lnTo>
                  <a:lnTo>
                    <a:pt x="877425" y="310746"/>
                  </a:lnTo>
                  <a:lnTo>
                    <a:pt x="871399" y="266460"/>
                  </a:lnTo>
                  <a:lnTo>
                    <a:pt x="871399" y="185442"/>
                  </a:lnTo>
                  <a:lnTo>
                    <a:pt x="2695215" y="185442"/>
                  </a:lnTo>
                  <a:lnTo>
                    <a:pt x="2695215" y="230452"/>
                  </a:lnTo>
                  <a:lnTo>
                    <a:pt x="2209105" y="230452"/>
                  </a:lnTo>
                  <a:lnTo>
                    <a:pt x="2192198" y="233941"/>
                  </a:lnTo>
                  <a:lnTo>
                    <a:pt x="2177822" y="243505"/>
                  </a:lnTo>
                  <a:lnTo>
                    <a:pt x="2176879" y="244855"/>
                  </a:lnTo>
                  <a:lnTo>
                    <a:pt x="1544752" y="244855"/>
                  </a:lnTo>
                  <a:lnTo>
                    <a:pt x="1533134" y="247106"/>
                  </a:lnTo>
                  <a:lnTo>
                    <a:pt x="1523372" y="253407"/>
                  </a:lnTo>
                  <a:lnTo>
                    <a:pt x="1516649" y="263085"/>
                  </a:lnTo>
                  <a:lnTo>
                    <a:pt x="1514145" y="275462"/>
                  </a:lnTo>
                  <a:lnTo>
                    <a:pt x="1516649" y="287840"/>
                  </a:lnTo>
                  <a:lnTo>
                    <a:pt x="1523372" y="297518"/>
                  </a:lnTo>
                  <a:lnTo>
                    <a:pt x="1533134" y="303819"/>
                  </a:lnTo>
                  <a:lnTo>
                    <a:pt x="1544752" y="306070"/>
                  </a:lnTo>
                  <a:lnTo>
                    <a:pt x="2176243" y="306070"/>
                  </a:lnTo>
                  <a:lnTo>
                    <a:pt x="2177147" y="307420"/>
                  </a:lnTo>
                  <a:lnTo>
                    <a:pt x="2191438" y="316984"/>
                  </a:lnTo>
                  <a:lnTo>
                    <a:pt x="2209105" y="320473"/>
                  </a:lnTo>
                  <a:lnTo>
                    <a:pt x="2685053" y="320473"/>
                  </a:lnTo>
                  <a:lnTo>
                    <a:pt x="2672210" y="350680"/>
                  </a:lnTo>
                  <a:lnTo>
                    <a:pt x="2645929" y="384612"/>
                  </a:lnTo>
                  <a:lnTo>
                    <a:pt x="2611996" y="410893"/>
                  </a:lnTo>
                  <a:lnTo>
                    <a:pt x="2572062" y="427872"/>
                  </a:lnTo>
                  <a:lnTo>
                    <a:pt x="2527778" y="433899"/>
                  </a:lnTo>
                  <a:close/>
                </a:path>
                <a:path w="3563620" h="7275830">
                  <a:moveTo>
                    <a:pt x="3442245" y="7099021"/>
                  </a:moveTo>
                  <a:lnTo>
                    <a:pt x="3082304" y="7099021"/>
                  </a:lnTo>
                  <a:lnTo>
                    <a:pt x="3130434" y="7095127"/>
                  </a:lnTo>
                  <a:lnTo>
                    <a:pt x="3176112" y="7083855"/>
                  </a:lnTo>
                  <a:lnTo>
                    <a:pt x="3218723" y="7065820"/>
                  </a:lnTo>
                  <a:lnTo>
                    <a:pt x="3257650" y="7041639"/>
                  </a:lnTo>
                  <a:lnTo>
                    <a:pt x="3292277" y="7011927"/>
                  </a:lnTo>
                  <a:lnTo>
                    <a:pt x="3321989" y="6977299"/>
                  </a:lnTo>
                  <a:lnTo>
                    <a:pt x="3346171" y="6938373"/>
                  </a:lnTo>
                  <a:lnTo>
                    <a:pt x="3364205" y="6895762"/>
                  </a:lnTo>
                  <a:lnTo>
                    <a:pt x="3375478" y="6850084"/>
                  </a:lnTo>
                  <a:lnTo>
                    <a:pt x="3379372" y="6801954"/>
                  </a:lnTo>
                  <a:lnTo>
                    <a:pt x="3377571" y="6801954"/>
                  </a:lnTo>
                  <a:lnTo>
                    <a:pt x="3377571" y="482510"/>
                  </a:lnTo>
                  <a:lnTo>
                    <a:pt x="3373677" y="434379"/>
                  </a:lnTo>
                  <a:lnTo>
                    <a:pt x="3362405" y="388701"/>
                  </a:lnTo>
                  <a:lnTo>
                    <a:pt x="3344370" y="346091"/>
                  </a:lnTo>
                  <a:lnTo>
                    <a:pt x="3320188" y="307164"/>
                  </a:lnTo>
                  <a:lnTo>
                    <a:pt x="3290476" y="272537"/>
                  </a:lnTo>
                  <a:lnTo>
                    <a:pt x="3255849" y="242825"/>
                  </a:lnTo>
                  <a:lnTo>
                    <a:pt x="3216922" y="218643"/>
                  </a:lnTo>
                  <a:lnTo>
                    <a:pt x="3174312" y="200609"/>
                  </a:lnTo>
                  <a:lnTo>
                    <a:pt x="3128634" y="189336"/>
                  </a:lnTo>
                  <a:lnTo>
                    <a:pt x="3080504" y="185442"/>
                  </a:lnTo>
                  <a:lnTo>
                    <a:pt x="3449759" y="185442"/>
                  </a:lnTo>
                  <a:lnTo>
                    <a:pt x="3460608" y="198437"/>
                  </a:lnTo>
                  <a:lnTo>
                    <a:pt x="3486510" y="235852"/>
                  </a:lnTo>
                  <a:lnTo>
                    <a:pt x="3508919" y="275462"/>
                  </a:lnTo>
                  <a:lnTo>
                    <a:pt x="3509007" y="275617"/>
                  </a:lnTo>
                  <a:lnTo>
                    <a:pt x="3527887" y="317522"/>
                  </a:lnTo>
                  <a:lnTo>
                    <a:pt x="3542938" y="361356"/>
                  </a:lnTo>
                  <a:lnTo>
                    <a:pt x="3553951" y="406906"/>
                  </a:lnTo>
                  <a:lnTo>
                    <a:pt x="3560713" y="453963"/>
                  </a:lnTo>
                  <a:lnTo>
                    <a:pt x="3563014" y="502314"/>
                  </a:lnTo>
                  <a:lnTo>
                    <a:pt x="3563014" y="6773147"/>
                  </a:lnTo>
                  <a:lnTo>
                    <a:pt x="3560713" y="6821499"/>
                  </a:lnTo>
                  <a:lnTo>
                    <a:pt x="3553951" y="6868556"/>
                  </a:lnTo>
                  <a:lnTo>
                    <a:pt x="3542938" y="6914106"/>
                  </a:lnTo>
                  <a:lnTo>
                    <a:pt x="3527887" y="6957940"/>
                  </a:lnTo>
                  <a:lnTo>
                    <a:pt x="3509007" y="6999844"/>
                  </a:lnTo>
                  <a:lnTo>
                    <a:pt x="3486510" y="7039610"/>
                  </a:lnTo>
                  <a:lnTo>
                    <a:pt x="3460608" y="7077025"/>
                  </a:lnTo>
                  <a:lnTo>
                    <a:pt x="3442245" y="7099021"/>
                  </a:lnTo>
                  <a:close/>
                </a:path>
                <a:path w="3563620" h="7275830">
                  <a:moveTo>
                    <a:pt x="2685053" y="320473"/>
                  </a:moveTo>
                  <a:lnTo>
                    <a:pt x="2209105" y="320473"/>
                  </a:lnTo>
                  <a:lnTo>
                    <a:pt x="2226771" y="316984"/>
                  </a:lnTo>
                  <a:lnTo>
                    <a:pt x="2241062" y="307420"/>
                  </a:lnTo>
                  <a:lnTo>
                    <a:pt x="2250626" y="293129"/>
                  </a:lnTo>
                  <a:lnTo>
                    <a:pt x="2254084" y="275617"/>
                  </a:lnTo>
                  <a:lnTo>
                    <a:pt x="2254115" y="275462"/>
                  </a:lnTo>
                  <a:lnTo>
                    <a:pt x="2250626" y="257796"/>
                  </a:lnTo>
                  <a:lnTo>
                    <a:pt x="2241062" y="243505"/>
                  </a:lnTo>
                  <a:lnTo>
                    <a:pt x="2226771" y="233941"/>
                  </a:lnTo>
                  <a:lnTo>
                    <a:pt x="2209105" y="230452"/>
                  </a:lnTo>
                  <a:lnTo>
                    <a:pt x="2695215" y="230452"/>
                  </a:lnTo>
                  <a:lnTo>
                    <a:pt x="2695215" y="266460"/>
                  </a:lnTo>
                  <a:lnTo>
                    <a:pt x="2689189" y="310746"/>
                  </a:lnTo>
                  <a:lnTo>
                    <a:pt x="2685053" y="320473"/>
                  </a:lnTo>
                  <a:close/>
                </a:path>
                <a:path w="3563620" h="7275830">
                  <a:moveTo>
                    <a:pt x="2176243" y="306070"/>
                  </a:moveTo>
                  <a:lnTo>
                    <a:pt x="1976851" y="306070"/>
                  </a:lnTo>
                  <a:lnTo>
                    <a:pt x="1988469" y="303819"/>
                  </a:lnTo>
                  <a:lnTo>
                    <a:pt x="1998231" y="297518"/>
                  </a:lnTo>
                  <a:lnTo>
                    <a:pt x="2004954" y="287840"/>
                  </a:lnTo>
                  <a:lnTo>
                    <a:pt x="2007427" y="275617"/>
                  </a:lnTo>
                  <a:lnTo>
                    <a:pt x="2007458" y="275462"/>
                  </a:lnTo>
                  <a:lnTo>
                    <a:pt x="2004954" y="263085"/>
                  </a:lnTo>
                  <a:lnTo>
                    <a:pt x="1998231" y="253407"/>
                  </a:lnTo>
                  <a:lnTo>
                    <a:pt x="1988469" y="247106"/>
                  </a:lnTo>
                  <a:lnTo>
                    <a:pt x="1976851" y="244855"/>
                  </a:lnTo>
                  <a:lnTo>
                    <a:pt x="2176879" y="244855"/>
                  </a:lnTo>
                  <a:lnTo>
                    <a:pt x="2167835" y="257796"/>
                  </a:lnTo>
                  <a:lnTo>
                    <a:pt x="2164094" y="275462"/>
                  </a:lnTo>
                  <a:lnTo>
                    <a:pt x="2167582" y="293129"/>
                  </a:lnTo>
                  <a:lnTo>
                    <a:pt x="2176243" y="306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6179" y="2803452"/>
              <a:ext cx="3190329" cy="6913579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6743082" y="2862866"/>
              <a:ext cx="493395" cy="61594"/>
            </a:xfrm>
            <a:custGeom>
              <a:avLst/>
              <a:gdLst/>
              <a:ahLst/>
              <a:cxnLst/>
              <a:rect l="l" t="t" r="r" b="b"/>
              <a:pathLst>
                <a:path w="493395" h="61594">
                  <a:moveTo>
                    <a:pt x="462705" y="61214"/>
                  </a:moveTo>
                  <a:lnTo>
                    <a:pt x="30607" y="61214"/>
                  </a:lnTo>
                  <a:lnTo>
                    <a:pt x="18988" y="58963"/>
                  </a:lnTo>
                  <a:lnTo>
                    <a:pt x="9227" y="52662"/>
                  </a:lnTo>
                  <a:lnTo>
                    <a:pt x="2503" y="42984"/>
                  </a:lnTo>
                  <a:lnTo>
                    <a:pt x="0" y="30607"/>
                  </a:lnTo>
                  <a:lnTo>
                    <a:pt x="2503" y="18229"/>
                  </a:lnTo>
                  <a:lnTo>
                    <a:pt x="9227" y="8551"/>
                  </a:lnTo>
                  <a:lnTo>
                    <a:pt x="18988" y="2250"/>
                  </a:lnTo>
                  <a:lnTo>
                    <a:pt x="30607" y="0"/>
                  </a:lnTo>
                  <a:lnTo>
                    <a:pt x="462705" y="0"/>
                  </a:lnTo>
                  <a:lnTo>
                    <a:pt x="474324" y="2250"/>
                  </a:lnTo>
                  <a:lnTo>
                    <a:pt x="484085" y="8551"/>
                  </a:lnTo>
                  <a:lnTo>
                    <a:pt x="490809" y="18229"/>
                  </a:lnTo>
                  <a:lnTo>
                    <a:pt x="493312" y="30607"/>
                  </a:lnTo>
                  <a:lnTo>
                    <a:pt x="490809" y="42984"/>
                  </a:lnTo>
                  <a:lnTo>
                    <a:pt x="484085" y="52662"/>
                  </a:lnTo>
                  <a:lnTo>
                    <a:pt x="474324" y="58963"/>
                  </a:lnTo>
                  <a:lnTo>
                    <a:pt x="462705" y="61214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93031" y="2848463"/>
              <a:ext cx="90020" cy="9002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153317" y="3554234"/>
              <a:ext cx="3714750" cy="1739264"/>
            </a:xfrm>
            <a:custGeom>
              <a:avLst/>
              <a:gdLst/>
              <a:ahLst/>
              <a:cxnLst/>
              <a:rect l="l" t="t" r="r" b="b"/>
              <a:pathLst>
                <a:path w="3714750" h="1739264">
                  <a:moveTo>
                    <a:pt x="39611" y="1191869"/>
                  </a:moveTo>
                  <a:lnTo>
                    <a:pt x="24307" y="1195019"/>
                  </a:lnTo>
                  <a:lnTo>
                    <a:pt x="11696" y="1203566"/>
                  </a:lnTo>
                  <a:lnTo>
                    <a:pt x="3149" y="1216177"/>
                  </a:lnTo>
                  <a:lnTo>
                    <a:pt x="0" y="1231480"/>
                  </a:lnTo>
                  <a:lnTo>
                    <a:pt x="0" y="1699590"/>
                  </a:lnTo>
                  <a:lnTo>
                    <a:pt x="3149" y="1714893"/>
                  </a:lnTo>
                  <a:lnTo>
                    <a:pt x="11696" y="1727492"/>
                  </a:lnTo>
                  <a:lnTo>
                    <a:pt x="24307" y="1736039"/>
                  </a:lnTo>
                  <a:lnTo>
                    <a:pt x="39611" y="1739188"/>
                  </a:lnTo>
                  <a:lnTo>
                    <a:pt x="39611" y="1191869"/>
                  </a:lnTo>
                  <a:close/>
                </a:path>
                <a:path w="3714750" h="1739264">
                  <a:moveTo>
                    <a:pt x="39611" y="527519"/>
                  </a:moveTo>
                  <a:lnTo>
                    <a:pt x="24307" y="530390"/>
                  </a:lnTo>
                  <a:lnTo>
                    <a:pt x="11696" y="538314"/>
                  </a:lnTo>
                  <a:lnTo>
                    <a:pt x="3149" y="550303"/>
                  </a:lnTo>
                  <a:lnTo>
                    <a:pt x="0" y="565327"/>
                  </a:lnTo>
                  <a:lnTo>
                    <a:pt x="0" y="1033437"/>
                  </a:lnTo>
                  <a:lnTo>
                    <a:pt x="3149" y="1048740"/>
                  </a:lnTo>
                  <a:lnTo>
                    <a:pt x="11696" y="1061339"/>
                  </a:lnTo>
                  <a:lnTo>
                    <a:pt x="24307" y="1069886"/>
                  </a:lnTo>
                  <a:lnTo>
                    <a:pt x="39611" y="1073035"/>
                  </a:lnTo>
                  <a:lnTo>
                    <a:pt x="39611" y="527519"/>
                  </a:lnTo>
                  <a:close/>
                </a:path>
                <a:path w="3714750" h="1739264">
                  <a:moveTo>
                    <a:pt x="39611" y="0"/>
                  </a:moveTo>
                  <a:lnTo>
                    <a:pt x="24307" y="2870"/>
                  </a:lnTo>
                  <a:lnTo>
                    <a:pt x="11696" y="10795"/>
                  </a:lnTo>
                  <a:lnTo>
                    <a:pt x="3149" y="22783"/>
                  </a:lnTo>
                  <a:lnTo>
                    <a:pt x="0" y="37807"/>
                  </a:lnTo>
                  <a:lnTo>
                    <a:pt x="0" y="262851"/>
                  </a:lnTo>
                  <a:lnTo>
                    <a:pt x="3149" y="278155"/>
                  </a:lnTo>
                  <a:lnTo>
                    <a:pt x="11696" y="290766"/>
                  </a:lnTo>
                  <a:lnTo>
                    <a:pt x="24307" y="299313"/>
                  </a:lnTo>
                  <a:lnTo>
                    <a:pt x="39611" y="302463"/>
                  </a:lnTo>
                  <a:lnTo>
                    <a:pt x="39611" y="0"/>
                  </a:lnTo>
                  <a:close/>
                </a:path>
                <a:path w="3714750" h="1739264">
                  <a:moveTo>
                    <a:pt x="3714242" y="747166"/>
                  </a:moveTo>
                  <a:lnTo>
                    <a:pt x="3711092" y="731862"/>
                  </a:lnTo>
                  <a:lnTo>
                    <a:pt x="3702545" y="719264"/>
                  </a:lnTo>
                  <a:lnTo>
                    <a:pt x="3689934" y="710704"/>
                  </a:lnTo>
                  <a:lnTo>
                    <a:pt x="3674630" y="707555"/>
                  </a:lnTo>
                  <a:lnTo>
                    <a:pt x="3674630" y="1584363"/>
                  </a:lnTo>
                  <a:lnTo>
                    <a:pt x="3689934" y="1581213"/>
                  </a:lnTo>
                  <a:lnTo>
                    <a:pt x="3702545" y="1572653"/>
                  </a:lnTo>
                  <a:lnTo>
                    <a:pt x="3711092" y="1560055"/>
                  </a:lnTo>
                  <a:lnTo>
                    <a:pt x="3714242" y="1544751"/>
                  </a:lnTo>
                  <a:lnTo>
                    <a:pt x="3714242" y="747166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192928" y="2582002"/>
              <a:ext cx="3635375" cy="7347584"/>
            </a:xfrm>
            <a:custGeom>
              <a:avLst/>
              <a:gdLst/>
              <a:ahLst/>
              <a:cxnLst/>
              <a:rect l="l" t="t" r="r" b="b"/>
              <a:pathLst>
                <a:path w="3635375" h="7347584">
                  <a:moveTo>
                    <a:pt x="3096707" y="7347479"/>
                  </a:moveTo>
                  <a:lnTo>
                    <a:pt x="538322" y="7347479"/>
                  </a:lnTo>
                  <a:lnTo>
                    <a:pt x="489360" y="7345277"/>
                  </a:lnTo>
                  <a:lnTo>
                    <a:pt x="441621" y="7338798"/>
                  </a:lnTo>
                  <a:lnTo>
                    <a:pt x="395298" y="7328233"/>
                  </a:lnTo>
                  <a:lnTo>
                    <a:pt x="350581" y="7313772"/>
                  </a:lnTo>
                  <a:lnTo>
                    <a:pt x="307660" y="7295607"/>
                  </a:lnTo>
                  <a:lnTo>
                    <a:pt x="266727" y="7273929"/>
                  </a:lnTo>
                  <a:lnTo>
                    <a:pt x="227972" y="7248927"/>
                  </a:lnTo>
                  <a:lnTo>
                    <a:pt x="191587" y="7220793"/>
                  </a:lnTo>
                  <a:lnTo>
                    <a:pt x="157761" y="7189718"/>
                  </a:lnTo>
                  <a:lnTo>
                    <a:pt x="126685" y="7155892"/>
                  </a:lnTo>
                  <a:lnTo>
                    <a:pt x="98551" y="7119506"/>
                  </a:lnTo>
                  <a:lnTo>
                    <a:pt x="73550" y="7080751"/>
                  </a:lnTo>
                  <a:lnTo>
                    <a:pt x="51871" y="7039818"/>
                  </a:lnTo>
                  <a:lnTo>
                    <a:pt x="33706" y="6996897"/>
                  </a:lnTo>
                  <a:lnTo>
                    <a:pt x="19246" y="6952180"/>
                  </a:lnTo>
                  <a:lnTo>
                    <a:pt x="8796" y="6906364"/>
                  </a:lnTo>
                  <a:lnTo>
                    <a:pt x="8681" y="6905857"/>
                  </a:lnTo>
                  <a:lnTo>
                    <a:pt x="2202" y="6858118"/>
                  </a:lnTo>
                  <a:lnTo>
                    <a:pt x="80" y="6810956"/>
                  </a:lnTo>
                  <a:lnTo>
                    <a:pt x="0" y="538323"/>
                  </a:lnTo>
                  <a:lnTo>
                    <a:pt x="675" y="511063"/>
                  </a:lnTo>
                  <a:lnTo>
                    <a:pt x="6076" y="456544"/>
                  </a:lnTo>
                  <a:lnTo>
                    <a:pt x="13530" y="417076"/>
                  </a:lnTo>
                  <a:lnTo>
                    <a:pt x="23405" y="378086"/>
                  </a:lnTo>
                  <a:lnTo>
                    <a:pt x="37358" y="341177"/>
                  </a:lnTo>
                  <a:lnTo>
                    <a:pt x="54012" y="304269"/>
                  </a:lnTo>
                  <a:lnTo>
                    <a:pt x="72494" y="270343"/>
                  </a:lnTo>
                  <a:lnTo>
                    <a:pt x="92946" y="237654"/>
                  </a:lnTo>
                  <a:lnTo>
                    <a:pt x="119445" y="200183"/>
                  </a:lnTo>
                  <a:lnTo>
                    <a:pt x="144989" y="170476"/>
                  </a:lnTo>
                  <a:lnTo>
                    <a:pt x="167888" y="148252"/>
                  </a:lnTo>
                  <a:lnTo>
                    <a:pt x="186792" y="130811"/>
                  </a:lnTo>
                  <a:lnTo>
                    <a:pt x="237302" y="91836"/>
                  </a:lnTo>
                  <a:lnTo>
                    <a:pt x="281541" y="65087"/>
                  </a:lnTo>
                  <a:lnTo>
                    <a:pt x="328614" y="42496"/>
                  </a:lnTo>
                  <a:lnTo>
                    <a:pt x="378175" y="24376"/>
                  </a:lnTo>
                  <a:lnTo>
                    <a:pt x="429878" y="11043"/>
                  </a:lnTo>
                  <a:lnTo>
                    <a:pt x="483990" y="2719"/>
                  </a:lnTo>
                  <a:lnTo>
                    <a:pt x="485221" y="2719"/>
                  </a:lnTo>
                  <a:lnTo>
                    <a:pt x="538322" y="0"/>
                  </a:lnTo>
                  <a:lnTo>
                    <a:pt x="3098507" y="0"/>
                  </a:lnTo>
                  <a:lnTo>
                    <a:pt x="3153360" y="2719"/>
                  </a:lnTo>
                  <a:lnTo>
                    <a:pt x="3206637" y="10729"/>
                  </a:lnTo>
                  <a:lnTo>
                    <a:pt x="3258088" y="23809"/>
                  </a:lnTo>
                  <a:lnTo>
                    <a:pt x="3291677" y="36008"/>
                  </a:lnTo>
                  <a:lnTo>
                    <a:pt x="538322" y="36008"/>
                  </a:lnTo>
                  <a:lnTo>
                    <a:pt x="489971" y="38309"/>
                  </a:lnTo>
                  <a:lnTo>
                    <a:pt x="442914" y="45074"/>
                  </a:lnTo>
                  <a:lnTo>
                    <a:pt x="397364" y="56093"/>
                  </a:lnTo>
                  <a:lnTo>
                    <a:pt x="353530" y="71158"/>
                  </a:lnTo>
                  <a:lnTo>
                    <a:pt x="311626" y="90060"/>
                  </a:lnTo>
                  <a:lnTo>
                    <a:pt x="271860" y="112590"/>
                  </a:lnTo>
                  <a:lnTo>
                    <a:pt x="234445" y="138539"/>
                  </a:lnTo>
                  <a:lnTo>
                    <a:pt x="199592" y="167698"/>
                  </a:lnTo>
                  <a:lnTo>
                    <a:pt x="167511" y="199859"/>
                  </a:lnTo>
                  <a:lnTo>
                    <a:pt x="138413" y="234812"/>
                  </a:lnTo>
                  <a:lnTo>
                    <a:pt x="112511" y="272348"/>
                  </a:lnTo>
                  <a:lnTo>
                    <a:pt x="90015" y="312259"/>
                  </a:lnTo>
                  <a:lnTo>
                    <a:pt x="71135" y="354336"/>
                  </a:lnTo>
                  <a:lnTo>
                    <a:pt x="56083" y="398369"/>
                  </a:lnTo>
                  <a:lnTo>
                    <a:pt x="45071" y="444151"/>
                  </a:lnTo>
                  <a:lnTo>
                    <a:pt x="38309" y="491472"/>
                  </a:lnTo>
                  <a:lnTo>
                    <a:pt x="36093" y="538323"/>
                  </a:lnTo>
                  <a:lnTo>
                    <a:pt x="36008" y="6810956"/>
                  </a:lnTo>
                  <a:lnTo>
                    <a:pt x="38252" y="6858118"/>
                  </a:lnTo>
                  <a:lnTo>
                    <a:pt x="38309" y="6859307"/>
                  </a:lnTo>
                  <a:lnTo>
                    <a:pt x="44998" y="6905857"/>
                  </a:lnTo>
                  <a:lnTo>
                    <a:pt x="56083" y="6951915"/>
                  </a:lnTo>
                  <a:lnTo>
                    <a:pt x="71135" y="6995748"/>
                  </a:lnTo>
                  <a:lnTo>
                    <a:pt x="90015" y="7037653"/>
                  </a:lnTo>
                  <a:lnTo>
                    <a:pt x="112511" y="7077418"/>
                  </a:lnTo>
                  <a:lnTo>
                    <a:pt x="138413" y="7114833"/>
                  </a:lnTo>
                  <a:lnTo>
                    <a:pt x="167511" y="7149687"/>
                  </a:lnTo>
                  <a:lnTo>
                    <a:pt x="199592" y="7181768"/>
                  </a:lnTo>
                  <a:lnTo>
                    <a:pt x="234445" y="7210865"/>
                  </a:lnTo>
                  <a:lnTo>
                    <a:pt x="271860" y="7236767"/>
                  </a:lnTo>
                  <a:lnTo>
                    <a:pt x="311626" y="7259264"/>
                  </a:lnTo>
                  <a:lnTo>
                    <a:pt x="353530" y="7278144"/>
                  </a:lnTo>
                  <a:lnTo>
                    <a:pt x="397364" y="7293195"/>
                  </a:lnTo>
                  <a:lnTo>
                    <a:pt x="442914" y="7304208"/>
                  </a:lnTo>
                  <a:lnTo>
                    <a:pt x="489971" y="7310970"/>
                  </a:lnTo>
                  <a:lnTo>
                    <a:pt x="538322" y="7313271"/>
                  </a:lnTo>
                  <a:lnTo>
                    <a:pt x="3285634" y="7313271"/>
                  </a:lnTo>
                  <a:lnTo>
                    <a:pt x="3284449" y="7313772"/>
                  </a:lnTo>
                  <a:lnTo>
                    <a:pt x="3239731" y="7328233"/>
                  </a:lnTo>
                  <a:lnTo>
                    <a:pt x="3193408" y="7338798"/>
                  </a:lnTo>
                  <a:lnTo>
                    <a:pt x="3145670" y="7345277"/>
                  </a:lnTo>
                  <a:lnTo>
                    <a:pt x="3096707" y="7347479"/>
                  </a:lnTo>
                  <a:close/>
                </a:path>
                <a:path w="3635375" h="7347584">
                  <a:moveTo>
                    <a:pt x="3285634" y="7313271"/>
                  </a:moveTo>
                  <a:lnTo>
                    <a:pt x="3096707" y="7313271"/>
                  </a:lnTo>
                  <a:lnTo>
                    <a:pt x="3145059" y="7310970"/>
                  </a:lnTo>
                  <a:lnTo>
                    <a:pt x="3192115" y="7304208"/>
                  </a:lnTo>
                  <a:lnTo>
                    <a:pt x="3237666" y="7293195"/>
                  </a:lnTo>
                  <a:lnTo>
                    <a:pt x="3281499" y="7278144"/>
                  </a:lnTo>
                  <a:lnTo>
                    <a:pt x="3323404" y="7259264"/>
                  </a:lnTo>
                  <a:lnTo>
                    <a:pt x="3363169" y="7236767"/>
                  </a:lnTo>
                  <a:lnTo>
                    <a:pt x="3400585" y="7210865"/>
                  </a:lnTo>
                  <a:lnTo>
                    <a:pt x="3435438" y="7181768"/>
                  </a:lnTo>
                  <a:lnTo>
                    <a:pt x="3467519" y="7149687"/>
                  </a:lnTo>
                  <a:lnTo>
                    <a:pt x="3496616" y="7114833"/>
                  </a:lnTo>
                  <a:lnTo>
                    <a:pt x="3522519" y="7077418"/>
                  </a:lnTo>
                  <a:lnTo>
                    <a:pt x="3545015" y="7037653"/>
                  </a:lnTo>
                  <a:lnTo>
                    <a:pt x="3563895" y="6995748"/>
                  </a:lnTo>
                  <a:lnTo>
                    <a:pt x="3578855" y="6952180"/>
                  </a:lnTo>
                  <a:lnTo>
                    <a:pt x="3589959" y="6906364"/>
                  </a:lnTo>
                  <a:lnTo>
                    <a:pt x="3596721" y="6859307"/>
                  </a:lnTo>
                  <a:lnTo>
                    <a:pt x="3599022" y="6810956"/>
                  </a:lnTo>
                  <a:lnTo>
                    <a:pt x="3599022" y="538323"/>
                  </a:lnTo>
                  <a:lnTo>
                    <a:pt x="3596793" y="491472"/>
                  </a:lnTo>
                  <a:lnTo>
                    <a:pt x="3589959" y="442914"/>
                  </a:lnTo>
                  <a:lnTo>
                    <a:pt x="3578946" y="397364"/>
                  </a:lnTo>
                  <a:lnTo>
                    <a:pt x="3563895" y="353531"/>
                  </a:lnTo>
                  <a:lnTo>
                    <a:pt x="3545015" y="311626"/>
                  </a:lnTo>
                  <a:lnTo>
                    <a:pt x="3522519" y="271860"/>
                  </a:lnTo>
                  <a:lnTo>
                    <a:pt x="3496616" y="234445"/>
                  </a:lnTo>
                  <a:lnTo>
                    <a:pt x="3467519" y="199592"/>
                  </a:lnTo>
                  <a:lnTo>
                    <a:pt x="3435438" y="167511"/>
                  </a:lnTo>
                  <a:lnTo>
                    <a:pt x="3400735" y="138539"/>
                  </a:lnTo>
                  <a:lnTo>
                    <a:pt x="3363284" y="112590"/>
                  </a:lnTo>
                  <a:lnTo>
                    <a:pt x="3323485" y="90060"/>
                  </a:lnTo>
                  <a:lnTo>
                    <a:pt x="3281551" y="71158"/>
                  </a:lnTo>
                  <a:lnTo>
                    <a:pt x="3237695" y="56093"/>
                  </a:lnTo>
                  <a:lnTo>
                    <a:pt x="3192127" y="45074"/>
                  </a:lnTo>
                  <a:lnTo>
                    <a:pt x="3145061" y="38309"/>
                  </a:lnTo>
                  <a:lnTo>
                    <a:pt x="3096707" y="36008"/>
                  </a:lnTo>
                  <a:lnTo>
                    <a:pt x="3291677" y="36008"/>
                  </a:lnTo>
                  <a:lnTo>
                    <a:pt x="3354502" y="64300"/>
                  </a:lnTo>
                  <a:lnTo>
                    <a:pt x="3398961" y="91269"/>
                  </a:lnTo>
                  <a:lnTo>
                    <a:pt x="3440586" y="122428"/>
                  </a:lnTo>
                  <a:lnTo>
                    <a:pt x="3478394" y="156635"/>
                  </a:lnTo>
                  <a:lnTo>
                    <a:pt x="3504275" y="185667"/>
                  </a:lnTo>
                  <a:lnTo>
                    <a:pt x="3528806" y="216049"/>
                  </a:lnTo>
                  <a:lnTo>
                    <a:pt x="3550833" y="248456"/>
                  </a:lnTo>
                  <a:lnTo>
                    <a:pt x="3570890" y="281089"/>
                  </a:lnTo>
                  <a:lnTo>
                    <a:pt x="3590863" y="322133"/>
                  </a:lnTo>
                  <a:lnTo>
                    <a:pt x="3605605" y="359210"/>
                  </a:lnTo>
                  <a:lnTo>
                    <a:pt x="3618601" y="404192"/>
                  </a:lnTo>
                  <a:lnTo>
                    <a:pt x="3628954" y="456291"/>
                  </a:lnTo>
                  <a:lnTo>
                    <a:pt x="3634355" y="510304"/>
                  </a:lnTo>
                  <a:lnTo>
                    <a:pt x="3635030" y="538323"/>
                  </a:lnTo>
                  <a:lnTo>
                    <a:pt x="3634949" y="6810956"/>
                  </a:lnTo>
                  <a:lnTo>
                    <a:pt x="3632828" y="6858118"/>
                  </a:lnTo>
                  <a:lnTo>
                    <a:pt x="3626349" y="6905857"/>
                  </a:lnTo>
                  <a:lnTo>
                    <a:pt x="3615844" y="6951915"/>
                  </a:lnTo>
                  <a:lnTo>
                    <a:pt x="3601323" y="6996897"/>
                  </a:lnTo>
                  <a:lnTo>
                    <a:pt x="3583158" y="7039818"/>
                  </a:lnTo>
                  <a:lnTo>
                    <a:pt x="3561480" y="7080751"/>
                  </a:lnTo>
                  <a:lnTo>
                    <a:pt x="3536478" y="7119506"/>
                  </a:lnTo>
                  <a:lnTo>
                    <a:pt x="3508344" y="7155892"/>
                  </a:lnTo>
                  <a:lnTo>
                    <a:pt x="3477269" y="7189718"/>
                  </a:lnTo>
                  <a:lnTo>
                    <a:pt x="3443443" y="7220793"/>
                  </a:lnTo>
                  <a:lnTo>
                    <a:pt x="3407057" y="7248927"/>
                  </a:lnTo>
                  <a:lnTo>
                    <a:pt x="3368302" y="7273929"/>
                  </a:lnTo>
                  <a:lnTo>
                    <a:pt x="3327369" y="7295607"/>
                  </a:lnTo>
                  <a:lnTo>
                    <a:pt x="3285634" y="7313271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9678426" y="2582002"/>
            <a:ext cx="3714750" cy="7347584"/>
            <a:chOff x="9678426" y="2582002"/>
            <a:chExt cx="3714750" cy="7347584"/>
          </a:xfrm>
        </p:grpSpPr>
        <p:sp>
          <p:nvSpPr>
            <p:cNvPr id="16" name="object 16" descr=""/>
            <p:cNvSpPr/>
            <p:nvPr/>
          </p:nvSpPr>
          <p:spPr>
            <a:xfrm>
              <a:off x="9754043" y="2618010"/>
              <a:ext cx="3563620" cy="7275830"/>
            </a:xfrm>
            <a:custGeom>
              <a:avLst/>
              <a:gdLst/>
              <a:ahLst/>
              <a:cxnLst/>
              <a:rect l="l" t="t" r="r" b="b"/>
              <a:pathLst>
                <a:path w="3563619" h="7275830">
                  <a:moveTo>
                    <a:pt x="3060699" y="7275462"/>
                  </a:moveTo>
                  <a:lnTo>
                    <a:pt x="502314" y="7275462"/>
                  </a:lnTo>
                  <a:lnTo>
                    <a:pt x="453963" y="7273161"/>
                  </a:lnTo>
                  <a:lnTo>
                    <a:pt x="406906" y="7266399"/>
                  </a:lnTo>
                  <a:lnTo>
                    <a:pt x="361355" y="7255387"/>
                  </a:lnTo>
                  <a:lnTo>
                    <a:pt x="317522" y="7240335"/>
                  </a:lnTo>
                  <a:lnTo>
                    <a:pt x="275617" y="7221456"/>
                  </a:lnTo>
                  <a:lnTo>
                    <a:pt x="235852" y="7198959"/>
                  </a:lnTo>
                  <a:lnTo>
                    <a:pt x="198437" y="7173057"/>
                  </a:lnTo>
                  <a:lnTo>
                    <a:pt x="163583" y="7143959"/>
                  </a:lnTo>
                  <a:lnTo>
                    <a:pt x="131502" y="7111879"/>
                  </a:lnTo>
                  <a:lnTo>
                    <a:pt x="102405" y="7077025"/>
                  </a:lnTo>
                  <a:lnTo>
                    <a:pt x="76503" y="7039610"/>
                  </a:lnTo>
                  <a:lnTo>
                    <a:pt x="54006" y="6999844"/>
                  </a:lnTo>
                  <a:lnTo>
                    <a:pt x="35127" y="6957940"/>
                  </a:lnTo>
                  <a:lnTo>
                    <a:pt x="20075" y="6914106"/>
                  </a:lnTo>
                  <a:lnTo>
                    <a:pt x="9063" y="6868556"/>
                  </a:lnTo>
                  <a:lnTo>
                    <a:pt x="2300" y="6821499"/>
                  </a:lnTo>
                  <a:lnTo>
                    <a:pt x="0" y="6773147"/>
                  </a:lnTo>
                  <a:lnTo>
                    <a:pt x="0" y="502314"/>
                  </a:lnTo>
                  <a:lnTo>
                    <a:pt x="2300" y="453963"/>
                  </a:lnTo>
                  <a:lnTo>
                    <a:pt x="9063" y="406906"/>
                  </a:lnTo>
                  <a:lnTo>
                    <a:pt x="20075" y="361356"/>
                  </a:lnTo>
                  <a:lnTo>
                    <a:pt x="35127" y="317522"/>
                  </a:lnTo>
                  <a:lnTo>
                    <a:pt x="54006" y="275617"/>
                  </a:lnTo>
                  <a:lnTo>
                    <a:pt x="76503" y="235852"/>
                  </a:lnTo>
                  <a:lnTo>
                    <a:pt x="102405" y="198437"/>
                  </a:lnTo>
                  <a:lnTo>
                    <a:pt x="131502" y="163583"/>
                  </a:lnTo>
                  <a:lnTo>
                    <a:pt x="163583" y="131502"/>
                  </a:lnTo>
                  <a:lnTo>
                    <a:pt x="198437" y="102405"/>
                  </a:lnTo>
                  <a:lnTo>
                    <a:pt x="235852" y="76503"/>
                  </a:lnTo>
                  <a:lnTo>
                    <a:pt x="275617" y="54006"/>
                  </a:lnTo>
                  <a:lnTo>
                    <a:pt x="317522" y="35127"/>
                  </a:lnTo>
                  <a:lnTo>
                    <a:pt x="361355" y="20075"/>
                  </a:lnTo>
                  <a:lnTo>
                    <a:pt x="406906" y="9063"/>
                  </a:lnTo>
                  <a:lnTo>
                    <a:pt x="453963" y="2300"/>
                  </a:lnTo>
                  <a:lnTo>
                    <a:pt x="502314" y="0"/>
                  </a:lnTo>
                  <a:lnTo>
                    <a:pt x="3060699" y="0"/>
                  </a:lnTo>
                  <a:lnTo>
                    <a:pt x="3109051" y="2300"/>
                  </a:lnTo>
                  <a:lnTo>
                    <a:pt x="3156107" y="9063"/>
                  </a:lnTo>
                  <a:lnTo>
                    <a:pt x="3201658" y="20075"/>
                  </a:lnTo>
                  <a:lnTo>
                    <a:pt x="3245491" y="35127"/>
                  </a:lnTo>
                  <a:lnTo>
                    <a:pt x="3287396" y="54006"/>
                  </a:lnTo>
                  <a:lnTo>
                    <a:pt x="3327161" y="76503"/>
                  </a:lnTo>
                  <a:lnTo>
                    <a:pt x="3364576" y="102405"/>
                  </a:lnTo>
                  <a:lnTo>
                    <a:pt x="3399430" y="131502"/>
                  </a:lnTo>
                  <a:lnTo>
                    <a:pt x="3431511" y="163583"/>
                  </a:lnTo>
                  <a:lnTo>
                    <a:pt x="3449759" y="185442"/>
                  </a:lnTo>
                  <a:lnTo>
                    <a:pt x="484310" y="185442"/>
                  </a:lnTo>
                  <a:lnTo>
                    <a:pt x="436179" y="189336"/>
                  </a:lnTo>
                  <a:lnTo>
                    <a:pt x="390501" y="200609"/>
                  </a:lnTo>
                  <a:lnTo>
                    <a:pt x="347891" y="218643"/>
                  </a:lnTo>
                  <a:lnTo>
                    <a:pt x="308964" y="242825"/>
                  </a:lnTo>
                  <a:lnTo>
                    <a:pt x="274337" y="272537"/>
                  </a:lnTo>
                  <a:lnTo>
                    <a:pt x="244625" y="307164"/>
                  </a:lnTo>
                  <a:lnTo>
                    <a:pt x="220443" y="346091"/>
                  </a:lnTo>
                  <a:lnTo>
                    <a:pt x="202409" y="388701"/>
                  </a:lnTo>
                  <a:lnTo>
                    <a:pt x="191255" y="433899"/>
                  </a:lnTo>
                  <a:lnTo>
                    <a:pt x="187242" y="482510"/>
                  </a:lnTo>
                  <a:lnTo>
                    <a:pt x="187242" y="6801954"/>
                  </a:lnTo>
                  <a:lnTo>
                    <a:pt x="191136" y="6850084"/>
                  </a:lnTo>
                  <a:lnTo>
                    <a:pt x="202409" y="6895762"/>
                  </a:lnTo>
                  <a:lnTo>
                    <a:pt x="220443" y="6938373"/>
                  </a:lnTo>
                  <a:lnTo>
                    <a:pt x="244625" y="6977299"/>
                  </a:lnTo>
                  <a:lnTo>
                    <a:pt x="274337" y="7011927"/>
                  </a:lnTo>
                  <a:lnTo>
                    <a:pt x="308964" y="7041639"/>
                  </a:lnTo>
                  <a:lnTo>
                    <a:pt x="347891" y="7065820"/>
                  </a:lnTo>
                  <a:lnTo>
                    <a:pt x="390501" y="7083855"/>
                  </a:lnTo>
                  <a:lnTo>
                    <a:pt x="436179" y="7095127"/>
                  </a:lnTo>
                  <a:lnTo>
                    <a:pt x="484310" y="7099021"/>
                  </a:lnTo>
                  <a:lnTo>
                    <a:pt x="3442244" y="7099021"/>
                  </a:lnTo>
                  <a:lnTo>
                    <a:pt x="3431511" y="7111879"/>
                  </a:lnTo>
                  <a:lnTo>
                    <a:pt x="3399430" y="7143959"/>
                  </a:lnTo>
                  <a:lnTo>
                    <a:pt x="3364576" y="7173057"/>
                  </a:lnTo>
                  <a:lnTo>
                    <a:pt x="3327161" y="7198959"/>
                  </a:lnTo>
                  <a:lnTo>
                    <a:pt x="3287396" y="7221456"/>
                  </a:lnTo>
                  <a:lnTo>
                    <a:pt x="3245491" y="7240335"/>
                  </a:lnTo>
                  <a:lnTo>
                    <a:pt x="3201658" y="7255387"/>
                  </a:lnTo>
                  <a:lnTo>
                    <a:pt x="3156107" y="7266399"/>
                  </a:lnTo>
                  <a:lnTo>
                    <a:pt x="3109051" y="7273161"/>
                  </a:lnTo>
                  <a:lnTo>
                    <a:pt x="3060699" y="7275462"/>
                  </a:lnTo>
                  <a:close/>
                </a:path>
                <a:path w="3563619" h="7275830">
                  <a:moveTo>
                    <a:pt x="2527777" y="433899"/>
                  </a:moveTo>
                  <a:lnTo>
                    <a:pt x="1038837" y="433899"/>
                  </a:lnTo>
                  <a:lnTo>
                    <a:pt x="994552" y="427872"/>
                  </a:lnTo>
                  <a:lnTo>
                    <a:pt x="954617" y="410893"/>
                  </a:lnTo>
                  <a:lnTo>
                    <a:pt x="920685" y="384612"/>
                  </a:lnTo>
                  <a:lnTo>
                    <a:pt x="894404" y="350680"/>
                  </a:lnTo>
                  <a:lnTo>
                    <a:pt x="877425" y="310746"/>
                  </a:lnTo>
                  <a:lnTo>
                    <a:pt x="871398" y="266460"/>
                  </a:lnTo>
                  <a:lnTo>
                    <a:pt x="871398" y="185442"/>
                  </a:lnTo>
                  <a:lnTo>
                    <a:pt x="2695216" y="185442"/>
                  </a:lnTo>
                  <a:lnTo>
                    <a:pt x="2695216" y="230452"/>
                  </a:lnTo>
                  <a:lnTo>
                    <a:pt x="2209104" y="230452"/>
                  </a:lnTo>
                  <a:lnTo>
                    <a:pt x="2192197" y="233941"/>
                  </a:lnTo>
                  <a:lnTo>
                    <a:pt x="2177822" y="243505"/>
                  </a:lnTo>
                  <a:lnTo>
                    <a:pt x="2176878" y="244855"/>
                  </a:lnTo>
                  <a:lnTo>
                    <a:pt x="1544753" y="244855"/>
                  </a:lnTo>
                  <a:lnTo>
                    <a:pt x="1533134" y="247106"/>
                  </a:lnTo>
                  <a:lnTo>
                    <a:pt x="1523372" y="253407"/>
                  </a:lnTo>
                  <a:lnTo>
                    <a:pt x="1516649" y="263085"/>
                  </a:lnTo>
                  <a:lnTo>
                    <a:pt x="1514145" y="275462"/>
                  </a:lnTo>
                  <a:lnTo>
                    <a:pt x="1516649" y="287840"/>
                  </a:lnTo>
                  <a:lnTo>
                    <a:pt x="1523372" y="297518"/>
                  </a:lnTo>
                  <a:lnTo>
                    <a:pt x="1533134" y="303819"/>
                  </a:lnTo>
                  <a:lnTo>
                    <a:pt x="1544753" y="306070"/>
                  </a:lnTo>
                  <a:lnTo>
                    <a:pt x="2176243" y="306070"/>
                  </a:lnTo>
                  <a:lnTo>
                    <a:pt x="2177147" y="307420"/>
                  </a:lnTo>
                  <a:lnTo>
                    <a:pt x="2191438" y="316984"/>
                  </a:lnTo>
                  <a:lnTo>
                    <a:pt x="2209104" y="320473"/>
                  </a:lnTo>
                  <a:lnTo>
                    <a:pt x="2685053" y="320473"/>
                  </a:lnTo>
                  <a:lnTo>
                    <a:pt x="2672210" y="350680"/>
                  </a:lnTo>
                  <a:lnTo>
                    <a:pt x="2645929" y="384612"/>
                  </a:lnTo>
                  <a:lnTo>
                    <a:pt x="2611996" y="410893"/>
                  </a:lnTo>
                  <a:lnTo>
                    <a:pt x="2572062" y="427872"/>
                  </a:lnTo>
                  <a:lnTo>
                    <a:pt x="2527777" y="433899"/>
                  </a:lnTo>
                  <a:close/>
                </a:path>
                <a:path w="3563619" h="7275830">
                  <a:moveTo>
                    <a:pt x="3442244" y="7099021"/>
                  </a:moveTo>
                  <a:lnTo>
                    <a:pt x="3082303" y="7099021"/>
                  </a:lnTo>
                  <a:lnTo>
                    <a:pt x="3130434" y="7095127"/>
                  </a:lnTo>
                  <a:lnTo>
                    <a:pt x="3176112" y="7083855"/>
                  </a:lnTo>
                  <a:lnTo>
                    <a:pt x="3218723" y="7065820"/>
                  </a:lnTo>
                  <a:lnTo>
                    <a:pt x="3257650" y="7041639"/>
                  </a:lnTo>
                  <a:lnTo>
                    <a:pt x="3292277" y="7011927"/>
                  </a:lnTo>
                  <a:lnTo>
                    <a:pt x="3321989" y="6977299"/>
                  </a:lnTo>
                  <a:lnTo>
                    <a:pt x="3346170" y="6938373"/>
                  </a:lnTo>
                  <a:lnTo>
                    <a:pt x="3364205" y="6895762"/>
                  </a:lnTo>
                  <a:lnTo>
                    <a:pt x="3375477" y="6850084"/>
                  </a:lnTo>
                  <a:lnTo>
                    <a:pt x="3379372" y="6801954"/>
                  </a:lnTo>
                  <a:lnTo>
                    <a:pt x="3377571" y="6801954"/>
                  </a:lnTo>
                  <a:lnTo>
                    <a:pt x="3377571" y="482510"/>
                  </a:lnTo>
                  <a:lnTo>
                    <a:pt x="3373676" y="434379"/>
                  </a:lnTo>
                  <a:lnTo>
                    <a:pt x="3362404" y="388701"/>
                  </a:lnTo>
                  <a:lnTo>
                    <a:pt x="3344369" y="346091"/>
                  </a:lnTo>
                  <a:lnTo>
                    <a:pt x="3320188" y="307164"/>
                  </a:lnTo>
                  <a:lnTo>
                    <a:pt x="3290476" y="272537"/>
                  </a:lnTo>
                  <a:lnTo>
                    <a:pt x="3255849" y="242825"/>
                  </a:lnTo>
                  <a:lnTo>
                    <a:pt x="3216923" y="218643"/>
                  </a:lnTo>
                  <a:lnTo>
                    <a:pt x="3174312" y="200609"/>
                  </a:lnTo>
                  <a:lnTo>
                    <a:pt x="3128634" y="189336"/>
                  </a:lnTo>
                  <a:lnTo>
                    <a:pt x="3080504" y="185442"/>
                  </a:lnTo>
                  <a:lnTo>
                    <a:pt x="3449759" y="185442"/>
                  </a:lnTo>
                  <a:lnTo>
                    <a:pt x="3460608" y="198437"/>
                  </a:lnTo>
                  <a:lnTo>
                    <a:pt x="3486510" y="235852"/>
                  </a:lnTo>
                  <a:lnTo>
                    <a:pt x="3508919" y="275462"/>
                  </a:lnTo>
                  <a:lnTo>
                    <a:pt x="3509007" y="275617"/>
                  </a:lnTo>
                  <a:lnTo>
                    <a:pt x="3527886" y="317522"/>
                  </a:lnTo>
                  <a:lnTo>
                    <a:pt x="3542938" y="361356"/>
                  </a:lnTo>
                  <a:lnTo>
                    <a:pt x="3553950" y="406906"/>
                  </a:lnTo>
                  <a:lnTo>
                    <a:pt x="3560713" y="453963"/>
                  </a:lnTo>
                  <a:lnTo>
                    <a:pt x="3563014" y="502314"/>
                  </a:lnTo>
                  <a:lnTo>
                    <a:pt x="3563014" y="6773147"/>
                  </a:lnTo>
                  <a:lnTo>
                    <a:pt x="3560713" y="6821499"/>
                  </a:lnTo>
                  <a:lnTo>
                    <a:pt x="3553950" y="6868556"/>
                  </a:lnTo>
                  <a:lnTo>
                    <a:pt x="3542938" y="6914106"/>
                  </a:lnTo>
                  <a:lnTo>
                    <a:pt x="3527886" y="6957940"/>
                  </a:lnTo>
                  <a:lnTo>
                    <a:pt x="3509007" y="6999844"/>
                  </a:lnTo>
                  <a:lnTo>
                    <a:pt x="3486510" y="7039610"/>
                  </a:lnTo>
                  <a:lnTo>
                    <a:pt x="3460608" y="7077025"/>
                  </a:lnTo>
                  <a:lnTo>
                    <a:pt x="3442244" y="7099021"/>
                  </a:lnTo>
                  <a:close/>
                </a:path>
                <a:path w="3563619" h="7275830">
                  <a:moveTo>
                    <a:pt x="2685053" y="320473"/>
                  </a:moveTo>
                  <a:lnTo>
                    <a:pt x="2209104" y="320473"/>
                  </a:lnTo>
                  <a:lnTo>
                    <a:pt x="2226771" y="316984"/>
                  </a:lnTo>
                  <a:lnTo>
                    <a:pt x="2241062" y="307420"/>
                  </a:lnTo>
                  <a:lnTo>
                    <a:pt x="2250627" y="293129"/>
                  </a:lnTo>
                  <a:lnTo>
                    <a:pt x="2254084" y="275617"/>
                  </a:lnTo>
                  <a:lnTo>
                    <a:pt x="2254115" y="275462"/>
                  </a:lnTo>
                  <a:lnTo>
                    <a:pt x="2250627" y="257796"/>
                  </a:lnTo>
                  <a:lnTo>
                    <a:pt x="2241062" y="243505"/>
                  </a:lnTo>
                  <a:lnTo>
                    <a:pt x="2226771" y="233941"/>
                  </a:lnTo>
                  <a:lnTo>
                    <a:pt x="2209104" y="230452"/>
                  </a:lnTo>
                  <a:lnTo>
                    <a:pt x="2695216" y="230452"/>
                  </a:lnTo>
                  <a:lnTo>
                    <a:pt x="2695216" y="266460"/>
                  </a:lnTo>
                  <a:lnTo>
                    <a:pt x="2689189" y="310746"/>
                  </a:lnTo>
                  <a:lnTo>
                    <a:pt x="2685053" y="320473"/>
                  </a:lnTo>
                  <a:close/>
                </a:path>
                <a:path w="3563619" h="7275830">
                  <a:moveTo>
                    <a:pt x="2176243" y="306070"/>
                  </a:moveTo>
                  <a:lnTo>
                    <a:pt x="1976851" y="306070"/>
                  </a:lnTo>
                  <a:lnTo>
                    <a:pt x="1988469" y="303819"/>
                  </a:lnTo>
                  <a:lnTo>
                    <a:pt x="1998231" y="297518"/>
                  </a:lnTo>
                  <a:lnTo>
                    <a:pt x="2004955" y="287840"/>
                  </a:lnTo>
                  <a:lnTo>
                    <a:pt x="2007427" y="275617"/>
                  </a:lnTo>
                  <a:lnTo>
                    <a:pt x="2007458" y="275462"/>
                  </a:lnTo>
                  <a:lnTo>
                    <a:pt x="2004955" y="263085"/>
                  </a:lnTo>
                  <a:lnTo>
                    <a:pt x="1998231" y="253407"/>
                  </a:lnTo>
                  <a:lnTo>
                    <a:pt x="1988469" y="247106"/>
                  </a:lnTo>
                  <a:lnTo>
                    <a:pt x="1976851" y="244855"/>
                  </a:lnTo>
                  <a:lnTo>
                    <a:pt x="2176878" y="244855"/>
                  </a:lnTo>
                  <a:lnTo>
                    <a:pt x="2167835" y="257796"/>
                  </a:lnTo>
                  <a:lnTo>
                    <a:pt x="2164094" y="275462"/>
                  </a:lnTo>
                  <a:lnTo>
                    <a:pt x="2167582" y="293129"/>
                  </a:lnTo>
                  <a:lnTo>
                    <a:pt x="2176243" y="306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41286" y="2803452"/>
              <a:ext cx="3190328" cy="6913579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1268189" y="2862866"/>
              <a:ext cx="493395" cy="61594"/>
            </a:xfrm>
            <a:custGeom>
              <a:avLst/>
              <a:gdLst/>
              <a:ahLst/>
              <a:cxnLst/>
              <a:rect l="l" t="t" r="r" b="b"/>
              <a:pathLst>
                <a:path w="493395" h="61594">
                  <a:moveTo>
                    <a:pt x="462705" y="61214"/>
                  </a:moveTo>
                  <a:lnTo>
                    <a:pt x="30607" y="61214"/>
                  </a:lnTo>
                  <a:lnTo>
                    <a:pt x="18988" y="58963"/>
                  </a:lnTo>
                  <a:lnTo>
                    <a:pt x="9227" y="52662"/>
                  </a:lnTo>
                  <a:lnTo>
                    <a:pt x="2503" y="42984"/>
                  </a:lnTo>
                  <a:lnTo>
                    <a:pt x="0" y="30607"/>
                  </a:lnTo>
                  <a:lnTo>
                    <a:pt x="2503" y="18229"/>
                  </a:lnTo>
                  <a:lnTo>
                    <a:pt x="9227" y="8551"/>
                  </a:lnTo>
                  <a:lnTo>
                    <a:pt x="18988" y="2250"/>
                  </a:lnTo>
                  <a:lnTo>
                    <a:pt x="30607" y="0"/>
                  </a:lnTo>
                  <a:lnTo>
                    <a:pt x="462705" y="0"/>
                  </a:lnTo>
                  <a:lnTo>
                    <a:pt x="474324" y="2250"/>
                  </a:lnTo>
                  <a:lnTo>
                    <a:pt x="484086" y="8551"/>
                  </a:lnTo>
                  <a:lnTo>
                    <a:pt x="490809" y="18229"/>
                  </a:lnTo>
                  <a:lnTo>
                    <a:pt x="493313" y="30607"/>
                  </a:lnTo>
                  <a:lnTo>
                    <a:pt x="490809" y="42984"/>
                  </a:lnTo>
                  <a:lnTo>
                    <a:pt x="484086" y="52662"/>
                  </a:lnTo>
                  <a:lnTo>
                    <a:pt x="474324" y="58963"/>
                  </a:lnTo>
                  <a:lnTo>
                    <a:pt x="462705" y="61214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18138" y="2848463"/>
              <a:ext cx="90021" cy="9002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9678416" y="3554234"/>
              <a:ext cx="3714750" cy="1739264"/>
            </a:xfrm>
            <a:custGeom>
              <a:avLst/>
              <a:gdLst/>
              <a:ahLst/>
              <a:cxnLst/>
              <a:rect l="l" t="t" r="r" b="b"/>
              <a:pathLst>
                <a:path w="3714750" h="1739264">
                  <a:moveTo>
                    <a:pt x="39611" y="1191869"/>
                  </a:moveTo>
                  <a:lnTo>
                    <a:pt x="24307" y="1195019"/>
                  </a:lnTo>
                  <a:lnTo>
                    <a:pt x="11709" y="1203566"/>
                  </a:lnTo>
                  <a:lnTo>
                    <a:pt x="3149" y="1216177"/>
                  </a:lnTo>
                  <a:lnTo>
                    <a:pt x="0" y="1231480"/>
                  </a:lnTo>
                  <a:lnTo>
                    <a:pt x="0" y="1699590"/>
                  </a:lnTo>
                  <a:lnTo>
                    <a:pt x="3149" y="1714893"/>
                  </a:lnTo>
                  <a:lnTo>
                    <a:pt x="11709" y="1727492"/>
                  </a:lnTo>
                  <a:lnTo>
                    <a:pt x="24307" y="1736039"/>
                  </a:lnTo>
                  <a:lnTo>
                    <a:pt x="39611" y="1739188"/>
                  </a:lnTo>
                  <a:lnTo>
                    <a:pt x="39611" y="1191869"/>
                  </a:lnTo>
                  <a:close/>
                </a:path>
                <a:path w="3714750" h="1739264">
                  <a:moveTo>
                    <a:pt x="39611" y="527519"/>
                  </a:moveTo>
                  <a:lnTo>
                    <a:pt x="24307" y="530390"/>
                  </a:lnTo>
                  <a:lnTo>
                    <a:pt x="11709" y="538314"/>
                  </a:lnTo>
                  <a:lnTo>
                    <a:pt x="3149" y="550303"/>
                  </a:lnTo>
                  <a:lnTo>
                    <a:pt x="0" y="565327"/>
                  </a:lnTo>
                  <a:lnTo>
                    <a:pt x="0" y="1033437"/>
                  </a:lnTo>
                  <a:lnTo>
                    <a:pt x="3149" y="1048740"/>
                  </a:lnTo>
                  <a:lnTo>
                    <a:pt x="11709" y="1061339"/>
                  </a:lnTo>
                  <a:lnTo>
                    <a:pt x="24307" y="1069886"/>
                  </a:lnTo>
                  <a:lnTo>
                    <a:pt x="39611" y="1073035"/>
                  </a:lnTo>
                  <a:lnTo>
                    <a:pt x="39611" y="527519"/>
                  </a:lnTo>
                  <a:close/>
                </a:path>
                <a:path w="3714750" h="1739264">
                  <a:moveTo>
                    <a:pt x="39611" y="0"/>
                  </a:moveTo>
                  <a:lnTo>
                    <a:pt x="24307" y="2870"/>
                  </a:lnTo>
                  <a:lnTo>
                    <a:pt x="11709" y="10795"/>
                  </a:lnTo>
                  <a:lnTo>
                    <a:pt x="3149" y="22783"/>
                  </a:lnTo>
                  <a:lnTo>
                    <a:pt x="0" y="37807"/>
                  </a:lnTo>
                  <a:lnTo>
                    <a:pt x="0" y="262851"/>
                  </a:lnTo>
                  <a:lnTo>
                    <a:pt x="3149" y="278155"/>
                  </a:lnTo>
                  <a:lnTo>
                    <a:pt x="11709" y="290766"/>
                  </a:lnTo>
                  <a:lnTo>
                    <a:pt x="24307" y="299313"/>
                  </a:lnTo>
                  <a:lnTo>
                    <a:pt x="39611" y="302463"/>
                  </a:lnTo>
                  <a:lnTo>
                    <a:pt x="39611" y="0"/>
                  </a:lnTo>
                  <a:close/>
                </a:path>
                <a:path w="3714750" h="1739264">
                  <a:moveTo>
                    <a:pt x="3714254" y="747166"/>
                  </a:moveTo>
                  <a:lnTo>
                    <a:pt x="3711105" y="731862"/>
                  </a:lnTo>
                  <a:lnTo>
                    <a:pt x="3702545" y="719264"/>
                  </a:lnTo>
                  <a:lnTo>
                    <a:pt x="3689947" y="710704"/>
                  </a:lnTo>
                  <a:lnTo>
                    <a:pt x="3674643" y="707555"/>
                  </a:lnTo>
                  <a:lnTo>
                    <a:pt x="3674643" y="1584363"/>
                  </a:lnTo>
                  <a:lnTo>
                    <a:pt x="3689947" y="1581213"/>
                  </a:lnTo>
                  <a:lnTo>
                    <a:pt x="3702545" y="1572653"/>
                  </a:lnTo>
                  <a:lnTo>
                    <a:pt x="3711105" y="1560055"/>
                  </a:lnTo>
                  <a:lnTo>
                    <a:pt x="3714254" y="1544751"/>
                  </a:lnTo>
                  <a:lnTo>
                    <a:pt x="3714254" y="747166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718035" y="2582002"/>
              <a:ext cx="3635375" cy="7347584"/>
            </a:xfrm>
            <a:custGeom>
              <a:avLst/>
              <a:gdLst/>
              <a:ahLst/>
              <a:cxnLst/>
              <a:rect l="l" t="t" r="r" b="b"/>
              <a:pathLst>
                <a:path w="3635375" h="7347584">
                  <a:moveTo>
                    <a:pt x="3096708" y="7347479"/>
                  </a:moveTo>
                  <a:lnTo>
                    <a:pt x="538323" y="7347479"/>
                  </a:lnTo>
                  <a:lnTo>
                    <a:pt x="489360" y="7345277"/>
                  </a:lnTo>
                  <a:lnTo>
                    <a:pt x="441622" y="7338798"/>
                  </a:lnTo>
                  <a:lnTo>
                    <a:pt x="395298" y="7328233"/>
                  </a:lnTo>
                  <a:lnTo>
                    <a:pt x="350581" y="7313772"/>
                  </a:lnTo>
                  <a:lnTo>
                    <a:pt x="307660" y="7295607"/>
                  </a:lnTo>
                  <a:lnTo>
                    <a:pt x="266727" y="7273929"/>
                  </a:lnTo>
                  <a:lnTo>
                    <a:pt x="227972" y="7248927"/>
                  </a:lnTo>
                  <a:lnTo>
                    <a:pt x="191586" y="7220793"/>
                  </a:lnTo>
                  <a:lnTo>
                    <a:pt x="157761" y="7189718"/>
                  </a:lnTo>
                  <a:lnTo>
                    <a:pt x="126685" y="7155892"/>
                  </a:lnTo>
                  <a:lnTo>
                    <a:pt x="98551" y="7119506"/>
                  </a:lnTo>
                  <a:lnTo>
                    <a:pt x="73550" y="7080751"/>
                  </a:lnTo>
                  <a:lnTo>
                    <a:pt x="51871" y="7039818"/>
                  </a:lnTo>
                  <a:lnTo>
                    <a:pt x="33706" y="6996897"/>
                  </a:lnTo>
                  <a:lnTo>
                    <a:pt x="19246" y="6952180"/>
                  </a:lnTo>
                  <a:lnTo>
                    <a:pt x="8796" y="6906364"/>
                  </a:lnTo>
                  <a:lnTo>
                    <a:pt x="8680" y="6905857"/>
                  </a:lnTo>
                  <a:lnTo>
                    <a:pt x="2202" y="6858118"/>
                  </a:lnTo>
                  <a:lnTo>
                    <a:pt x="80" y="6810956"/>
                  </a:lnTo>
                  <a:lnTo>
                    <a:pt x="0" y="538323"/>
                  </a:lnTo>
                  <a:lnTo>
                    <a:pt x="675" y="511063"/>
                  </a:lnTo>
                  <a:lnTo>
                    <a:pt x="6076" y="456544"/>
                  </a:lnTo>
                  <a:lnTo>
                    <a:pt x="13531" y="417076"/>
                  </a:lnTo>
                  <a:lnTo>
                    <a:pt x="23405" y="378086"/>
                  </a:lnTo>
                  <a:lnTo>
                    <a:pt x="37358" y="341177"/>
                  </a:lnTo>
                  <a:lnTo>
                    <a:pt x="54012" y="304269"/>
                  </a:lnTo>
                  <a:lnTo>
                    <a:pt x="72494" y="270343"/>
                  </a:lnTo>
                  <a:lnTo>
                    <a:pt x="92946" y="237654"/>
                  </a:lnTo>
                  <a:lnTo>
                    <a:pt x="119446" y="200183"/>
                  </a:lnTo>
                  <a:lnTo>
                    <a:pt x="144989" y="170476"/>
                  </a:lnTo>
                  <a:lnTo>
                    <a:pt x="167888" y="148252"/>
                  </a:lnTo>
                  <a:lnTo>
                    <a:pt x="186792" y="130811"/>
                  </a:lnTo>
                  <a:lnTo>
                    <a:pt x="237302" y="91836"/>
                  </a:lnTo>
                  <a:lnTo>
                    <a:pt x="281541" y="65087"/>
                  </a:lnTo>
                  <a:lnTo>
                    <a:pt x="328614" y="42496"/>
                  </a:lnTo>
                  <a:lnTo>
                    <a:pt x="378175" y="24376"/>
                  </a:lnTo>
                  <a:lnTo>
                    <a:pt x="429878" y="11043"/>
                  </a:lnTo>
                  <a:lnTo>
                    <a:pt x="483990" y="2719"/>
                  </a:lnTo>
                  <a:lnTo>
                    <a:pt x="485221" y="2719"/>
                  </a:lnTo>
                  <a:lnTo>
                    <a:pt x="538323" y="0"/>
                  </a:lnTo>
                  <a:lnTo>
                    <a:pt x="3098507" y="0"/>
                  </a:lnTo>
                  <a:lnTo>
                    <a:pt x="3153360" y="2719"/>
                  </a:lnTo>
                  <a:lnTo>
                    <a:pt x="3206637" y="10729"/>
                  </a:lnTo>
                  <a:lnTo>
                    <a:pt x="3258089" y="23809"/>
                  </a:lnTo>
                  <a:lnTo>
                    <a:pt x="3291678" y="36008"/>
                  </a:lnTo>
                  <a:lnTo>
                    <a:pt x="538323" y="36008"/>
                  </a:lnTo>
                  <a:lnTo>
                    <a:pt x="489971" y="38309"/>
                  </a:lnTo>
                  <a:lnTo>
                    <a:pt x="442914" y="45074"/>
                  </a:lnTo>
                  <a:lnTo>
                    <a:pt x="397364" y="56093"/>
                  </a:lnTo>
                  <a:lnTo>
                    <a:pt x="353531" y="71158"/>
                  </a:lnTo>
                  <a:lnTo>
                    <a:pt x="311626" y="90060"/>
                  </a:lnTo>
                  <a:lnTo>
                    <a:pt x="271860" y="112590"/>
                  </a:lnTo>
                  <a:lnTo>
                    <a:pt x="234445" y="138539"/>
                  </a:lnTo>
                  <a:lnTo>
                    <a:pt x="199592" y="167698"/>
                  </a:lnTo>
                  <a:lnTo>
                    <a:pt x="167511" y="199859"/>
                  </a:lnTo>
                  <a:lnTo>
                    <a:pt x="138414" y="234812"/>
                  </a:lnTo>
                  <a:lnTo>
                    <a:pt x="112511" y="272348"/>
                  </a:lnTo>
                  <a:lnTo>
                    <a:pt x="90015" y="312259"/>
                  </a:lnTo>
                  <a:lnTo>
                    <a:pt x="71135" y="354336"/>
                  </a:lnTo>
                  <a:lnTo>
                    <a:pt x="56084" y="398369"/>
                  </a:lnTo>
                  <a:lnTo>
                    <a:pt x="45071" y="444151"/>
                  </a:lnTo>
                  <a:lnTo>
                    <a:pt x="38309" y="491472"/>
                  </a:lnTo>
                  <a:lnTo>
                    <a:pt x="36093" y="538323"/>
                  </a:lnTo>
                  <a:lnTo>
                    <a:pt x="36008" y="6810956"/>
                  </a:lnTo>
                  <a:lnTo>
                    <a:pt x="38252" y="6858118"/>
                  </a:lnTo>
                  <a:lnTo>
                    <a:pt x="38309" y="6859307"/>
                  </a:lnTo>
                  <a:lnTo>
                    <a:pt x="44998" y="6905857"/>
                  </a:lnTo>
                  <a:lnTo>
                    <a:pt x="56084" y="6951915"/>
                  </a:lnTo>
                  <a:lnTo>
                    <a:pt x="71135" y="6995748"/>
                  </a:lnTo>
                  <a:lnTo>
                    <a:pt x="90015" y="7037653"/>
                  </a:lnTo>
                  <a:lnTo>
                    <a:pt x="112511" y="7077418"/>
                  </a:lnTo>
                  <a:lnTo>
                    <a:pt x="138414" y="7114833"/>
                  </a:lnTo>
                  <a:lnTo>
                    <a:pt x="167511" y="7149687"/>
                  </a:lnTo>
                  <a:lnTo>
                    <a:pt x="199592" y="7181768"/>
                  </a:lnTo>
                  <a:lnTo>
                    <a:pt x="234445" y="7210865"/>
                  </a:lnTo>
                  <a:lnTo>
                    <a:pt x="271860" y="7236767"/>
                  </a:lnTo>
                  <a:lnTo>
                    <a:pt x="311626" y="7259264"/>
                  </a:lnTo>
                  <a:lnTo>
                    <a:pt x="353531" y="7278144"/>
                  </a:lnTo>
                  <a:lnTo>
                    <a:pt x="397364" y="7293195"/>
                  </a:lnTo>
                  <a:lnTo>
                    <a:pt x="442914" y="7304208"/>
                  </a:lnTo>
                  <a:lnTo>
                    <a:pt x="489971" y="7310970"/>
                  </a:lnTo>
                  <a:lnTo>
                    <a:pt x="538323" y="7313271"/>
                  </a:lnTo>
                  <a:lnTo>
                    <a:pt x="3285634" y="7313271"/>
                  </a:lnTo>
                  <a:lnTo>
                    <a:pt x="3284449" y="7313772"/>
                  </a:lnTo>
                  <a:lnTo>
                    <a:pt x="3239732" y="7328233"/>
                  </a:lnTo>
                  <a:lnTo>
                    <a:pt x="3193409" y="7338798"/>
                  </a:lnTo>
                  <a:lnTo>
                    <a:pt x="3145670" y="7345277"/>
                  </a:lnTo>
                  <a:lnTo>
                    <a:pt x="3096708" y="7347479"/>
                  </a:lnTo>
                  <a:close/>
                </a:path>
                <a:path w="3635375" h="7347584">
                  <a:moveTo>
                    <a:pt x="3285634" y="7313271"/>
                  </a:moveTo>
                  <a:lnTo>
                    <a:pt x="3096708" y="7313271"/>
                  </a:lnTo>
                  <a:lnTo>
                    <a:pt x="3145059" y="7310970"/>
                  </a:lnTo>
                  <a:lnTo>
                    <a:pt x="3192116" y="7304208"/>
                  </a:lnTo>
                  <a:lnTo>
                    <a:pt x="3237666" y="7293195"/>
                  </a:lnTo>
                  <a:lnTo>
                    <a:pt x="3281499" y="7278144"/>
                  </a:lnTo>
                  <a:lnTo>
                    <a:pt x="3323404" y="7259264"/>
                  </a:lnTo>
                  <a:lnTo>
                    <a:pt x="3363170" y="7236767"/>
                  </a:lnTo>
                  <a:lnTo>
                    <a:pt x="3400585" y="7210865"/>
                  </a:lnTo>
                  <a:lnTo>
                    <a:pt x="3435438" y="7181768"/>
                  </a:lnTo>
                  <a:lnTo>
                    <a:pt x="3467519" y="7149687"/>
                  </a:lnTo>
                  <a:lnTo>
                    <a:pt x="3496616" y="7114833"/>
                  </a:lnTo>
                  <a:lnTo>
                    <a:pt x="3522519" y="7077418"/>
                  </a:lnTo>
                  <a:lnTo>
                    <a:pt x="3545015" y="7037653"/>
                  </a:lnTo>
                  <a:lnTo>
                    <a:pt x="3563895" y="6995748"/>
                  </a:lnTo>
                  <a:lnTo>
                    <a:pt x="3578855" y="6952180"/>
                  </a:lnTo>
                  <a:lnTo>
                    <a:pt x="3589959" y="6906364"/>
                  </a:lnTo>
                  <a:lnTo>
                    <a:pt x="3596721" y="6859307"/>
                  </a:lnTo>
                  <a:lnTo>
                    <a:pt x="3599022" y="6810956"/>
                  </a:lnTo>
                  <a:lnTo>
                    <a:pt x="3599022" y="538323"/>
                  </a:lnTo>
                  <a:lnTo>
                    <a:pt x="3596793" y="491472"/>
                  </a:lnTo>
                  <a:lnTo>
                    <a:pt x="3596721" y="489971"/>
                  </a:lnTo>
                  <a:lnTo>
                    <a:pt x="3589959" y="442914"/>
                  </a:lnTo>
                  <a:lnTo>
                    <a:pt x="3578946" y="397364"/>
                  </a:lnTo>
                  <a:lnTo>
                    <a:pt x="3563895" y="353531"/>
                  </a:lnTo>
                  <a:lnTo>
                    <a:pt x="3545015" y="311626"/>
                  </a:lnTo>
                  <a:lnTo>
                    <a:pt x="3522519" y="271860"/>
                  </a:lnTo>
                  <a:lnTo>
                    <a:pt x="3496616" y="234445"/>
                  </a:lnTo>
                  <a:lnTo>
                    <a:pt x="3467519" y="199592"/>
                  </a:lnTo>
                  <a:lnTo>
                    <a:pt x="3435438" y="167511"/>
                  </a:lnTo>
                  <a:lnTo>
                    <a:pt x="3400735" y="138539"/>
                  </a:lnTo>
                  <a:lnTo>
                    <a:pt x="3363284" y="112590"/>
                  </a:lnTo>
                  <a:lnTo>
                    <a:pt x="3323485" y="90060"/>
                  </a:lnTo>
                  <a:lnTo>
                    <a:pt x="3281551" y="71158"/>
                  </a:lnTo>
                  <a:lnTo>
                    <a:pt x="3237695" y="56093"/>
                  </a:lnTo>
                  <a:lnTo>
                    <a:pt x="3192128" y="45074"/>
                  </a:lnTo>
                  <a:lnTo>
                    <a:pt x="3145062" y="38309"/>
                  </a:lnTo>
                  <a:lnTo>
                    <a:pt x="3096708" y="36008"/>
                  </a:lnTo>
                  <a:lnTo>
                    <a:pt x="3291678" y="36008"/>
                  </a:lnTo>
                  <a:lnTo>
                    <a:pt x="3354502" y="64300"/>
                  </a:lnTo>
                  <a:lnTo>
                    <a:pt x="3398961" y="91269"/>
                  </a:lnTo>
                  <a:lnTo>
                    <a:pt x="3440586" y="122428"/>
                  </a:lnTo>
                  <a:lnTo>
                    <a:pt x="3478394" y="156635"/>
                  </a:lnTo>
                  <a:lnTo>
                    <a:pt x="3504275" y="185667"/>
                  </a:lnTo>
                  <a:lnTo>
                    <a:pt x="3528806" y="216049"/>
                  </a:lnTo>
                  <a:lnTo>
                    <a:pt x="3550833" y="248456"/>
                  </a:lnTo>
                  <a:lnTo>
                    <a:pt x="3570891" y="281089"/>
                  </a:lnTo>
                  <a:lnTo>
                    <a:pt x="3590864" y="322133"/>
                  </a:lnTo>
                  <a:lnTo>
                    <a:pt x="3605605" y="359210"/>
                  </a:lnTo>
                  <a:lnTo>
                    <a:pt x="3618601" y="404192"/>
                  </a:lnTo>
                  <a:lnTo>
                    <a:pt x="3628954" y="456291"/>
                  </a:lnTo>
                  <a:lnTo>
                    <a:pt x="3634356" y="510304"/>
                  </a:lnTo>
                  <a:lnTo>
                    <a:pt x="3635031" y="538323"/>
                  </a:lnTo>
                  <a:lnTo>
                    <a:pt x="3634950" y="6810956"/>
                  </a:lnTo>
                  <a:lnTo>
                    <a:pt x="3632829" y="6858118"/>
                  </a:lnTo>
                  <a:lnTo>
                    <a:pt x="3626350" y="6905857"/>
                  </a:lnTo>
                  <a:lnTo>
                    <a:pt x="3615845" y="6951915"/>
                  </a:lnTo>
                  <a:lnTo>
                    <a:pt x="3615785" y="6952180"/>
                  </a:lnTo>
                  <a:lnTo>
                    <a:pt x="3601324" y="6996897"/>
                  </a:lnTo>
                  <a:lnTo>
                    <a:pt x="3583159" y="7039818"/>
                  </a:lnTo>
                  <a:lnTo>
                    <a:pt x="3561480" y="7080751"/>
                  </a:lnTo>
                  <a:lnTo>
                    <a:pt x="3536479" y="7119506"/>
                  </a:lnTo>
                  <a:lnTo>
                    <a:pt x="3508345" y="7155892"/>
                  </a:lnTo>
                  <a:lnTo>
                    <a:pt x="3477269" y="7189718"/>
                  </a:lnTo>
                  <a:lnTo>
                    <a:pt x="3443443" y="7220793"/>
                  </a:lnTo>
                  <a:lnTo>
                    <a:pt x="3407058" y="7248927"/>
                  </a:lnTo>
                  <a:lnTo>
                    <a:pt x="3368303" y="7273929"/>
                  </a:lnTo>
                  <a:lnTo>
                    <a:pt x="3327370" y="7295607"/>
                  </a:lnTo>
                  <a:lnTo>
                    <a:pt x="3285634" y="7313271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 descr=""/>
          <p:cNvGrpSpPr/>
          <p:nvPr/>
        </p:nvGrpSpPr>
        <p:grpSpPr>
          <a:xfrm>
            <a:off x="13353067" y="2582002"/>
            <a:ext cx="4563745" cy="7347584"/>
            <a:chOff x="13353067" y="2582002"/>
            <a:chExt cx="4563745" cy="7347584"/>
          </a:xfrm>
        </p:grpSpPr>
        <p:sp>
          <p:nvSpPr>
            <p:cNvPr id="23" name="object 23" descr=""/>
            <p:cNvSpPr/>
            <p:nvPr/>
          </p:nvSpPr>
          <p:spPr>
            <a:xfrm>
              <a:off x="14277916" y="2618010"/>
              <a:ext cx="3563620" cy="7275830"/>
            </a:xfrm>
            <a:custGeom>
              <a:avLst/>
              <a:gdLst/>
              <a:ahLst/>
              <a:cxnLst/>
              <a:rect l="l" t="t" r="r" b="b"/>
              <a:pathLst>
                <a:path w="3563619" h="7275830">
                  <a:moveTo>
                    <a:pt x="3060700" y="7275462"/>
                  </a:moveTo>
                  <a:lnTo>
                    <a:pt x="502315" y="7275462"/>
                  </a:lnTo>
                  <a:lnTo>
                    <a:pt x="453964" y="7273161"/>
                  </a:lnTo>
                  <a:lnTo>
                    <a:pt x="406907" y="7266399"/>
                  </a:lnTo>
                  <a:lnTo>
                    <a:pt x="361356" y="7255387"/>
                  </a:lnTo>
                  <a:lnTo>
                    <a:pt x="317523" y="7240335"/>
                  </a:lnTo>
                  <a:lnTo>
                    <a:pt x="275618" y="7221456"/>
                  </a:lnTo>
                  <a:lnTo>
                    <a:pt x="235853" y="7198959"/>
                  </a:lnTo>
                  <a:lnTo>
                    <a:pt x="198437" y="7173057"/>
                  </a:lnTo>
                  <a:lnTo>
                    <a:pt x="163584" y="7143959"/>
                  </a:lnTo>
                  <a:lnTo>
                    <a:pt x="131503" y="7111879"/>
                  </a:lnTo>
                  <a:lnTo>
                    <a:pt x="102406" y="7077025"/>
                  </a:lnTo>
                  <a:lnTo>
                    <a:pt x="76503" y="7039610"/>
                  </a:lnTo>
                  <a:lnTo>
                    <a:pt x="54006" y="6999844"/>
                  </a:lnTo>
                  <a:lnTo>
                    <a:pt x="35127" y="6957940"/>
                  </a:lnTo>
                  <a:lnTo>
                    <a:pt x="20075" y="6914106"/>
                  </a:lnTo>
                  <a:lnTo>
                    <a:pt x="9063" y="6868556"/>
                  </a:lnTo>
                  <a:lnTo>
                    <a:pt x="2301" y="6821499"/>
                  </a:lnTo>
                  <a:lnTo>
                    <a:pt x="0" y="6773147"/>
                  </a:lnTo>
                  <a:lnTo>
                    <a:pt x="0" y="502314"/>
                  </a:lnTo>
                  <a:lnTo>
                    <a:pt x="2301" y="453963"/>
                  </a:lnTo>
                  <a:lnTo>
                    <a:pt x="9063" y="406906"/>
                  </a:lnTo>
                  <a:lnTo>
                    <a:pt x="20075" y="361356"/>
                  </a:lnTo>
                  <a:lnTo>
                    <a:pt x="35127" y="317522"/>
                  </a:lnTo>
                  <a:lnTo>
                    <a:pt x="54006" y="275617"/>
                  </a:lnTo>
                  <a:lnTo>
                    <a:pt x="76503" y="235852"/>
                  </a:lnTo>
                  <a:lnTo>
                    <a:pt x="102406" y="198437"/>
                  </a:lnTo>
                  <a:lnTo>
                    <a:pt x="131503" y="163583"/>
                  </a:lnTo>
                  <a:lnTo>
                    <a:pt x="163584" y="131502"/>
                  </a:lnTo>
                  <a:lnTo>
                    <a:pt x="198437" y="102405"/>
                  </a:lnTo>
                  <a:lnTo>
                    <a:pt x="235853" y="76503"/>
                  </a:lnTo>
                  <a:lnTo>
                    <a:pt x="275618" y="54006"/>
                  </a:lnTo>
                  <a:lnTo>
                    <a:pt x="317523" y="35127"/>
                  </a:lnTo>
                  <a:lnTo>
                    <a:pt x="361356" y="20075"/>
                  </a:lnTo>
                  <a:lnTo>
                    <a:pt x="406907" y="9063"/>
                  </a:lnTo>
                  <a:lnTo>
                    <a:pt x="453964" y="2300"/>
                  </a:lnTo>
                  <a:lnTo>
                    <a:pt x="502315" y="0"/>
                  </a:lnTo>
                  <a:lnTo>
                    <a:pt x="3060700" y="0"/>
                  </a:lnTo>
                  <a:lnTo>
                    <a:pt x="3109052" y="2300"/>
                  </a:lnTo>
                  <a:lnTo>
                    <a:pt x="3156108" y="9063"/>
                  </a:lnTo>
                  <a:lnTo>
                    <a:pt x="3201659" y="20075"/>
                  </a:lnTo>
                  <a:lnTo>
                    <a:pt x="3245492" y="35127"/>
                  </a:lnTo>
                  <a:lnTo>
                    <a:pt x="3287397" y="54006"/>
                  </a:lnTo>
                  <a:lnTo>
                    <a:pt x="3327162" y="76503"/>
                  </a:lnTo>
                  <a:lnTo>
                    <a:pt x="3364577" y="102405"/>
                  </a:lnTo>
                  <a:lnTo>
                    <a:pt x="3399431" y="131502"/>
                  </a:lnTo>
                  <a:lnTo>
                    <a:pt x="3431512" y="163583"/>
                  </a:lnTo>
                  <a:lnTo>
                    <a:pt x="3449760" y="185442"/>
                  </a:lnTo>
                  <a:lnTo>
                    <a:pt x="484312" y="185442"/>
                  </a:lnTo>
                  <a:lnTo>
                    <a:pt x="436181" y="189336"/>
                  </a:lnTo>
                  <a:lnTo>
                    <a:pt x="390503" y="200609"/>
                  </a:lnTo>
                  <a:lnTo>
                    <a:pt x="347893" y="218643"/>
                  </a:lnTo>
                  <a:lnTo>
                    <a:pt x="308966" y="242825"/>
                  </a:lnTo>
                  <a:lnTo>
                    <a:pt x="274338" y="272537"/>
                  </a:lnTo>
                  <a:lnTo>
                    <a:pt x="244626" y="307164"/>
                  </a:lnTo>
                  <a:lnTo>
                    <a:pt x="220445" y="346091"/>
                  </a:lnTo>
                  <a:lnTo>
                    <a:pt x="202410" y="388701"/>
                  </a:lnTo>
                  <a:lnTo>
                    <a:pt x="191256" y="433899"/>
                  </a:lnTo>
                  <a:lnTo>
                    <a:pt x="187243" y="482510"/>
                  </a:lnTo>
                  <a:lnTo>
                    <a:pt x="187243" y="6801954"/>
                  </a:lnTo>
                  <a:lnTo>
                    <a:pt x="191138" y="6850084"/>
                  </a:lnTo>
                  <a:lnTo>
                    <a:pt x="202410" y="6895762"/>
                  </a:lnTo>
                  <a:lnTo>
                    <a:pt x="220445" y="6938373"/>
                  </a:lnTo>
                  <a:lnTo>
                    <a:pt x="244626" y="6977299"/>
                  </a:lnTo>
                  <a:lnTo>
                    <a:pt x="274338" y="7011927"/>
                  </a:lnTo>
                  <a:lnTo>
                    <a:pt x="308966" y="7041639"/>
                  </a:lnTo>
                  <a:lnTo>
                    <a:pt x="347893" y="7065820"/>
                  </a:lnTo>
                  <a:lnTo>
                    <a:pt x="390503" y="7083855"/>
                  </a:lnTo>
                  <a:lnTo>
                    <a:pt x="436181" y="7095127"/>
                  </a:lnTo>
                  <a:lnTo>
                    <a:pt x="484312" y="7099021"/>
                  </a:lnTo>
                  <a:lnTo>
                    <a:pt x="3442245" y="7099021"/>
                  </a:lnTo>
                  <a:lnTo>
                    <a:pt x="3431512" y="7111879"/>
                  </a:lnTo>
                  <a:lnTo>
                    <a:pt x="3399431" y="7143959"/>
                  </a:lnTo>
                  <a:lnTo>
                    <a:pt x="3364577" y="7173057"/>
                  </a:lnTo>
                  <a:lnTo>
                    <a:pt x="3327162" y="7198959"/>
                  </a:lnTo>
                  <a:lnTo>
                    <a:pt x="3287397" y="7221456"/>
                  </a:lnTo>
                  <a:lnTo>
                    <a:pt x="3245492" y="7240335"/>
                  </a:lnTo>
                  <a:lnTo>
                    <a:pt x="3201659" y="7255387"/>
                  </a:lnTo>
                  <a:lnTo>
                    <a:pt x="3156108" y="7266399"/>
                  </a:lnTo>
                  <a:lnTo>
                    <a:pt x="3109052" y="7273161"/>
                  </a:lnTo>
                  <a:lnTo>
                    <a:pt x="3060700" y="7275462"/>
                  </a:lnTo>
                  <a:close/>
                </a:path>
                <a:path w="3563619" h="7275830">
                  <a:moveTo>
                    <a:pt x="2527778" y="433899"/>
                  </a:moveTo>
                  <a:lnTo>
                    <a:pt x="1038838" y="433899"/>
                  </a:lnTo>
                  <a:lnTo>
                    <a:pt x="994553" y="427872"/>
                  </a:lnTo>
                  <a:lnTo>
                    <a:pt x="954619" y="410893"/>
                  </a:lnTo>
                  <a:lnTo>
                    <a:pt x="920686" y="384612"/>
                  </a:lnTo>
                  <a:lnTo>
                    <a:pt x="894405" y="350680"/>
                  </a:lnTo>
                  <a:lnTo>
                    <a:pt x="877426" y="310746"/>
                  </a:lnTo>
                  <a:lnTo>
                    <a:pt x="871400" y="266460"/>
                  </a:lnTo>
                  <a:lnTo>
                    <a:pt x="871400" y="185442"/>
                  </a:lnTo>
                  <a:lnTo>
                    <a:pt x="2695216" y="185442"/>
                  </a:lnTo>
                  <a:lnTo>
                    <a:pt x="2695216" y="230452"/>
                  </a:lnTo>
                  <a:lnTo>
                    <a:pt x="2209106" y="230452"/>
                  </a:lnTo>
                  <a:lnTo>
                    <a:pt x="2192198" y="233941"/>
                  </a:lnTo>
                  <a:lnTo>
                    <a:pt x="2177823" y="243505"/>
                  </a:lnTo>
                  <a:lnTo>
                    <a:pt x="2176879" y="244855"/>
                  </a:lnTo>
                  <a:lnTo>
                    <a:pt x="1544754" y="244855"/>
                  </a:lnTo>
                  <a:lnTo>
                    <a:pt x="1533135" y="247106"/>
                  </a:lnTo>
                  <a:lnTo>
                    <a:pt x="1523374" y="253407"/>
                  </a:lnTo>
                  <a:lnTo>
                    <a:pt x="1516651" y="263085"/>
                  </a:lnTo>
                  <a:lnTo>
                    <a:pt x="1514147" y="275462"/>
                  </a:lnTo>
                  <a:lnTo>
                    <a:pt x="1516651" y="287840"/>
                  </a:lnTo>
                  <a:lnTo>
                    <a:pt x="1523374" y="297518"/>
                  </a:lnTo>
                  <a:lnTo>
                    <a:pt x="1533135" y="303819"/>
                  </a:lnTo>
                  <a:lnTo>
                    <a:pt x="1544754" y="306070"/>
                  </a:lnTo>
                  <a:lnTo>
                    <a:pt x="2176244" y="306070"/>
                  </a:lnTo>
                  <a:lnTo>
                    <a:pt x="2177148" y="307420"/>
                  </a:lnTo>
                  <a:lnTo>
                    <a:pt x="2191439" y="316984"/>
                  </a:lnTo>
                  <a:lnTo>
                    <a:pt x="2209106" y="320473"/>
                  </a:lnTo>
                  <a:lnTo>
                    <a:pt x="2685054" y="320473"/>
                  </a:lnTo>
                  <a:lnTo>
                    <a:pt x="2672211" y="350680"/>
                  </a:lnTo>
                  <a:lnTo>
                    <a:pt x="2645930" y="384612"/>
                  </a:lnTo>
                  <a:lnTo>
                    <a:pt x="2611997" y="410893"/>
                  </a:lnTo>
                  <a:lnTo>
                    <a:pt x="2572063" y="427872"/>
                  </a:lnTo>
                  <a:lnTo>
                    <a:pt x="2527778" y="433899"/>
                  </a:lnTo>
                  <a:close/>
                </a:path>
                <a:path w="3563619" h="7275830">
                  <a:moveTo>
                    <a:pt x="3442245" y="7099021"/>
                  </a:moveTo>
                  <a:lnTo>
                    <a:pt x="3082304" y="7099021"/>
                  </a:lnTo>
                  <a:lnTo>
                    <a:pt x="3130435" y="7095127"/>
                  </a:lnTo>
                  <a:lnTo>
                    <a:pt x="3176114" y="7083855"/>
                  </a:lnTo>
                  <a:lnTo>
                    <a:pt x="3218724" y="7065820"/>
                  </a:lnTo>
                  <a:lnTo>
                    <a:pt x="3257651" y="7041639"/>
                  </a:lnTo>
                  <a:lnTo>
                    <a:pt x="3292278" y="7011927"/>
                  </a:lnTo>
                  <a:lnTo>
                    <a:pt x="3321990" y="6977299"/>
                  </a:lnTo>
                  <a:lnTo>
                    <a:pt x="3346171" y="6938373"/>
                  </a:lnTo>
                  <a:lnTo>
                    <a:pt x="3364206" y="6895762"/>
                  </a:lnTo>
                  <a:lnTo>
                    <a:pt x="3375478" y="6850084"/>
                  </a:lnTo>
                  <a:lnTo>
                    <a:pt x="3379373" y="6801954"/>
                  </a:lnTo>
                  <a:lnTo>
                    <a:pt x="3377572" y="6801954"/>
                  </a:lnTo>
                  <a:lnTo>
                    <a:pt x="3377572" y="482510"/>
                  </a:lnTo>
                  <a:lnTo>
                    <a:pt x="3373678" y="434379"/>
                  </a:lnTo>
                  <a:lnTo>
                    <a:pt x="3362405" y="388701"/>
                  </a:lnTo>
                  <a:lnTo>
                    <a:pt x="3344371" y="346091"/>
                  </a:lnTo>
                  <a:lnTo>
                    <a:pt x="3320189" y="307164"/>
                  </a:lnTo>
                  <a:lnTo>
                    <a:pt x="3290477" y="272537"/>
                  </a:lnTo>
                  <a:lnTo>
                    <a:pt x="3255850" y="242825"/>
                  </a:lnTo>
                  <a:lnTo>
                    <a:pt x="3216924" y="218643"/>
                  </a:lnTo>
                  <a:lnTo>
                    <a:pt x="3174313" y="200609"/>
                  </a:lnTo>
                  <a:lnTo>
                    <a:pt x="3128635" y="189336"/>
                  </a:lnTo>
                  <a:lnTo>
                    <a:pt x="3080505" y="185442"/>
                  </a:lnTo>
                  <a:lnTo>
                    <a:pt x="3449760" y="185442"/>
                  </a:lnTo>
                  <a:lnTo>
                    <a:pt x="3486511" y="235852"/>
                  </a:lnTo>
                  <a:lnTo>
                    <a:pt x="3508920" y="275462"/>
                  </a:lnTo>
                  <a:lnTo>
                    <a:pt x="3527887" y="317522"/>
                  </a:lnTo>
                  <a:lnTo>
                    <a:pt x="3542939" y="361356"/>
                  </a:lnTo>
                  <a:lnTo>
                    <a:pt x="3553951" y="406906"/>
                  </a:lnTo>
                  <a:lnTo>
                    <a:pt x="3560714" y="453963"/>
                  </a:lnTo>
                  <a:lnTo>
                    <a:pt x="3563015" y="502314"/>
                  </a:lnTo>
                  <a:lnTo>
                    <a:pt x="3563015" y="6773147"/>
                  </a:lnTo>
                  <a:lnTo>
                    <a:pt x="3560714" y="6821499"/>
                  </a:lnTo>
                  <a:lnTo>
                    <a:pt x="3553951" y="6868556"/>
                  </a:lnTo>
                  <a:lnTo>
                    <a:pt x="3542939" y="6914106"/>
                  </a:lnTo>
                  <a:lnTo>
                    <a:pt x="3527887" y="6957940"/>
                  </a:lnTo>
                  <a:lnTo>
                    <a:pt x="3509008" y="6999844"/>
                  </a:lnTo>
                  <a:lnTo>
                    <a:pt x="3486511" y="7039610"/>
                  </a:lnTo>
                  <a:lnTo>
                    <a:pt x="3460609" y="7077025"/>
                  </a:lnTo>
                  <a:lnTo>
                    <a:pt x="3442245" y="7099021"/>
                  </a:lnTo>
                  <a:close/>
                </a:path>
                <a:path w="3563619" h="7275830">
                  <a:moveTo>
                    <a:pt x="2685054" y="320473"/>
                  </a:moveTo>
                  <a:lnTo>
                    <a:pt x="2209106" y="320473"/>
                  </a:lnTo>
                  <a:lnTo>
                    <a:pt x="2226772" y="316984"/>
                  </a:lnTo>
                  <a:lnTo>
                    <a:pt x="2241063" y="307420"/>
                  </a:lnTo>
                  <a:lnTo>
                    <a:pt x="2250628" y="293129"/>
                  </a:lnTo>
                  <a:lnTo>
                    <a:pt x="2254085" y="275617"/>
                  </a:lnTo>
                  <a:lnTo>
                    <a:pt x="2254116" y="275462"/>
                  </a:lnTo>
                  <a:lnTo>
                    <a:pt x="2250628" y="257796"/>
                  </a:lnTo>
                  <a:lnTo>
                    <a:pt x="2241063" y="243505"/>
                  </a:lnTo>
                  <a:lnTo>
                    <a:pt x="2226772" y="233941"/>
                  </a:lnTo>
                  <a:lnTo>
                    <a:pt x="2209106" y="230452"/>
                  </a:lnTo>
                  <a:lnTo>
                    <a:pt x="2695216" y="230452"/>
                  </a:lnTo>
                  <a:lnTo>
                    <a:pt x="2695216" y="266460"/>
                  </a:lnTo>
                  <a:lnTo>
                    <a:pt x="2689189" y="310746"/>
                  </a:lnTo>
                  <a:lnTo>
                    <a:pt x="2685054" y="320473"/>
                  </a:lnTo>
                  <a:close/>
                </a:path>
                <a:path w="3563619" h="7275830">
                  <a:moveTo>
                    <a:pt x="2176244" y="306070"/>
                  </a:moveTo>
                  <a:lnTo>
                    <a:pt x="1976852" y="306070"/>
                  </a:lnTo>
                  <a:lnTo>
                    <a:pt x="1988470" y="303819"/>
                  </a:lnTo>
                  <a:lnTo>
                    <a:pt x="1998232" y="297518"/>
                  </a:lnTo>
                  <a:lnTo>
                    <a:pt x="2004955" y="287840"/>
                  </a:lnTo>
                  <a:lnTo>
                    <a:pt x="2007427" y="275617"/>
                  </a:lnTo>
                  <a:lnTo>
                    <a:pt x="2007459" y="275462"/>
                  </a:lnTo>
                  <a:lnTo>
                    <a:pt x="2004955" y="263085"/>
                  </a:lnTo>
                  <a:lnTo>
                    <a:pt x="1998232" y="253407"/>
                  </a:lnTo>
                  <a:lnTo>
                    <a:pt x="1988470" y="247106"/>
                  </a:lnTo>
                  <a:lnTo>
                    <a:pt x="1976852" y="244855"/>
                  </a:lnTo>
                  <a:lnTo>
                    <a:pt x="2176879" y="244855"/>
                  </a:lnTo>
                  <a:lnTo>
                    <a:pt x="2167836" y="257796"/>
                  </a:lnTo>
                  <a:lnTo>
                    <a:pt x="2164094" y="275462"/>
                  </a:lnTo>
                  <a:lnTo>
                    <a:pt x="2167583" y="293129"/>
                  </a:lnTo>
                  <a:lnTo>
                    <a:pt x="2176244" y="306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465161" y="2803452"/>
              <a:ext cx="3190328" cy="6913579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15792063" y="2862866"/>
              <a:ext cx="493395" cy="61594"/>
            </a:xfrm>
            <a:custGeom>
              <a:avLst/>
              <a:gdLst/>
              <a:ahLst/>
              <a:cxnLst/>
              <a:rect l="l" t="t" r="r" b="b"/>
              <a:pathLst>
                <a:path w="493394" h="61594">
                  <a:moveTo>
                    <a:pt x="462705" y="61214"/>
                  </a:moveTo>
                  <a:lnTo>
                    <a:pt x="30606" y="61214"/>
                  </a:lnTo>
                  <a:lnTo>
                    <a:pt x="18988" y="58963"/>
                  </a:lnTo>
                  <a:lnTo>
                    <a:pt x="9226" y="52662"/>
                  </a:lnTo>
                  <a:lnTo>
                    <a:pt x="2503" y="42984"/>
                  </a:lnTo>
                  <a:lnTo>
                    <a:pt x="0" y="30607"/>
                  </a:lnTo>
                  <a:lnTo>
                    <a:pt x="2503" y="18229"/>
                  </a:lnTo>
                  <a:lnTo>
                    <a:pt x="9226" y="8551"/>
                  </a:lnTo>
                  <a:lnTo>
                    <a:pt x="18988" y="2250"/>
                  </a:lnTo>
                  <a:lnTo>
                    <a:pt x="30606" y="0"/>
                  </a:lnTo>
                  <a:lnTo>
                    <a:pt x="462705" y="0"/>
                  </a:lnTo>
                  <a:lnTo>
                    <a:pt x="474323" y="2250"/>
                  </a:lnTo>
                  <a:lnTo>
                    <a:pt x="484084" y="8551"/>
                  </a:lnTo>
                  <a:lnTo>
                    <a:pt x="490808" y="18229"/>
                  </a:lnTo>
                  <a:lnTo>
                    <a:pt x="493311" y="30607"/>
                  </a:lnTo>
                  <a:lnTo>
                    <a:pt x="490808" y="42984"/>
                  </a:lnTo>
                  <a:lnTo>
                    <a:pt x="484084" y="52662"/>
                  </a:lnTo>
                  <a:lnTo>
                    <a:pt x="474323" y="58963"/>
                  </a:lnTo>
                  <a:lnTo>
                    <a:pt x="462705" y="61214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42011" y="2848463"/>
              <a:ext cx="90021" cy="90020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4202296" y="3554234"/>
              <a:ext cx="3714750" cy="1739264"/>
            </a:xfrm>
            <a:custGeom>
              <a:avLst/>
              <a:gdLst/>
              <a:ahLst/>
              <a:cxnLst/>
              <a:rect l="l" t="t" r="r" b="b"/>
              <a:pathLst>
                <a:path w="3714750" h="1739264">
                  <a:moveTo>
                    <a:pt x="39611" y="1191869"/>
                  </a:moveTo>
                  <a:lnTo>
                    <a:pt x="24307" y="1195019"/>
                  </a:lnTo>
                  <a:lnTo>
                    <a:pt x="11696" y="1203566"/>
                  </a:lnTo>
                  <a:lnTo>
                    <a:pt x="3149" y="1216177"/>
                  </a:lnTo>
                  <a:lnTo>
                    <a:pt x="0" y="1231480"/>
                  </a:lnTo>
                  <a:lnTo>
                    <a:pt x="0" y="1699590"/>
                  </a:lnTo>
                  <a:lnTo>
                    <a:pt x="3149" y="1714893"/>
                  </a:lnTo>
                  <a:lnTo>
                    <a:pt x="11696" y="1727492"/>
                  </a:lnTo>
                  <a:lnTo>
                    <a:pt x="24307" y="1736039"/>
                  </a:lnTo>
                  <a:lnTo>
                    <a:pt x="39611" y="1739188"/>
                  </a:lnTo>
                  <a:lnTo>
                    <a:pt x="39611" y="1191869"/>
                  </a:lnTo>
                  <a:close/>
                </a:path>
                <a:path w="3714750" h="1739264">
                  <a:moveTo>
                    <a:pt x="39611" y="527519"/>
                  </a:moveTo>
                  <a:lnTo>
                    <a:pt x="24307" y="530390"/>
                  </a:lnTo>
                  <a:lnTo>
                    <a:pt x="11696" y="538314"/>
                  </a:lnTo>
                  <a:lnTo>
                    <a:pt x="3149" y="550303"/>
                  </a:lnTo>
                  <a:lnTo>
                    <a:pt x="0" y="565327"/>
                  </a:lnTo>
                  <a:lnTo>
                    <a:pt x="0" y="1033437"/>
                  </a:lnTo>
                  <a:lnTo>
                    <a:pt x="3149" y="1048740"/>
                  </a:lnTo>
                  <a:lnTo>
                    <a:pt x="11696" y="1061339"/>
                  </a:lnTo>
                  <a:lnTo>
                    <a:pt x="24307" y="1069886"/>
                  </a:lnTo>
                  <a:lnTo>
                    <a:pt x="39611" y="1073035"/>
                  </a:lnTo>
                  <a:lnTo>
                    <a:pt x="39611" y="527519"/>
                  </a:lnTo>
                  <a:close/>
                </a:path>
                <a:path w="3714750" h="1739264">
                  <a:moveTo>
                    <a:pt x="39611" y="0"/>
                  </a:moveTo>
                  <a:lnTo>
                    <a:pt x="24307" y="2870"/>
                  </a:lnTo>
                  <a:lnTo>
                    <a:pt x="11696" y="10795"/>
                  </a:lnTo>
                  <a:lnTo>
                    <a:pt x="3149" y="22783"/>
                  </a:lnTo>
                  <a:lnTo>
                    <a:pt x="0" y="37807"/>
                  </a:lnTo>
                  <a:lnTo>
                    <a:pt x="0" y="262851"/>
                  </a:lnTo>
                  <a:lnTo>
                    <a:pt x="3149" y="278155"/>
                  </a:lnTo>
                  <a:lnTo>
                    <a:pt x="11696" y="290766"/>
                  </a:lnTo>
                  <a:lnTo>
                    <a:pt x="24307" y="299313"/>
                  </a:lnTo>
                  <a:lnTo>
                    <a:pt x="39611" y="302463"/>
                  </a:lnTo>
                  <a:lnTo>
                    <a:pt x="39611" y="0"/>
                  </a:lnTo>
                  <a:close/>
                </a:path>
                <a:path w="3714750" h="1739264">
                  <a:moveTo>
                    <a:pt x="3714242" y="747166"/>
                  </a:moveTo>
                  <a:lnTo>
                    <a:pt x="3711092" y="731862"/>
                  </a:lnTo>
                  <a:lnTo>
                    <a:pt x="3702545" y="719264"/>
                  </a:lnTo>
                  <a:lnTo>
                    <a:pt x="3689947" y="710704"/>
                  </a:lnTo>
                  <a:lnTo>
                    <a:pt x="3674643" y="707555"/>
                  </a:lnTo>
                  <a:lnTo>
                    <a:pt x="3674643" y="1584363"/>
                  </a:lnTo>
                  <a:lnTo>
                    <a:pt x="3689947" y="1581213"/>
                  </a:lnTo>
                  <a:lnTo>
                    <a:pt x="3702545" y="1572653"/>
                  </a:lnTo>
                  <a:lnTo>
                    <a:pt x="3711092" y="1560055"/>
                  </a:lnTo>
                  <a:lnTo>
                    <a:pt x="3714242" y="1544751"/>
                  </a:lnTo>
                  <a:lnTo>
                    <a:pt x="3714242" y="747166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4241909" y="2582002"/>
              <a:ext cx="3635375" cy="7347584"/>
            </a:xfrm>
            <a:custGeom>
              <a:avLst/>
              <a:gdLst/>
              <a:ahLst/>
              <a:cxnLst/>
              <a:rect l="l" t="t" r="r" b="b"/>
              <a:pathLst>
                <a:path w="3635375" h="7347584">
                  <a:moveTo>
                    <a:pt x="3096707" y="7347479"/>
                  </a:moveTo>
                  <a:lnTo>
                    <a:pt x="538323" y="7347479"/>
                  </a:lnTo>
                  <a:lnTo>
                    <a:pt x="489360" y="7345277"/>
                  </a:lnTo>
                  <a:lnTo>
                    <a:pt x="441621" y="7338798"/>
                  </a:lnTo>
                  <a:lnTo>
                    <a:pt x="395298" y="7328233"/>
                  </a:lnTo>
                  <a:lnTo>
                    <a:pt x="350581" y="7313772"/>
                  </a:lnTo>
                  <a:lnTo>
                    <a:pt x="307660" y="7295607"/>
                  </a:lnTo>
                  <a:lnTo>
                    <a:pt x="266727" y="7273929"/>
                  </a:lnTo>
                  <a:lnTo>
                    <a:pt x="227972" y="7248927"/>
                  </a:lnTo>
                  <a:lnTo>
                    <a:pt x="191586" y="7220793"/>
                  </a:lnTo>
                  <a:lnTo>
                    <a:pt x="157760" y="7189718"/>
                  </a:lnTo>
                  <a:lnTo>
                    <a:pt x="126685" y="7155892"/>
                  </a:lnTo>
                  <a:lnTo>
                    <a:pt x="98551" y="7119506"/>
                  </a:lnTo>
                  <a:lnTo>
                    <a:pt x="73550" y="7080751"/>
                  </a:lnTo>
                  <a:lnTo>
                    <a:pt x="51871" y="7039818"/>
                  </a:lnTo>
                  <a:lnTo>
                    <a:pt x="33706" y="6996897"/>
                  </a:lnTo>
                  <a:lnTo>
                    <a:pt x="19246" y="6952180"/>
                  </a:lnTo>
                  <a:lnTo>
                    <a:pt x="8796" y="6906364"/>
                  </a:lnTo>
                  <a:lnTo>
                    <a:pt x="8680" y="6905857"/>
                  </a:lnTo>
                  <a:lnTo>
                    <a:pt x="2202" y="6858118"/>
                  </a:lnTo>
                  <a:lnTo>
                    <a:pt x="80" y="6810956"/>
                  </a:lnTo>
                  <a:lnTo>
                    <a:pt x="0" y="538323"/>
                  </a:lnTo>
                  <a:lnTo>
                    <a:pt x="675" y="511063"/>
                  </a:lnTo>
                  <a:lnTo>
                    <a:pt x="6075" y="456544"/>
                  </a:lnTo>
                  <a:lnTo>
                    <a:pt x="13530" y="417076"/>
                  </a:lnTo>
                  <a:lnTo>
                    <a:pt x="23404" y="378086"/>
                  </a:lnTo>
                  <a:lnTo>
                    <a:pt x="37358" y="341177"/>
                  </a:lnTo>
                  <a:lnTo>
                    <a:pt x="54012" y="304269"/>
                  </a:lnTo>
                  <a:lnTo>
                    <a:pt x="72494" y="270343"/>
                  </a:lnTo>
                  <a:lnTo>
                    <a:pt x="92946" y="237654"/>
                  </a:lnTo>
                  <a:lnTo>
                    <a:pt x="119445" y="200183"/>
                  </a:lnTo>
                  <a:lnTo>
                    <a:pt x="144989" y="170476"/>
                  </a:lnTo>
                  <a:lnTo>
                    <a:pt x="167888" y="148252"/>
                  </a:lnTo>
                  <a:lnTo>
                    <a:pt x="186792" y="130811"/>
                  </a:lnTo>
                  <a:lnTo>
                    <a:pt x="237302" y="91836"/>
                  </a:lnTo>
                  <a:lnTo>
                    <a:pt x="281541" y="65087"/>
                  </a:lnTo>
                  <a:lnTo>
                    <a:pt x="328614" y="42496"/>
                  </a:lnTo>
                  <a:lnTo>
                    <a:pt x="378175" y="24376"/>
                  </a:lnTo>
                  <a:lnTo>
                    <a:pt x="429878" y="11043"/>
                  </a:lnTo>
                  <a:lnTo>
                    <a:pt x="483990" y="2719"/>
                  </a:lnTo>
                  <a:lnTo>
                    <a:pt x="485221" y="2719"/>
                  </a:lnTo>
                  <a:lnTo>
                    <a:pt x="538323" y="0"/>
                  </a:lnTo>
                  <a:lnTo>
                    <a:pt x="3098507" y="0"/>
                  </a:lnTo>
                  <a:lnTo>
                    <a:pt x="3153360" y="2719"/>
                  </a:lnTo>
                  <a:lnTo>
                    <a:pt x="3206637" y="10729"/>
                  </a:lnTo>
                  <a:lnTo>
                    <a:pt x="3258088" y="23809"/>
                  </a:lnTo>
                  <a:lnTo>
                    <a:pt x="3291678" y="36008"/>
                  </a:lnTo>
                  <a:lnTo>
                    <a:pt x="538323" y="36008"/>
                  </a:lnTo>
                  <a:lnTo>
                    <a:pt x="489971" y="38309"/>
                  </a:lnTo>
                  <a:lnTo>
                    <a:pt x="442914" y="45074"/>
                  </a:lnTo>
                  <a:lnTo>
                    <a:pt x="397364" y="56093"/>
                  </a:lnTo>
                  <a:lnTo>
                    <a:pt x="353530" y="71158"/>
                  </a:lnTo>
                  <a:lnTo>
                    <a:pt x="311625" y="90060"/>
                  </a:lnTo>
                  <a:lnTo>
                    <a:pt x="271860" y="112590"/>
                  </a:lnTo>
                  <a:lnTo>
                    <a:pt x="234445" y="138539"/>
                  </a:lnTo>
                  <a:lnTo>
                    <a:pt x="199591" y="167698"/>
                  </a:lnTo>
                  <a:lnTo>
                    <a:pt x="167510" y="199859"/>
                  </a:lnTo>
                  <a:lnTo>
                    <a:pt x="138413" y="234812"/>
                  </a:lnTo>
                  <a:lnTo>
                    <a:pt x="112510" y="272348"/>
                  </a:lnTo>
                  <a:lnTo>
                    <a:pt x="90014" y="312259"/>
                  </a:lnTo>
                  <a:lnTo>
                    <a:pt x="71134" y="354336"/>
                  </a:lnTo>
                  <a:lnTo>
                    <a:pt x="56083" y="398369"/>
                  </a:lnTo>
                  <a:lnTo>
                    <a:pt x="45070" y="444151"/>
                  </a:lnTo>
                  <a:lnTo>
                    <a:pt x="38308" y="491472"/>
                  </a:lnTo>
                  <a:lnTo>
                    <a:pt x="36092" y="538323"/>
                  </a:lnTo>
                  <a:lnTo>
                    <a:pt x="36007" y="6810956"/>
                  </a:lnTo>
                  <a:lnTo>
                    <a:pt x="38251" y="6858118"/>
                  </a:lnTo>
                  <a:lnTo>
                    <a:pt x="38308" y="6859307"/>
                  </a:lnTo>
                  <a:lnTo>
                    <a:pt x="44997" y="6905857"/>
                  </a:lnTo>
                  <a:lnTo>
                    <a:pt x="56083" y="6951915"/>
                  </a:lnTo>
                  <a:lnTo>
                    <a:pt x="71134" y="6995748"/>
                  </a:lnTo>
                  <a:lnTo>
                    <a:pt x="90014" y="7037653"/>
                  </a:lnTo>
                  <a:lnTo>
                    <a:pt x="112510" y="7077418"/>
                  </a:lnTo>
                  <a:lnTo>
                    <a:pt x="138413" y="7114833"/>
                  </a:lnTo>
                  <a:lnTo>
                    <a:pt x="167510" y="7149687"/>
                  </a:lnTo>
                  <a:lnTo>
                    <a:pt x="199591" y="7181768"/>
                  </a:lnTo>
                  <a:lnTo>
                    <a:pt x="234445" y="7210865"/>
                  </a:lnTo>
                  <a:lnTo>
                    <a:pt x="271860" y="7236767"/>
                  </a:lnTo>
                  <a:lnTo>
                    <a:pt x="311625" y="7259264"/>
                  </a:lnTo>
                  <a:lnTo>
                    <a:pt x="353530" y="7278144"/>
                  </a:lnTo>
                  <a:lnTo>
                    <a:pt x="397364" y="7293195"/>
                  </a:lnTo>
                  <a:lnTo>
                    <a:pt x="442914" y="7304208"/>
                  </a:lnTo>
                  <a:lnTo>
                    <a:pt x="489971" y="7310970"/>
                  </a:lnTo>
                  <a:lnTo>
                    <a:pt x="538323" y="7313271"/>
                  </a:lnTo>
                  <a:lnTo>
                    <a:pt x="3285634" y="7313271"/>
                  </a:lnTo>
                  <a:lnTo>
                    <a:pt x="3284449" y="7313772"/>
                  </a:lnTo>
                  <a:lnTo>
                    <a:pt x="3239732" y="7328233"/>
                  </a:lnTo>
                  <a:lnTo>
                    <a:pt x="3193408" y="7338798"/>
                  </a:lnTo>
                  <a:lnTo>
                    <a:pt x="3145670" y="7345277"/>
                  </a:lnTo>
                  <a:lnTo>
                    <a:pt x="3096707" y="7347479"/>
                  </a:lnTo>
                  <a:close/>
                </a:path>
                <a:path w="3635375" h="7347584">
                  <a:moveTo>
                    <a:pt x="3285634" y="7313271"/>
                  </a:moveTo>
                  <a:lnTo>
                    <a:pt x="3096707" y="7313271"/>
                  </a:lnTo>
                  <a:lnTo>
                    <a:pt x="3145059" y="7310970"/>
                  </a:lnTo>
                  <a:lnTo>
                    <a:pt x="3192115" y="7304208"/>
                  </a:lnTo>
                  <a:lnTo>
                    <a:pt x="3237666" y="7293195"/>
                  </a:lnTo>
                  <a:lnTo>
                    <a:pt x="3281499" y="7278144"/>
                  </a:lnTo>
                  <a:lnTo>
                    <a:pt x="3323404" y="7259264"/>
                  </a:lnTo>
                  <a:lnTo>
                    <a:pt x="3363169" y="7236767"/>
                  </a:lnTo>
                  <a:lnTo>
                    <a:pt x="3400584" y="7210865"/>
                  </a:lnTo>
                  <a:lnTo>
                    <a:pt x="3435438" y="7181768"/>
                  </a:lnTo>
                  <a:lnTo>
                    <a:pt x="3467519" y="7149687"/>
                  </a:lnTo>
                  <a:lnTo>
                    <a:pt x="3496616" y="7114833"/>
                  </a:lnTo>
                  <a:lnTo>
                    <a:pt x="3522518" y="7077418"/>
                  </a:lnTo>
                  <a:lnTo>
                    <a:pt x="3545015" y="7037653"/>
                  </a:lnTo>
                  <a:lnTo>
                    <a:pt x="3563895" y="6995748"/>
                  </a:lnTo>
                  <a:lnTo>
                    <a:pt x="3578855" y="6952180"/>
                  </a:lnTo>
                  <a:lnTo>
                    <a:pt x="3578946" y="6951915"/>
                  </a:lnTo>
                  <a:lnTo>
                    <a:pt x="3589959" y="6906364"/>
                  </a:lnTo>
                  <a:lnTo>
                    <a:pt x="3596721" y="6859307"/>
                  </a:lnTo>
                  <a:lnTo>
                    <a:pt x="3599022" y="6810956"/>
                  </a:lnTo>
                  <a:lnTo>
                    <a:pt x="3599022" y="538323"/>
                  </a:lnTo>
                  <a:lnTo>
                    <a:pt x="3596792" y="491472"/>
                  </a:lnTo>
                  <a:lnTo>
                    <a:pt x="3589959" y="442914"/>
                  </a:lnTo>
                  <a:lnTo>
                    <a:pt x="3578946" y="397364"/>
                  </a:lnTo>
                  <a:lnTo>
                    <a:pt x="3563895" y="353531"/>
                  </a:lnTo>
                  <a:lnTo>
                    <a:pt x="3545015" y="311626"/>
                  </a:lnTo>
                  <a:lnTo>
                    <a:pt x="3522518" y="271860"/>
                  </a:lnTo>
                  <a:lnTo>
                    <a:pt x="3496616" y="234445"/>
                  </a:lnTo>
                  <a:lnTo>
                    <a:pt x="3467519" y="199592"/>
                  </a:lnTo>
                  <a:lnTo>
                    <a:pt x="3435438" y="167511"/>
                  </a:lnTo>
                  <a:lnTo>
                    <a:pt x="3400735" y="138539"/>
                  </a:lnTo>
                  <a:lnTo>
                    <a:pt x="3363284" y="112590"/>
                  </a:lnTo>
                  <a:lnTo>
                    <a:pt x="3323485" y="90060"/>
                  </a:lnTo>
                  <a:lnTo>
                    <a:pt x="3281551" y="71158"/>
                  </a:lnTo>
                  <a:lnTo>
                    <a:pt x="3237695" y="56093"/>
                  </a:lnTo>
                  <a:lnTo>
                    <a:pt x="3192128" y="45074"/>
                  </a:lnTo>
                  <a:lnTo>
                    <a:pt x="3145062" y="38309"/>
                  </a:lnTo>
                  <a:lnTo>
                    <a:pt x="3096707" y="36008"/>
                  </a:lnTo>
                  <a:lnTo>
                    <a:pt x="3291678" y="36008"/>
                  </a:lnTo>
                  <a:lnTo>
                    <a:pt x="3354502" y="64300"/>
                  </a:lnTo>
                  <a:lnTo>
                    <a:pt x="3398961" y="91269"/>
                  </a:lnTo>
                  <a:lnTo>
                    <a:pt x="3440585" y="122428"/>
                  </a:lnTo>
                  <a:lnTo>
                    <a:pt x="3478394" y="156635"/>
                  </a:lnTo>
                  <a:lnTo>
                    <a:pt x="3504275" y="185667"/>
                  </a:lnTo>
                  <a:lnTo>
                    <a:pt x="3528806" y="216049"/>
                  </a:lnTo>
                  <a:lnTo>
                    <a:pt x="3550833" y="248456"/>
                  </a:lnTo>
                  <a:lnTo>
                    <a:pt x="3570890" y="281089"/>
                  </a:lnTo>
                  <a:lnTo>
                    <a:pt x="3590864" y="322133"/>
                  </a:lnTo>
                  <a:lnTo>
                    <a:pt x="3605605" y="359210"/>
                  </a:lnTo>
                  <a:lnTo>
                    <a:pt x="3618601" y="404192"/>
                  </a:lnTo>
                  <a:lnTo>
                    <a:pt x="3628954" y="456291"/>
                  </a:lnTo>
                  <a:lnTo>
                    <a:pt x="3634356" y="510304"/>
                  </a:lnTo>
                  <a:lnTo>
                    <a:pt x="3635031" y="538323"/>
                  </a:lnTo>
                  <a:lnTo>
                    <a:pt x="3634950" y="6810956"/>
                  </a:lnTo>
                  <a:lnTo>
                    <a:pt x="3632829" y="6858118"/>
                  </a:lnTo>
                  <a:lnTo>
                    <a:pt x="3626350" y="6905857"/>
                  </a:lnTo>
                  <a:lnTo>
                    <a:pt x="3615845" y="6951915"/>
                  </a:lnTo>
                  <a:lnTo>
                    <a:pt x="3601324" y="6996897"/>
                  </a:lnTo>
                  <a:lnTo>
                    <a:pt x="3583159" y="7039818"/>
                  </a:lnTo>
                  <a:lnTo>
                    <a:pt x="3561480" y="7080751"/>
                  </a:lnTo>
                  <a:lnTo>
                    <a:pt x="3536479" y="7119506"/>
                  </a:lnTo>
                  <a:lnTo>
                    <a:pt x="3508345" y="7155892"/>
                  </a:lnTo>
                  <a:lnTo>
                    <a:pt x="3477269" y="7189718"/>
                  </a:lnTo>
                  <a:lnTo>
                    <a:pt x="3443443" y="7220793"/>
                  </a:lnTo>
                  <a:lnTo>
                    <a:pt x="3407057" y="7248927"/>
                  </a:lnTo>
                  <a:lnTo>
                    <a:pt x="3368303" y="7273929"/>
                  </a:lnTo>
                  <a:lnTo>
                    <a:pt x="3327369" y="7295607"/>
                  </a:lnTo>
                  <a:lnTo>
                    <a:pt x="3285634" y="7313271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3353067" y="6256642"/>
              <a:ext cx="836930" cy="0"/>
            </a:xfrm>
            <a:custGeom>
              <a:avLst/>
              <a:gdLst/>
              <a:ahLst/>
              <a:cxnLst/>
              <a:rect l="l" t="t" r="r" b="b"/>
              <a:pathLst>
                <a:path w="836930" h="0">
                  <a:moveTo>
                    <a:pt x="0" y="0"/>
                  </a:moveTo>
                  <a:lnTo>
                    <a:pt x="836455" y="0"/>
                  </a:lnTo>
                </a:path>
              </a:pathLst>
            </a:custGeom>
            <a:ln w="104774">
              <a:solidFill>
                <a:srgbClr val="F13A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3979972" y="6099479"/>
              <a:ext cx="209550" cy="314325"/>
            </a:xfrm>
            <a:custGeom>
              <a:avLst/>
              <a:gdLst/>
              <a:ahLst/>
              <a:cxnLst/>
              <a:rect l="l" t="t" r="r" b="b"/>
              <a:pathLst>
                <a:path w="209550" h="314325">
                  <a:moveTo>
                    <a:pt x="0" y="0"/>
                  </a:moveTo>
                  <a:lnTo>
                    <a:pt x="209549" y="157162"/>
                  </a:lnTo>
                  <a:lnTo>
                    <a:pt x="0" y="314324"/>
                  </a:lnTo>
                </a:path>
              </a:pathLst>
            </a:custGeom>
            <a:ln w="104774">
              <a:solidFill>
                <a:srgbClr val="F13A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 descr=""/>
          <p:cNvGrpSpPr/>
          <p:nvPr/>
        </p:nvGrpSpPr>
        <p:grpSpPr>
          <a:xfrm>
            <a:off x="8827959" y="6047092"/>
            <a:ext cx="890269" cy="419100"/>
            <a:chOff x="8827959" y="6047092"/>
            <a:chExt cx="890269" cy="419100"/>
          </a:xfrm>
        </p:grpSpPr>
        <p:sp>
          <p:nvSpPr>
            <p:cNvPr id="32" name="object 32" descr=""/>
            <p:cNvSpPr/>
            <p:nvPr/>
          </p:nvSpPr>
          <p:spPr>
            <a:xfrm>
              <a:off x="8827959" y="6256642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 h="0">
                  <a:moveTo>
                    <a:pt x="0" y="0"/>
                  </a:moveTo>
                  <a:lnTo>
                    <a:pt x="837689" y="0"/>
                  </a:lnTo>
                </a:path>
              </a:pathLst>
            </a:custGeom>
            <a:ln w="104774">
              <a:solidFill>
                <a:srgbClr val="F13A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456098" y="6099479"/>
              <a:ext cx="209550" cy="314325"/>
            </a:xfrm>
            <a:custGeom>
              <a:avLst/>
              <a:gdLst/>
              <a:ahLst/>
              <a:cxnLst/>
              <a:rect l="l" t="t" r="r" b="b"/>
              <a:pathLst>
                <a:path w="209550" h="314325">
                  <a:moveTo>
                    <a:pt x="0" y="0"/>
                  </a:moveTo>
                  <a:lnTo>
                    <a:pt x="209549" y="157162"/>
                  </a:lnTo>
                  <a:lnTo>
                    <a:pt x="0" y="314324"/>
                  </a:lnTo>
                </a:path>
              </a:pathLst>
            </a:custGeom>
            <a:ln w="104774">
              <a:solidFill>
                <a:srgbClr val="F13A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4253102" y="6047092"/>
            <a:ext cx="940435" cy="419100"/>
            <a:chOff x="4253102" y="6047092"/>
            <a:chExt cx="940435" cy="419100"/>
          </a:xfrm>
        </p:grpSpPr>
        <p:sp>
          <p:nvSpPr>
            <p:cNvPr id="35" name="object 35" descr=""/>
            <p:cNvSpPr/>
            <p:nvPr/>
          </p:nvSpPr>
          <p:spPr>
            <a:xfrm>
              <a:off x="4253102" y="6256642"/>
              <a:ext cx="887730" cy="0"/>
            </a:xfrm>
            <a:custGeom>
              <a:avLst/>
              <a:gdLst/>
              <a:ahLst/>
              <a:cxnLst/>
              <a:rect l="l" t="t" r="r" b="b"/>
              <a:pathLst>
                <a:path w="887729" h="0">
                  <a:moveTo>
                    <a:pt x="0" y="0"/>
                  </a:moveTo>
                  <a:lnTo>
                    <a:pt x="887437" y="0"/>
                  </a:lnTo>
                </a:path>
              </a:pathLst>
            </a:custGeom>
            <a:ln w="104774">
              <a:solidFill>
                <a:srgbClr val="F13A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930990" y="6099479"/>
              <a:ext cx="209550" cy="314325"/>
            </a:xfrm>
            <a:custGeom>
              <a:avLst/>
              <a:gdLst/>
              <a:ahLst/>
              <a:cxnLst/>
              <a:rect l="l" t="t" r="r" b="b"/>
              <a:pathLst>
                <a:path w="209550" h="314325">
                  <a:moveTo>
                    <a:pt x="0" y="0"/>
                  </a:moveTo>
                  <a:lnTo>
                    <a:pt x="209549" y="157162"/>
                  </a:lnTo>
                  <a:lnTo>
                    <a:pt x="0" y="314324"/>
                  </a:lnTo>
                </a:path>
              </a:pathLst>
            </a:custGeom>
            <a:ln w="104774">
              <a:solidFill>
                <a:srgbClr val="F13A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10"/>
              <a:t>Referrer’s</a:t>
            </a:r>
            <a:r>
              <a:rPr dirty="0" spc="-490"/>
              <a:t> </a:t>
            </a:r>
            <a:r>
              <a:rPr dirty="0" spc="-250"/>
              <a:t>journey</a:t>
            </a:r>
            <a:r>
              <a:rPr dirty="0" spc="-490"/>
              <a:t> </a:t>
            </a:r>
            <a:r>
              <a:rPr dirty="0" spc="-125"/>
              <a:t>of</a:t>
            </a:r>
            <a:r>
              <a:rPr dirty="0" spc="-490"/>
              <a:t> </a:t>
            </a:r>
            <a:r>
              <a:rPr dirty="0" spc="-520"/>
              <a:t>a</a:t>
            </a:r>
            <a:r>
              <a:rPr dirty="0" spc="-490"/>
              <a:t> </a:t>
            </a:r>
            <a:r>
              <a:rPr dirty="0" spc="-315"/>
              <a:t>Referral</a:t>
            </a:r>
            <a:r>
              <a:rPr dirty="0" spc="-490"/>
              <a:t> </a:t>
            </a:r>
            <a:r>
              <a:rPr dirty="0" spc="-345"/>
              <a:t>Program</a:t>
            </a:r>
          </a:p>
        </p:txBody>
      </p:sp>
      <p:sp>
        <p:nvSpPr>
          <p:cNvPr id="38" name="object 38" descr=""/>
          <p:cNvSpPr txBox="1"/>
          <p:nvPr/>
        </p:nvSpPr>
        <p:spPr>
          <a:xfrm>
            <a:off x="141933" y="1360722"/>
            <a:ext cx="177387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5">
                <a:latin typeface="Verdana"/>
                <a:cs typeface="Verdana"/>
              </a:rPr>
              <a:t>Referrer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50">
                <a:latin typeface="Verdana"/>
                <a:cs typeface="Verdana"/>
              </a:rPr>
              <a:t>is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105">
                <a:latin typeface="Verdana"/>
                <a:cs typeface="Verdana"/>
              </a:rPr>
              <a:t>an</a:t>
            </a:r>
            <a:r>
              <a:rPr dirty="0" sz="2800" spc="-254">
                <a:latin typeface="Verdana"/>
                <a:cs typeface="Verdana"/>
              </a:rPr>
              <a:t> </a:t>
            </a:r>
            <a:r>
              <a:rPr dirty="0" sz="2800" spc="-35">
                <a:latin typeface="Verdana"/>
                <a:cs typeface="Verdana"/>
              </a:rPr>
              <a:t>active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75">
                <a:latin typeface="Verdana"/>
                <a:cs typeface="Verdana"/>
              </a:rPr>
              <a:t>user</a:t>
            </a:r>
            <a:r>
              <a:rPr dirty="0" sz="2800" spc="-254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of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35">
                <a:latin typeface="Verdana"/>
                <a:cs typeface="Verdana"/>
              </a:rPr>
              <a:t>the</a:t>
            </a:r>
            <a:r>
              <a:rPr dirty="0" sz="2800" spc="-254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product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60">
                <a:latin typeface="Verdana"/>
                <a:cs typeface="Verdana"/>
              </a:rPr>
              <a:t>and</a:t>
            </a:r>
            <a:r>
              <a:rPr dirty="0" sz="2800" spc="-254">
                <a:latin typeface="Verdana"/>
                <a:cs typeface="Verdana"/>
              </a:rPr>
              <a:t> </a:t>
            </a:r>
            <a:r>
              <a:rPr dirty="0" sz="2800" spc="-10">
                <a:latin typeface="Verdana"/>
                <a:cs typeface="Verdana"/>
              </a:rPr>
              <a:t>will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25">
                <a:latin typeface="Verdana"/>
                <a:cs typeface="Verdana"/>
              </a:rPr>
              <a:t>be</a:t>
            </a:r>
            <a:r>
              <a:rPr dirty="0" sz="2800" spc="-254">
                <a:latin typeface="Verdana"/>
                <a:cs typeface="Verdana"/>
              </a:rPr>
              <a:t> </a:t>
            </a:r>
            <a:r>
              <a:rPr dirty="0" sz="2800" spc="-45">
                <a:latin typeface="Verdana"/>
                <a:cs typeface="Verdana"/>
              </a:rPr>
              <a:t>motivated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>
                <a:latin typeface="Verdana"/>
                <a:cs typeface="Verdana"/>
              </a:rPr>
              <a:t>to</a:t>
            </a:r>
            <a:r>
              <a:rPr dirty="0" sz="2800" spc="-254">
                <a:latin typeface="Verdana"/>
                <a:cs typeface="Verdana"/>
              </a:rPr>
              <a:t> </a:t>
            </a:r>
            <a:r>
              <a:rPr dirty="0" sz="2800" spc="-85">
                <a:latin typeface="Verdana"/>
                <a:cs typeface="Verdana"/>
              </a:rPr>
              <a:t>share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55">
                <a:latin typeface="Verdana"/>
                <a:cs typeface="Verdana"/>
              </a:rPr>
              <a:t>his</a:t>
            </a:r>
            <a:r>
              <a:rPr dirty="0" sz="2800" spc="-254">
                <a:latin typeface="Verdana"/>
                <a:cs typeface="Verdana"/>
              </a:rPr>
              <a:t> </a:t>
            </a:r>
            <a:r>
              <a:rPr dirty="0" sz="2800" spc="-65">
                <a:latin typeface="Verdana"/>
                <a:cs typeface="Verdana"/>
              </a:rPr>
              <a:t>experience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40">
                <a:latin typeface="Verdana"/>
                <a:cs typeface="Verdana"/>
              </a:rPr>
              <a:t>with</a:t>
            </a:r>
            <a:r>
              <a:rPr dirty="0" sz="2800" spc="-254">
                <a:latin typeface="Verdana"/>
                <a:cs typeface="Verdana"/>
              </a:rPr>
              <a:t> </a:t>
            </a:r>
            <a:r>
              <a:rPr dirty="0" sz="2800" spc="-100">
                <a:latin typeface="Verdana"/>
                <a:cs typeface="Verdana"/>
              </a:rPr>
              <a:t>known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10">
                <a:latin typeface="Verdana"/>
                <a:cs typeface="Verdana"/>
              </a:rPr>
              <a:t>circle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8462" y="2582002"/>
            <a:ext cx="17338675" cy="7347584"/>
            <a:chOff x="578462" y="2582002"/>
            <a:chExt cx="17338675" cy="7347584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1322" y="2803452"/>
              <a:ext cx="3190329" cy="691357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2168226" y="2862866"/>
              <a:ext cx="493395" cy="61594"/>
            </a:xfrm>
            <a:custGeom>
              <a:avLst/>
              <a:gdLst/>
              <a:ahLst/>
              <a:cxnLst/>
              <a:rect l="l" t="t" r="r" b="b"/>
              <a:pathLst>
                <a:path w="493394" h="61594">
                  <a:moveTo>
                    <a:pt x="462705" y="61214"/>
                  </a:moveTo>
                  <a:lnTo>
                    <a:pt x="30607" y="61214"/>
                  </a:lnTo>
                  <a:lnTo>
                    <a:pt x="18988" y="58963"/>
                  </a:lnTo>
                  <a:lnTo>
                    <a:pt x="9227" y="52662"/>
                  </a:lnTo>
                  <a:lnTo>
                    <a:pt x="2503" y="42984"/>
                  </a:lnTo>
                  <a:lnTo>
                    <a:pt x="0" y="30607"/>
                  </a:lnTo>
                  <a:lnTo>
                    <a:pt x="2503" y="18229"/>
                  </a:lnTo>
                  <a:lnTo>
                    <a:pt x="9227" y="8551"/>
                  </a:lnTo>
                  <a:lnTo>
                    <a:pt x="18988" y="2250"/>
                  </a:lnTo>
                  <a:lnTo>
                    <a:pt x="30607" y="0"/>
                  </a:lnTo>
                  <a:lnTo>
                    <a:pt x="462705" y="0"/>
                  </a:lnTo>
                  <a:lnTo>
                    <a:pt x="474324" y="2250"/>
                  </a:lnTo>
                  <a:lnTo>
                    <a:pt x="484085" y="8551"/>
                  </a:lnTo>
                  <a:lnTo>
                    <a:pt x="490809" y="18229"/>
                  </a:lnTo>
                  <a:lnTo>
                    <a:pt x="493312" y="30607"/>
                  </a:lnTo>
                  <a:lnTo>
                    <a:pt x="490809" y="42984"/>
                  </a:lnTo>
                  <a:lnTo>
                    <a:pt x="484085" y="52662"/>
                  </a:lnTo>
                  <a:lnTo>
                    <a:pt x="474324" y="58963"/>
                  </a:lnTo>
                  <a:lnTo>
                    <a:pt x="462705" y="61214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8174" y="2848463"/>
              <a:ext cx="90020" cy="9002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578459" y="3554234"/>
              <a:ext cx="3714750" cy="1739264"/>
            </a:xfrm>
            <a:custGeom>
              <a:avLst/>
              <a:gdLst/>
              <a:ahLst/>
              <a:cxnLst/>
              <a:rect l="l" t="t" r="r" b="b"/>
              <a:pathLst>
                <a:path w="3714750" h="1739264">
                  <a:moveTo>
                    <a:pt x="39611" y="1191869"/>
                  </a:moveTo>
                  <a:lnTo>
                    <a:pt x="24307" y="1195019"/>
                  </a:lnTo>
                  <a:lnTo>
                    <a:pt x="11696" y="1203566"/>
                  </a:lnTo>
                  <a:lnTo>
                    <a:pt x="3149" y="1216177"/>
                  </a:lnTo>
                  <a:lnTo>
                    <a:pt x="0" y="1231480"/>
                  </a:lnTo>
                  <a:lnTo>
                    <a:pt x="0" y="1699590"/>
                  </a:lnTo>
                  <a:lnTo>
                    <a:pt x="3149" y="1714893"/>
                  </a:lnTo>
                  <a:lnTo>
                    <a:pt x="11696" y="1727492"/>
                  </a:lnTo>
                  <a:lnTo>
                    <a:pt x="24307" y="1736039"/>
                  </a:lnTo>
                  <a:lnTo>
                    <a:pt x="39611" y="1739188"/>
                  </a:lnTo>
                  <a:lnTo>
                    <a:pt x="39611" y="1191869"/>
                  </a:lnTo>
                  <a:close/>
                </a:path>
                <a:path w="3714750" h="1739264">
                  <a:moveTo>
                    <a:pt x="39611" y="527519"/>
                  </a:moveTo>
                  <a:lnTo>
                    <a:pt x="24307" y="530390"/>
                  </a:lnTo>
                  <a:lnTo>
                    <a:pt x="11696" y="538314"/>
                  </a:lnTo>
                  <a:lnTo>
                    <a:pt x="3149" y="550303"/>
                  </a:lnTo>
                  <a:lnTo>
                    <a:pt x="0" y="565327"/>
                  </a:lnTo>
                  <a:lnTo>
                    <a:pt x="0" y="1033437"/>
                  </a:lnTo>
                  <a:lnTo>
                    <a:pt x="3149" y="1048740"/>
                  </a:lnTo>
                  <a:lnTo>
                    <a:pt x="11696" y="1061339"/>
                  </a:lnTo>
                  <a:lnTo>
                    <a:pt x="24307" y="1069886"/>
                  </a:lnTo>
                  <a:lnTo>
                    <a:pt x="39611" y="1073035"/>
                  </a:lnTo>
                  <a:lnTo>
                    <a:pt x="39611" y="527519"/>
                  </a:lnTo>
                  <a:close/>
                </a:path>
                <a:path w="3714750" h="1739264">
                  <a:moveTo>
                    <a:pt x="39611" y="0"/>
                  </a:moveTo>
                  <a:lnTo>
                    <a:pt x="24307" y="2870"/>
                  </a:lnTo>
                  <a:lnTo>
                    <a:pt x="11696" y="10795"/>
                  </a:lnTo>
                  <a:lnTo>
                    <a:pt x="3149" y="22783"/>
                  </a:lnTo>
                  <a:lnTo>
                    <a:pt x="0" y="37807"/>
                  </a:lnTo>
                  <a:lnTo>
                    <a:pt x="0" y="262851"/>
                  </a:lnTo>
                  <a:lnTo>
                    <a:pt x="3149" y="278155"/>
                  </a:lnTo>
                  <a:lnTo>
                    <a:pt x="11696" y="290766"/>
                  </a:lnTo>
                  <a:lnTo>
                    <a:pt x="24307" y="299313"/>
                  </a:lnTo>
                  <a:lnTo>
                    <a:pt x="39611" y="302463"/>
                  </a:lnTo>
                  <a:lnTo>
                    <a:pt x="39611" y="0"/>
                  </a:lnTo>
                  <a:close/>
                </a:path>
                <a:path w="3714750" h="1739264">
                  <a:moveTo>
                    <a:pt x="3714242" y="747166"/>
                  </a:moveTo>
                  <a:lnTo>
                    <a:pt x="3711092" y="731862"/>
                  </a:lnTo>
                  <a:lnTo>
                    <a:pt x="3702545" y="719264"/>
                  </a:lnTo>
                  <a:lnTo>
                    <a:pt x="3689934" y="710704"/>
                  </a:lnTo>
                  <a:lnTo>
                    <a:pt x="3674630" y="707555"/>
                  </a:lnTo>
                  <a:lnTo>
                    <a:pt x="3674630" y="1584363"/>
                  </a:lnTo>
                  <a:lnTo>
                    <a:pt x="3689934" y="1581213"/>
                  </a:lnTo>
                  <a:lnTo>
                    <a:pt x="3702545" y="1572653"/>
                  </a:lnTo>
                  <a:lnTo>
                    <a:pt x="3711092" y="1560055"/>
                  </a:lnTo>
                  <a:lnTo>
                    <a:pt x="3714242" y="1544751"/>
                  </a:lnTo>
                  <a:lnTo>
                    <a:pt x="3714242" y="747166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18071" y="2582002"/>
              <a:ext cx="3635375" cy="7347584"/>
            </a:xfrm>
            <a:custGeom>
              <a:avLst/>
              <a:gdLst/>
              <a:ahLst/>
              <a:cxnLst/>
              <a:rect l="l" t="t" r="r" b="b"/>
              <a:pathLst>
                <a:path w="3635375" h="7347584">
                  <a:moveTo>
                    <a:pt x="3096708" y="7347479"/>
                  </a:moveTo>
                  <a:lnTo>
                    <a:pt x="538322" y="7347479"/>
                  </a:lnTo>
                  <a:lnTo>
                    <a:pt x="489360" y="7345277"/>
                  </a:lnTo>
                  <a:lnTo>
                    <a:pt x="441621" y="7338798"/>
                  </a:lnTo>
                  <a:lnTo>
                    <a:pt x="395298" y="7328233"/>
                  </a:lnTo>
                  <a:lnTo>
                    <a:pt x="350581" y="7313772"/>
                  </a:lnTo>
                  <a:lnTo>
                    <a:pt x="307660" y="7295607"/>
                  </a:lnTo>
                  <a:lnTo>
                    <a:pt x="266727" y="7273929"/>
                  </a:lnTo>
                  <a:lnTo>
                    <a:pt x="227972" y="7248927"/>
                  </a:lnTo>
                  <a:lnTo>
                    <a:pt x="191586" y="7220793"/>
                  </a:lnTo>
                  <a:lnTo>
                    <a:pt x="157761" y="7189718"/>
                  </a:lnTo>
                  <a:lnTo>
                    <a:pt x="126685" y="7155892"/>
                  </a:lnTo>
                  <a:lnTo>
                    <a:pt x="98551" y="7119506"/>
                  </a:lnTo>
                  <a:lnTo>
                    <a:pt x="73550" y="7080751"/>
                  </a:lnTo>
                  <a:lnTo>
                    <a:pt x="51871" y="7039818"/>
                  </a:lnTo>
                  <a:lnTo>
                    <a:pt x="33706" y="6996897"/>
                  </a:lnTo>
                  <a:lnTo>
                    <a:pt x="19246" y="6952180"/>
                  </a:lnTo>
                  <a:lnTo>
                    <a:pt x="8796" y="6906364"/>
                  </a:lnTo>
                  <a:lnTo>
                    <a:pt x="8680" y="6905857"/>
                  </a:lnTo>
                  <a:lnTo>
                    <a:pt x="2202" y="6858118"/>
                  </a:lnTo>
                  <a:lnTo>
                    <a:pt x="80" y="6810956"/>
                  </a:lnTo>
                  <a:lnTo>
                    <a:pt x="0" y="538323"/>
                  </a:lnTo>
                  <a:lnTo>
                    <a:pt x="675" y="511063"/>
                  </a:lnTo>
                  <a:lnTo>
                    <a:pt x="6076" y="456544"/>
                  </a:lnTo>
                  <a:lnTo>
                    <a:pt x="13531" y="417076"/>
                  </a:lnTo>
                  <a:lnTo>
                    <a:pt x="23405" y="378086"/>
                  </a:lnTo>
                  <a:lnTo>
                    <a:pt x="37358" y="341177"/>
                  </a:lnTo>
                  <a:lnTo>
                    <a:pt x="54012" y="304269"/>
                  </a:lnTo>
                  <a:lnTo>
                    <a:pt x="72494" y="270343"/>
                  </a:lnTo>
                  <a:lnTo>
                    <a:pt x="92946" y="237654"/>
                  </a:lnTo>
                  <a:lnTo>
                    <a:pt x="119446" y="200183"/>
                  </a:lnTo>
                  <a:lnTo>
                    <a:pt x="144989" y="170476"/>
                  </a:lnTo>
                  <a:lnTo>
                    <a:pt x="167888" y="148252"/>
                  </a:lnTo>
                  <a:lnTo>
                    <a:pt x="186792" y="130811"/>
                  </a:lnTo>
                  <a:lnTo>
                    <a:pt x="237302" y="91836"/>
                  </a:lnTo>
                  <a:lnTo>
                    <a:pt x="281541" y="65087"/>
                  </a:lnTo>
                  <a:lnTo>
                    <a:pt x="328614" y="42496"/>
                  </a:lnTo>
                  <a:lnTo>
                    <a:pt x="378175" y="24376"/>
                  </a:lnTo>
                  <a:lnTo>
                    <a:pt x="429878" y="11043"/>
                  </a:lnTo>
                  <a:lnTo>
                    <a:pt x="483990" y="2719"/>
                  </a:lnTo>
                  <a:lnTo>
                    <a:pt x="485221" y="2719"/>
                  </a:lnTo>
                  <a:lnTo>
                    <a:pt x="538322" y="0"/>
                  </a:lnTo>
                  <a:lnTo>
                    <a:pt x="3098508" y="0"/>
                  </a:lnTo>
                  <a:lnTo>
                    <a:pt x="3153360" y="2719"/>
                  </a:lnTo>
                  <a:lnTo>
                    <a:pt x="3206637" y="10729"/>
                  </a:lnTo>
                  <a:lnTo>
                    <a:pt x="3258088" y="23809"/>
                  </a:lnTo>
                  <a:lnTo>
                    <a:pt x="3291678" y="36008"/>
                  </a:lnTo>
                  <a:lnTo>
                    <a:pt x="538322" y="36008"/>
                  </a:lnTo>
                  <a:lnTo>
                    <a:pt x="489971" y="38309"/>
                  </a:lnTo>
                  <a:lnTo>
                    <a:pt x="442914" y="45074"/>
                  </a:lnTo>
                  <a:lnTo>
                    <a:pt x="397364" y="56093"/>
                  </a:lnTo>
                  <a:lnTo>
                    <a:pt x="353531" y="71158"/>
                  </a:lnTo>
                  <a:lnTo>
                    <a:pt x="311626" y="90060"/>
                  </a:lnTo>
                  <a:lnTo>
                    <a:pt x="271860" y="112590"/>
                  </a:lnTo>
                  <a:lnTo>
                    <a:pt x="234445" y="138539"/>
                  </a:lnTo>
                  <a:lnTo>
                    <a:pt x="199592" y="167698"/>
                  </a:lnTo>
                  <a:lnTo>
                    <a:pt x="167511" y="199859"/>
                  </a:lnTo>
                  <a:lnTo>
                    <a:pt x="138414" y="234812"/>
                  </a:lnTo>
                  <a:lnTo>
                    <a:pt x="112511" y="272348"/>
                  </a:lnTo>
                  <a:lnTo>
                    <a:pt x="90015" y="312259"/>
                  </a:lnTo>
                  <a:lnTo>
                    <a:pt x="71135" y="354336"/>
                  </a:lnTo>
                  <a:lnTo>
                    <a:pt x="56083" y="398369"/>
                  </a:lnTo>
                  <a:lnTo>
                    <a:pt x="45071" y="444151"/>
                  </a:lnTo>
                  <a:lnTo>
                    <a:pt x="38309" y="491472"/>
                  </a:lnTo>
                  <a:lnTo>
                    <a:pt x="36093" y="538323"/>
                  </a:lnTo>
                  <a:lnTo>
                    <a:pt x="36008" y="6810956"/>
                  </a:lnTo>
                  <a:lnTo>
                    <a:pt x="38252" y="6858118"/>
                  </a:lnTo>
                  <a:lnTo>
                    <a:pt x="38309" y="6859307"/>
                  </a:lnTo>
                  <a:lnTo>
                    <a:pt x="44998" y="6905857"/>
                  </a:lnTo>
                  <a:lnTo>
                    <a:pt x="56083" y="6951915"/>
                  </a:lnTo>
                  <a:lnTo>
                    <a:pt x="71135" y="6995748"/>
                  </a:lnTo>
                  <a:lnTo>
                    <a:pt x="90015" y="7037653"/>
                  </a:lnTo>
                  <a:lnTo>
                    <a:pt x="112511" y="7077418"/>
                  </a:lnTo>
                  <a:lnTo>
                    <a:pt x="138414" y="7114833"/>
                  </a:lnTo>
                  <a:lnTo>
                    <a:pt x="167511" y="7149687"/>
                  </a:lnTo>
                  <a:lnTo>
                    <a:pt x="199592" y="7181768"/>
                  </a:lnTo>
                  <a:lnTo>
                    <a:pt x="234445" y="7210865"/>
                  </a:lnTo>
                  <a:lnTo>
                    <a:pt x="271860" y="7236767"/>
                  </a:lnTo>
                  <a:lnTo>
                    <a:pt x="311626" y="7259264"/>
                  </a:lnTo>
                  <a:lnTo>
                    <a:pt x="353531" y="7278144"/>
                  </a:lnTo>
                  <a:lnTo>
                    <a:pt x="397364" y="7293195"/>
                  </a:lnTo>
                  <a:lnTo>
                    <a:pt x="442914" y="7304208"/>
                  </a:lnTo>
                  <a:lnTo>
                    <a:pt x="489971" y="7310970"/>
                  </a:lnTo>
                  <a:lnTo>
                    <a:pt x="538322" y="7313271"/>
                  </a:lnTo>
                  <a:lnTo>
                    <a:pt x="3285634" y="7313271"/>
                  </a:lnTo>
                  <a:lnTo>
                    <a:pt x="3284449" y="7313772"/>
                  </a:lnTo>
                  <a:lnTo>
                    <a:pt x="3239732" y="7328233"/>
                  </a:lnTo>
                  <a:lnTo>
                    <a:pt x="3193409" y="7338798"/>
                  </a:lnTo>
                  <a:lnTo>
                    <a:pt x="3145670" y="7345277"/>
                  </a:lnTo>
                  <a:lnTo>
                    <a:pt x="3096708" y="7347479"/>
                  </a:lnTo>
                  <a:close/>
                </a:path>
                <a:path w="3635375" h="7347584">
                  <a:moveTo>
                    <a:pt x="3285634" y="7313271"/>
                  </a:moveTo>
                  <a:lnTo>
                    <a:pt x="3096708" y="7313271"/>
                  </a:lnTo>
                  <a:lnTo>
                    <a:pt x="3145059" y="7310970"/>
                  </a:lnTo>
                  <a:lnTo>
                    <a:pt x="3192116" y="7304208"/>
                  </a:lnTo>
                  <a:lnTo>
                    <a:pt x="3237666" y="7293195"/>
                  </a:lnTo>
                  <a:lnTo>
                    <a:pt x="3281499" y="7278144"/>
                  </a:lnTo>
                  <a:lnTo>
                    <a:pt x="3323404" y="7259264"/>
                  </a:lnTo>
                  <a:lnTo>
                    <a:pt x="3363170" y="7236767"/>
                  </a:lnTo>
                  <a:lnTo>
                    <a:pt x="3400585" y="7210865"/>
                  </a:lnTo>
                  <a:lnTo>
                    <a:pt x="3435438" y="7181768"/>
                  </a:lnTo>
                  <a:lnTo>
                    <a:pt x="3467519" y="7149687"/>
                  </a:lnTo>
                  <a:lnTo>
                    <a:pt x="3496616" y="7114833"/>
                  </a:lnTo>
                  <a:lnTo>
                    <a:pt x="3522519" y="7077418"/>
                  </a:lnTo>
                  <a:lnTo>
                    <a:pt x="3545015" y="7037653"/>
                  </a:lnTo>
                  <a:lnTo>
                    <a:pt x="3563895" y="6995748"/>
                  </a:lnTo>
                  <a:lnTo>
                    <a:pt x="3578855" y="6952180"/>
                  </a:lnTo>
                  <a:lnTo>
                    <a:pt x="3578946" y="6951915"/>
                  </a:lnTo>
                  <a:lnTo>
                    <a:pt x="3589959" y="6906364"/>
                  </a:lnTo>
                  <a:lnTo>
                    <a:pt x="3596721" y="6859307"/>
                  </a:lnTo>
                  <a:lnTo>
                    <a:pt x="3599022" y="6810956"/>
                  </a:lnTo>
                  <a:lnTo>
                    <a:pt x="3599022" y="538323"/>
                  </a:lnTo>
                  <a:lnTo>
                    <a:pt x="3596793" y="491472"/>
                  </a:lnTo>
                  <a:lnTo>
                    <a:pt x="3596721" y="489971"/>
                  </a:lnTo>
                  <a:lnTo>
                    <a:pt x="3589959" y="442914"/>
                  </a:lnTo>
                  <a:lnTo>
                    <a:pt x="3578946" y="397364"/>
                  </a:lnTo>
                  <a:lnTo>
                    <a:pt x="3563895" y="353531"/>
                  </a:lnTo>
                  <a:lnTo>
                    <a:pt x="3545015" y="311626"/>
                  </a:lnTo>
                  <a:lnTo>
                    <a:pt x="3522519" y="271860"/>
                  </a:lnTo>
                  <a:lnTo>
                    <a:pt x="3496616" y="234445"/>
                  </a:lnTo>
                  <a:lnTo>
                    <a:pt x="3467519" y="199592"/>
                  </a:lnTo>
                  <a:lnTo>
                    <a:pt x="3435438" y="167511"/>
                  </a:lnTo>
                  <a:lnTo>
                    <a:pt x="3400735" y="138539"/>
                  </a:lnTo>
                  <a:lnTo>
                    <a:pt x="3363284" y="112590"/>
                  </a:lnTo>
                  <a:lnTo>
                    <a:pt x="3323485" y="90060"/>
                  </a:lnTo>
                  <a:lnTo>
                    <a:pt x="3281551" y="71158"/>
                  </a:lnTo>
                  <a:lnTo>
                    <a:pt x="3237695" y="56093"/>
                  </a:lnTo>
                  <a:lnTo>
                    <a:pt x="3192128" y="45074"/>
                  </a:lnTo>
                  <a:lnTo>
                    <a:pt x="3145062" y="38309"/>
                  </a:lnTo>
                  <a:lnTo>
                    <a:pt x="3096708" y="36008"/>
                  </a:lnTo>
                  <a:lnTo>
                    <a:pt x="3291678" y="36008"/>
                  </a:lnTo>
                  <a:lnTo>
                    <a:pt x="3354502" y="64300"/>
                  </a:lnTo>
                  <a:lnTo>
                    <a:pt x="3398961" y="91269"/>
                  </a:lnTo>
                  <a:lnTo>
                    <a:pt x="3440586" y="122428"/>
                  </a:lnTo>
                  <a:lnTo>
                    <a:pt x="3478394" y="156635"/>
                  </a:lnTo>
                  <a:lnTo>
                    <a:pt x="3504276" y="185667"/>
                  </a:lnTo>
                  <a:lnTo>
                    <a:pt x="3528806" y="216049"/>
                  </a:lnTo>
                  <a:lnTo>
                    <a:pt x="3550833" y="248456"/>
                  </a:lnTo>
                  <a:lnTo>
                    <a:pt x="3570891" y="281089"/>
                  </a:lnTo>
                  <a:lnTo>
                    <a:pt x="3590864" y="322133"/>
                  </a:lnTo>
                  <a:lnTo>
                    <a:pt x="3605605" y="359210"/>
                  </a:lnTo>
                  <a:lnTo>
                    <a:pt x="3618602" y="404192"/>
                  </a:lnTo>
                  <a:lnTo>
                    <a:pt x="3628954" y="456291"/>
                  </a:lnTo>
                  <a:lnTo>
                    <a:pt x="3634355" y="510304"/>
                  </a:lnTo>
                  <a:lnTo>
                    <a:pt x="3635030" y="538323"/>
                  </a:lnTo>
                  <a:lnTo>
                    <a:pt x="3634949" y="6810956"/>
                  </a:lnTo>
                  <a:lnTo>
                    <a:pt x="3632828" y="6858118"/>
                  </a:lnTo>
                  <a:lnTo>
                    <a:pt x="3626349" y="6905857"/>
                  </a:lnTo>
                  <a:lnTo>
                    <a:pt x="3615845" y="6951915"/>
                  </a:lnTo>
                  <a:lnTo>
                    <a:pt x="3601324" y="6996897"/>
                  </a:lnTo>
                  <a:lnTo>
                    <a:pt x="3583159" y="7039818"/>
                  </a:lnTo>
                  <a:lnTo>
                    <a:pt x="3561480" y="7080751"/>
                  </a:lnTo>
                  <a:lnTo>
                    <a:pt x="3536478" y="7119506"/>
                  </a:lnTo>
                  <a:lnTo>
                    <a:pt x="3508345" y="7155892"/>
                  </a:lnTo>
                  <a:lnTo>
                    <a:pt x="3477269" y="7189718"/>
                  </a:lnTo>
                  <a:lnTo>
                    <a:pt x="3443443" y="7220793"/>
                  </a:lnTo>
                  <a:lnTo>
                    <a:pt x="3407058" y="7248927"/>
                  </a:lnTo>
                  <a:lnTo>
                    <a:pt x="3368303" y="7273929"/>
                  </a:lnTo>
                  <a:lnTo>
                    <a:pt x="3327370" y="7295607"/>
                  </a:lnTo>
                  <a:lnTo>
                    <a:pt x="3285634" y="7313271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228936" y="2618010"/>
              <a:ext cx="3563620" cy="7275830"/>
            </a:xfrm>
            <a:custGeom>
              <a:avLst/>
              <a:gdLst/>
              <a:ahLst/>
              <a:cxnLst/>
              <a:rect l="l" t="t" r="r" b="b"/>
              <a:pathLst>
                <a:path w="3563620" h="7275830">
                  <a:moveTo>
                    <a:pt x="3060699" y="7275462"/>
                  </a:moveTo>
                  <a:lnTo>
                    <a:pt x="502314" y="7275462"/>
                  </a:lnTo>
                  <a:lnTo>
                    <a:pt x="453963" y="7273161"/>
                  </a:lnTo>
                  <a:lnTo>
                    <a:pt x="406906" y="7266399"/>
                  </a:lnTo>
                  <a:lnTo>
                    <a:pt x="361356" y="7255387"/>
                  </a:lnTo>
                  <a:lnTo>
                    <a:pt x="317522" y="7240335"/>
                  </a:lnTo>
                  <a:lnTo>
                    <a:pt x="275617" y="7221456"/>
                  </a:lnTo>
                  <a:lnTo>
                    <a:pt x="235852" y="7198959"/>
                  </a:lnTo>
                  <a:lnTo>
                    <a:pt x="198437" y="7173057"/>
                  </a:lnTo>
                  <a:lnTo>
                    <a:pt x="163583" y="7143959"/>
                  </a:lnTo>
                  <a:lnTo>
                    <a:pt x="131502" y="7111879"/>
                  </a:lnTo>
                  <a:lnTo>
                    <a:pt x="102405" y="7077025"/>
                  </a:lnTo>
                  <a:lnTo>
                    <a:pt x="76503" y="7039610"/>
                  </a:lnTo>
                  <a:lnTo>
                    <a:pt x="54006" y="6999844"/>
                  </a:lnTo>
                  <a:lnTo>
                    <a:pt x="35127" y="6957940"/>
                  </a:lnTo>
                  <a:lnTo>
                    <a:pt x="20075" y="6914106"/>
                  </a:lnTo>
                  <a:lnTo>
                    <a:pt x="9063" y="6868556"/>
                  </a:lnTo>
                  <a:lnTo>
                    <a:pt x="2300" y="6821499"/>
                  </a:lnTo>
                  <a:lnTo>
                    <a:pt x="0" y="6773147"/>
                  </a:lnTo>
                  <a:lnTo>
                    <a:pt x="0" y="502314"/>
                  </a:lnTo>
                  <a:lnTo>
                    <a:pt x="2300" y="453963"/>
                  </a:lnTo>
                  <a:lnTo>
                    <a:pt x="9063" y="406906"/>
                  </a:lnTo>
                  <a:lnTo>
                    <a:pt x="20075" y="361356"/>
                  </a:lnTo>
                  <a:lnTo>
                    <a:pt x="35127" y="317522"/>
                  </a:lnTo>
                  <a:lnTo>
                    <a:pt x="54006" y="275617"/>
                  </a:lnTo>
                  <a:lnTo>
                    <a:pt x="76503" y="235852"/>
                  </a:lnTo>
                  <a:lnTo>
                    <a:pt x="102405" y="198437"/>
                  </a:lnTo>
                  <a:lnTo>
                    <a:pt x="131502" y="163583"/>
                  </a:lnTo>
                  <a:lnTo>
                    <a:pt x="163583" y="131502"/>
                  </a:lnTo>
                  <a:lnTo>
                    <a:pt x="198437" y="102405"/>
                  </a:lnTo>
                  <a:lnTo>
                    <a:pt x="235852" y="76503"/>
                  </a:lnTo>
                  <a:lnTo>
                    <a:pt x="275617" y="54006"/>
                  </a:lnTo>
                  <a:lnTo>
                    <a:pt x="317522" y="35127"/>
                  </a:lnTo>
                  <a:lnTo>
                    <a:pt x="361356" y="20075"/>
                  </a:lnTo>
                  <a:lnTo>
                    <a:pt x="406906" y="9063"/>
                  </a:lnTo>
                  <a:lnTo>
                    <a:pt x="453963" y="2300"/>
                  </a:lnTo>
                  <a:lnTo>
                    <a:pt x="502314" y="0"/>
                  </a:lnTo>
                  <a:lnTo>
                    <a:pt x="3060699" y="0"/>
                  </a:lnTo>
                  <a:lnTo>
                    <a:pt x="3109051" y="2300"/>
                  </a:lnTo>
                  <a:lnTo>
                    <a:pt x="3156107" y="9063"/>
                  </a:lnTo>
                  <a:lnTo>
                    <a:pt x="3201658" y="20075"/>
                  </a:lnTo>
                  <a:lnTo>
                    <a:pt x="3245491" y="35127"/>
                  </a:lnTo>
                  <a:lnTo>
                    <a:pt x="3287396" y="54006"/>
                  </a:lnTo>
                  <a:lnTo>
                    <a:pt x="3327161" y="76503"/>
                  </a:lnTo>
                  <a:lnTo>
                    <a:pt x="3364576" y="102405"/>
                  </a:lnTo>
                  <a:lnTo>
                    <a:pt x="3399430" y="131502"/>
                  </a:lnTo>
                  <a:lnTo>
                    <a:pt x="3431511" y="163583"/>
                  </a:lnTo>
                  <a:lnTo>
                    <a:pt x="3449759" y="185442"/>
                  </a:lnTo>
                  <a:lnTo>
                    <a:pt x="484310" y="185442"/>
                  </a:lnTo>
                  <a:lnTo>
                    <a:pt x="436180" y="189336"/>
                  </a:lnTo>
                  <a:lnTo>
                    <a:pt x="390502" y="200609"/>
                  </a:lnTo>
                  <a:lnTo>
                    <a:pt x="347891" y="218643"/>
                  </a:lnTo>
                  <a:lnTo>
                    <a:pt x="308964" y="242825"/>
                  </a:lnTo>
                  <a:lnTo>
                    <a:pt x="274337" y="272537"/>
                  </a:lnTo>
                  <a:lnTo>
                    <a:pt x="244625" y="307164"/>
                  </a:lnTo>
                  <a:lnTo>
                    <a:pt x="220444" y="346091"/>
                  </a:lnTo>
                  <a:lnTo>
                    <a:pt x="202409" y="388701"/>
                  </a:lnTo>
                  <a:lnTo>
                    <a:pt x="191255" y="433899"/>
                  </a:lnTo>
                  <a:lnTo>
                    <a:pt x="187242" y="482510"/>
                  </a:lnTo>
                  <a:lnTo>
                    <a:pt x="187242" y="6801954"/>
                  </a:lnTo>
                  <a:lnTo>
                    <a:pt x="191137" y="6850084"/>
                  </a:lnTo>
                  <a:lnTo>
                    <a:pt x="202409" y="6895762"/>
                  </a:lnTo>
                  <a:lnTo>
                    <a:pt x="220444" y="6938373"/>
                  </a:lnTo>
                  <a:lnTo>
                    <a:pt x="244625" y="6977299"/>
                  </a:lnTo>
                  <a:lnTo>
                    <a:pt x="274337" y="7011927"/>
                  </a:lnTo>
                  <a:lnTo>
                    <a:pt x="308964" y="7041639"/>
                  </a:lnTo>
                  <a:lnTo>
                    <a:pt x="347891" y="7065820"/>
                  </a:lnTo>
                  <a:lnTo>
                    <a:pt x="390502" y="7083855"/>
                  </a:lnTo>
                  <a:lnTo>
                    <a:pt x="436180" y="7095127"/>
                  </a:lnTo>
                  <a:lnTo>
                    <a:pt x="484310" y="7099021"/>
                  </a:lnTo>
                  <a:lnTo>
                    <a:pt x="3442245" y="7099021"/>
                  </a:lnTo>
                  <a:lnTo>
                    <a:pt x="3431511" y="7111879"/>
                  </a:lnTo>
                  <a:lnTo>
                    <a:pt x="3399430" y="7143959"/>
                  </a:lnTo>
                  <a:lnTo>
                    <a:pt x="3364576" y="7173057"/>
                  </a:lnTo>
                  <a:lnTo>
                    <a:pt x="3327161" y="7198959"/>
                  </a:lnTo>
                  <a:lnTo>
                    <a:pt x="3287396" y="7221456"/>
                  </a:lnTo>
                  <a:lnTo>
                    <a:pt x="3245491" y="7240335"/>
                  </a:lnTo>
                  <a:lnTo>
                    <a:pt x="3201658" y="7255387"/>
                  </a:lnTo>
                  <a:lnTo>
                    <a:pt x="3156107" y="7266399"/>
                  </a:lnTo>
                  <a:lnTo>
                    <a:pt x="3109051" y="7273161"/>
                  </a:lnTo>
                  <a:lnTo>
                    <a:pt x="3060699" y="7275462"/>
                  </a:lnTo>
                  <a:close/>
                </a:path>
                <a:path w="3563620" h="7275830">
                  <a:moveTo>
                    <a:pt x="2527778" y="433899"/>
                  </a:moveTo>
                  <a:lnTo>
                    <a:pt x="1038837" y="433899"/>
                  </a:lnTo>
                  <a:lnTo>
                    <a:pt x="994552" y="427872"/>
                  </a:lnTo>
                  <a:lnTo>
                    <a:pt x="954618" y="410893"/>
                  </a:lnTo>
                  <a:lnTo>
                    <a:pt x="920685" y="384612"/>
                  </a:lnTo>
                  <a:lnTo>
                    <a:pt x="894404" y="350680"/>
                  </a:lnTo>
                  <a:lnTo>
                    <a:pt x="877425" y="310746"/>
                  </a:lnTo>
                  <a:lnTo>
                    <a:pt x="871399" y="266460"/>
                  </a:lnTo>
                  <a:lnTo>
                    <a:pt x="871399" y="185442"/>
                  </a:lnTo>
                  <a:lnTo>
                    <a:pt x="2695215" y="185442"/>
                  </a:lnTo>
                  <a:lnTo>
                    <a:pt x="2695215" y="230452"/>
                  </a:lnTo>
                  <a:lnTo>
                    <a:pt x="2209105" y="230452"/>
                  </a:lnTo>
                  <a:lnTo>
                    <a:pt x="2192198" y="233941"/>
                  </a:lnTo>
                  <a:lnTo>
                    <a:pt x="2177822" y="243505"/>
                  </a:lnTo>
                  <a:lnTo>
                    <a:pt x="2176879" y="244855"/>
                  </a:lnTo>
                  <a:lnTo>
                    <a:pt x="1544752" y="244855"/>
                  </a:lnTo>
                  <a:lnTo>
                    <a:pt x="1533134" y="247106"/>
                  </a:lnTo>
                  <a:lnTo>
                    <a:pt x="1523372" y="253407"/>
                  </a:lnTo>
                  <a:lnTo>
                    <a:pt x="1516649" y="263085"/>
                  </a:lnTo>
                  <a:lnTo>
                    <a:pt x="1514145" y="275462"/>
                  </a:lnTo>
                  <a:lnTo>
                    <a:pt x="1516649" y="287840"/>
                  </a:lnTo>
                  <a:lnTo>
                    <a:pt x="1523372" y="297518"/>
                  </a:lnTo>
                  <a:lnTo>
                    <a:pt x="1533134" y="303819"/>
                  </a:lnTo>
                  <a:lnTo>
                    <a:pt x="1544752" y="306070"/>
                  </a:lnTo>
                  <a:lnTo>
                    <a:pt x="2176243" y="306070"/>
                  </a:lnTo>
                  <a:lnTo>
                    <a:pt x="2177147" y="307420"/>
                  </a:lnTo>
                  <a:lnTo>
                    <a:pt x="2191438" y="316984"/>
                  </a:lnTo>
                  <a:lnTo>
                    <a:pt x="2209105" y="320473"/>
                  </a:lnTo>
                  <a:lnTo>
                    <a:pt x="2685053" y="320473"/>
                  </a:lnTo>
                  <a:lnTo>
                    <a:pt x="2672210" y="350680"/>
                  </a:lnTo>
                  <a:lnTo>
                    <a:pt x="2645929" y="384612"/>
                  </a:lnTo>
                  <a:lnTo>
                    <a:pt x="2611996" y="410893"/>
                  </a:lnTo>
                  <a:lnTo>
                    <a:pt x="2572062" y="427872"/>
                  </a:lnTo>
                  <a:lnTo>
                    <a:pt x="2527778" y="433899"/>
                  </a:lnTo>
                  <a:close/>
                </a:path>
                <a:path w="3563620" h="7275830">
                  <a:moveTo>
                    <a:pt x="3442245" y="7099021"/>
                  </a:moveTo>
                  <a:lnTo>
                    <a:pt x="3082304" y="7099021"/>
                  </a:lnTo>
                  <a:lnTo>
                    <a:pt x="3130434" y="7095127"/>
                  </a:lnTo>
                  <a:lnTo>
                    <a:pt x="3176112" y="7083855"/>
                  </a:lnTo>
                  <a:lnTo>
                    <a:pt x="3218723" y="7065820"/>
                  </a:lnTo>
                  <a:lnTo>
                    <a:pt x="3257650" y="7041639"/>
                  </a:lnTo>
                  <a:lnTo>
                    <a:pt x="3292277" y="7011927"/>
                  </a:lnTo>
                  <a:lnTo>
                    <a:pt x="3321989" y="6977299"/>
                  </a:lnTo>
                  <a:lnTo>
                    <a:pt x="3346171" y="6938373"/>
                  </a:lnTo>
                  <a:lnTo>
                    <a:pt x="3364205" y="6895762"/>
                  </a:lnTo>
                  <a:lnTo>
                    <a:pt x="3375478" y="6850084"/>
                  </a:lnTo>
                  <a:lnTo>
                    <a:pt x="3379372" y="6801954"/>
                  </a:lnTo>
                  <a:lnTo>
                    <a:pt x="3377571" y="6801954"/>
                  </a:lnTo>
                  <a:lnTo>
                    <a:pt x="3377571" y="482510"/>
                  </a:lnTo>
                  <a:lnTo>
                    <a:pt x="3373677" y="434379"/>
                  </a:lnTo>
                  <a:lnTo>
                    <a:pt x="3362405" y="388701"/>
                  </a:lnTo>
                  <a:lnTo>
                    <a:pt x="3344370" y="346091"/>
                  </a:lnTo>
                  <a:lnTo>
                    <a:pt x="3320188" y="307164"/>
                  </a:lnTo>
                  <a:lnTo>
                    <a:pt x="3290476" y="272537"/>
                  </a:lnTo>
                  <a:lnTo>
                    <a:pt x="3255849" y="242825"/>
                  </a:lnTo>
                  <a:lnTo>
                    <a:pt x="3216922" y="218643"/>
                  </a:lnTo>
                  <a:lnTo>
                    <a:pt x="3174312" y="200609"/>
                  </a:lnTo>
                  <a:lnTo>
                    <a:pt x="3128634" y="189336"/>
                  </a:lnTo>
                  <a:lnTo>
                    <a:pt x="3080504" y="185442"/>
                  </a:lnTo>
                  <a:lnTo>
                    <a:pt x="3449759" y="185442"/>
                  </a:lnTo>
                  <a:lnTo>
                    <a:pt x="3460608" y="198437"/>
                  </a:lnTo>
                  <a:lnTo>
                    <a:pt x="3486510" y="235852"/>
                  </a:lnTo>
                  <a:lnTo>
                    <a:pt x="3508919" y="275462"/>
                  </a:lnTo>
                  <a:lnTo>
                    <a:pt x="3509007" y="275617"/>
                  </a:lnTo>
                  <a:lnTo>
                    <a:pt x="3527887" y="317522"/>
                  </a:lnTo>
                  <a:lnTo>
                    <a:pt x="3542938" y="361356"/>
                  </a:lnTo>
                  <a:lnTo>
                    <a:pt x="3553951" y="406906"/>
                  </a:lnTo>
                  <a:lnTo>
                    <a:pt x="3560713" y="453963"/>
                  </a:lnTo>
                  <a:lnTo>
                    <a:pt x="3563014" y="502314"/>
                  </a:lnTo>
                  <a:lnTo>
                    <a:pt x="3563014" y="6773147"/>
                  </a:lnTo>
                  <a:lnTo>
                    <a:pt x="3560713" y="6821499"/>
                  </a:lnTo>
                  <a:lnTo>
                    <a:pt x="3553951" y="6868556"/>
                  </a:lnTo>
                  <a:lnTo>
                    <a:pt x="3542938" y="6914106"/>
                  </a:lnTo>
                  <a:lnTo>
                    <a:pt x="3527887" y="6957940"/>
                  </a:lnTo>
                  <a:lnTo>
                    <a:pt x="3509007" y="6999844"/>
                  </a:lnTo>
                  <a:lnTo>
                    <a:pt x="3486510" y="7039610"/>
                  </a:lnTo>
                  <a:lnTo>
                    <a:pt x="3460608" y="7077025"/>
                  </a:lnTo>
                  <a:lnTo>
                    <a:pt x="3442245" y="7099021"/>
                  </a:lnTo>
                  <a:close/>
                </a:path>
                <a:path w="3563620" h="7275830">
                  <a:moveTo>
                    <a:pt x="2685053" y="320473"/>
                  </a:moveTo>
                  <a:lnTo>
                    <a:pt x="2209105" y="320473"/>
                  </a:lnTo>
                  <a:lnTo>
                    <a:pt x="2226771" y="316984"/>
                  </a:lnTo>
                  <a:lnTo>
                    <a:pt x="2241062" y="307420"/>
                  </a:lnTo>
                  <a:lnTo>
                    <a:pt x="2250626" y="293129"/>
                  </a:lnTo>
                  <a:lnTo>
                    <a:pt x="2254084" y="275617"/>
                  </a:lnTo>
                  <a:lnTo>
                    <a:pt x="2254115" y="275462"/>
                  </a:lnTo>
                  <a:lnTo>
                    <a:pt x="2250626" y="257796"/>
                  </a:lnTo>
                  <a:lnTo>
                    <a:pt x="2241062" y="243505"/>
                  </a:lnTo>
                  <a:lnTo>
                    <a:pt x="2226771" y="233941"/>
                  </a:lnTo>
                  <a:lnTo>
                    <a:pt x="2209105" y="230452"/>
                  </a:lnTo>
                  <a:lnTo>
                    <a:pt x="2695215" y="230452"/>
                  </a:lnTo>
                  <a:lnTo>
                    <a:pt x="2695215" y="266460"/>
                  </a:lnTo>
                  <a:lnTo>
                    <a:pt x="2689189" y="310746"/>
                  </a:lnTo>
                  <a:lnTo>
                    <a:pt x="2685053" y="320473"/>
                  </a:lnTo>
                  <a:close/>
                </a:path>
                <a:path w="3563620" h="7275830">
                  <a:moveTo>
                    <a:pt x="2176243" y="306070"/>
                  </a:moveTo>
                  <a:lnTo>
                    <a:pt x="1976851" y="306070"/>
                  </a:lnTo>
                  <a:lnTo>
                    <a:pt x="1988469" y="303819"/>
                  </a:lnTo>
                  <a:lnTo>
                    <a:pt x="1998231" y="297518"/>
                  </a:lnTo>
                  <a:lnTo>
                    <a:pt x="2004954" y="287840"/>
                  </a:lnTo>
                  <a:lnTo>
                    <a:pt x="2007427" y="275617"/>
                  </a:lnTo>
                  <a:lnTo>
                    <a:pt x="2007458" y="275462"/>
                  </a:lnTo>
                  <a:lnTo>
                    <a:pt x="2004954" y="263085"/>
                  </a:lnTo>
                  <a:lnTo>
                    <a:pt x="1998231" y="253407"/>
                  </a:lnTo>
                  <a:lnTo>
                    <a:pt x="1988469" y="247106"/>
                  </a:lnTo>
                  <a:lnTo>
                    <a:pt x="1976851" y="244855"/>
                  </a:lnTo>
                  <a:lnTo>
                    <a:pt x="2176879" y="244855"/>
                  </a:lnTo>
                  <a:lnTo>
                    <a:pt x="2167835" y="257796"/>
                  </a:lnTo>
                  <a:lnTo>
                    <a:pt x="2164094" y="275462"/>
                  </a:lnTo>
                  <a:lnTo>
                    <a:pt x="2167582" y="293129"/>
                  </a:lnTo>
                  <a:lnTo>
                    <a:pt x="2176243" y="306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6179" y="2803452"/>
              <a:ext cx="3190329" cy="691357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743082" y="2862866"/>
              <a:ext cx="493395" cy="61594"/>
            </a:xfrm>
            <a:custGeom>
              <a:avLst/>
              <a:gdLst/>
              <a:ahLst/>
              <a:cxnLst/>
              <a:rect l="l" t="t" r="r" b="b"/>
              <a:pathLst>
                <a:path w="493395" h="61594">
                  <a:moveTo>
                    <a:pt x="462705" y="61214"/>
                  </a:moveTo>
                  <a:lnTo>
                    <a:pt x="30607" y="61214"/>
                  </a:lnTo>
                  <a:lnTo>
                    <a:pt x="18988" y="58963"/>
                  </a:lnTo>
                  <a:lnTo>
                    <a:pt x="9227" y="52662"/>
                  </a:lnTo>
                  <a:lnTo>
                    <a:pt x="2503" y="42984"/>
                  </a:lnTo>
                  <a:lnTo>
                    <a:pt x="0" y="30607"/>
                  </a:lnTo>
                  <a:lnTo>
                    <a:pt x="2503" y="18229"/>
                  </a:lnTo>
                  <a:lnTo>
                    <a:pt x="9227" y="8551"/>
                  </a:lnTo>
                  <a:lnTo>
                    <a:pt x="18988" y="2250"/>
                  </a:lnTo>
                  <a:lnTo>
                    <a:pt x="30607" y="0"/>
                  </a:lnTo>
                  <a:lnTo>
                    <a:pt x="462705" y="0"/>
                  </a:lnTo>
                  <a:lnTo>
                    <a:pt x="474324" y="2250"/>
                  </a:lnTo>
                  <a:lnTo>
                    <a:pt x="484085" y="8551"/>
                  </a:lnTo>
                  <a:lnTo>
                    <a:pt x="490809" y="18229"/>
                  </a:lnTo>
                  <a:lnTo>
                    <a:pt x="493312" y="30607"/>
                  </a:lnTo>
                  <a:lnTo>
                    <a:pt x="490809" y="42984"/>
                  </a:lnTo>
                  <a:lnTo>
                    <a:pt x="484085" y="52662"/>
                  </a:lnTo>
                  <a:lnTo>
                    <a:pt x="474324" y="58963"/>
                  </a:lnTo>
                  <a:lnTo>
                    <a:pt x="462705" y="61214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93031" y="2848463"/>
              <a:ext cx="90020" cy="9002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5153317" y="3554234"/>
              <a:ext cx="3714750" cy="1739264"/>
            </a:xfrm>
            <a:custGeom>
              <a:avLst/>
              <a:gdLst/>
              <a:ahLst/>
              <a:cxnLst/>
              <a:rect l="l" t="t" r="r" b="b"/>
              <a:pathLst>
                <a:path w="3714750" h="1739264">
                  <a:moveTo>
                    <a:pt x="39611" y="1191869"/>
                  </a:moveTo>
                  <a:lnTo>
                    <a:pt x="24307" y="1195019"/>
                  </a:lnTo>
                  <a:lnTo>
                    <a:pt x="11696" y="1203566"/>
                  </a:lnTo>
                  <a:lnTo>
                    <a:pt x="3149" y="1216177"/>
                  </a:lnTo>
                  <a:lnTo>
                    <a:pt x="0" y="1231480"/>
                  </a:lnTo>
                  <a:lnTo>
                    <a:pt x="0" y="1699590"/>
                  </a:lnTo>
                  <a:lnTo>
                    <a:pt x="3149" y="1714893"/>
                  </a:lnTo>
                  <a:lnTo>
                    <a:pt x="11696" y="1727492"/>
                  </a:lnTo>
                  <a:lnTo>
                    <a:pt x="24307" y="1736039"/>
                  </a:lnTo>
                  <a:lnTo>
                    <a:pt x="39611" y="1739188"/>
                  </a:lnTo>
                  <a:lnTo>
                    <a:pt x="39611" y="1191869"/>
                  </a:lnTo>
                  <a:close/>
                </a:path>
                <a:path w="3714750" h="1739264">
                  <a:moveTo>
                    <a:pt x="39611" y="527519"/>
                  </a:moveTo>
                  <a:lnTo>
                    <a:pt x="24307" y="530390"/>
                  </a:lnTo>
                  <a:lnTo>
                    <a:pt x="11696" y="538314"/>
                  </a:lnTo>
                  <a:lnTo>
                    <a:pt x="3149" y="550303"/>
                  </a:lnTo>
                  <a:lnTo>
                    <a:pt x="0" y="565327"/>
                  </a:lnTo>
                  <a:lnTo>
                    <a:pt x="0" y="1033437"/>
                  </a:lnTo>
                  <a:lnTo>
                    <a:pt x="3149" y="1048740"/>
                  </a:lnTo>
                  <a:lnTo>
                    <a:pt x="11696" y="1061339"/>
                  </a:lnTo>
                  <a:lnTo>
                    <a:pt x="24307" y="1069886"/>
                  </a:lnTo>
                  <a:lnTo>
                    <a:pt x="39611" y="1073035"/>
                  </a:lnTo>
                  <a:lnTo>
                    <a:pt x="39611" y="527519"/>
                  </a:lnTo>
                  <a:close/>
                </a:path>
                <a:path w="3714750" h="1739264">
                  <a:moveTo>
                    <a:pt x="39611" y="0"/>
                  </a:moveTo>
                  <a:lnTo>
                    <a:pt x="24307" y="2870"/>
                  </a:lnTo>
                  <a:lnTo>
                    <a:pt x="11696" y="10795"/>
                  </a:lnTo>
                  <a:lnTo>
                    <a:pt x="3149" y="22783"/>
                  </a:lnTo>
                  <a:lnTo>
                    <a:pt x="0" y="37807"/>
                  </a:lnTo>
                  <a:lnTo>
                    <a:pt x="0" y="262851"/>
                  </a:lnTo>
                  <a:lnTo>
                    <a:pt x="3149" y="278155"/>
                  </a:lnTo>
                  <a:lnTo>
                    <a:pt x="11696" y="290766"/>
                  </a:lnTo>
                  <a:lnTo>
                    <a:pt x="24307" y="299313"/>
                  </a:lnTo>
                  <a:lnTo>
                    <a:pt x="39611" y="302463"/>
                  </a:lnTo>
                  <a:lnTo>
                    <a:pt x="39611" y="0"/>
                  </a:lnTo>
                  <a:close/>
                </a:path>
                <a:path w="3714750" h="1739264">
                  <a:moveTo>
                    <a:pt x="3714242" y="747166"/>
                  </a:moveTo>
                  <a:lnTo>
                    <a:pt x="3711092" y="731862"/>
                  </a:lnTo>
                  <a:lnTo>
                    <a:pt x="3702545" y="719264"/>
                  </a:lnTo>
                  <a:lnTo>
                    <a:pt x="3689934" y="710704"/>
                  </a:lnTo>
                  <a:lnTo>
                    <a:pt x="3674630" y="707555"/>
                  </a:lnTo>
                  <a:lnTo>
                    <a:pt x="3674630" y="1584363"/>
                  </a:lnTo>
                  <a:lnTo>
                    <a:pt x="3689934" y="1581213"/>
                  </a:lnTo>
                  <a:lnTo>
                    <a:pt x="3702545" y="1572653"/>
                  </a:lnTo>
                  <a:lnTo>
                    <a:pt x="3711092" y="1560055"/>
                  </a:lnTo>
                  <a:lnTo>
                    <a:pt x="3714242" y="1544751"/>
                  </a:lnTo>
                  <a:lnTo>
                    <a:pt x="3714242" y="747166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192928" y="2582002"/>
              <a:ext cx="3635375" cy="7347584"/>
            </a:xfrm>
            <a:custGeom>
              <a:avLst/>
              <a:gdLst/>
              <a:ahLst/>
              <a:cxnLst/>
              <a:rect l="l" t="t" r="r" b="b"/>
              <a:pathLst>
                <a:path w="3635375" h="7347584">
                  <a:moveTo>
                    <a:pt x="3096707" y="7347479"/>
                  </a:moveTo>
                  <a:lnTo>
                    <a:pt x="538322" y="7347479"/>
                  </a:lnTo>
                  <a:lnTo>
                    <a:pt x="489360" y="7345277"/>
                  </a:lnTo>
                  <a:lnTo>
                    <a:pt x="441621" y="7338798"/>
                  </a:lnTo>
                  <a:lnTo>
                    <a:pt x="395298" y="7328233"/>
                  </a:lnTo>
                  <a:lnTo>
                    <a:pt x="350581" y="7313772"/>
                  </a:lnTo>
                  <a:lnTo>
                    <a:pt x="307660" y="7295607"/>
                  </a:lnTo>
                  <a:lnTo>
                    <a:pt x="266727" y="7273929"/>
                  </a:lnTo>
                  <a:lnTo>
                    <a:pt x="227972" y="7248927"/>
                  </a:lnTo>
                  <a:lnTo>
                    <a:pt x="191587" y="7220793"/>
                  </a:lnTo>
                  <a:lnTo>
                    <a:pt x="157761" y="7189718"/>
                  </a:lnTo>
                  <a:lnTo>
                    <a:pt x="126685" y="7155892"/>
                  </a:lnTo>
                  <a:lnTo>
                    <a:pt x="98551" y="7119506"/>
                  </a:lnTo>
                  <a:lnTo>
                    <a:pt x="73550" y="7080751"/>
                  </a:lnTo>
                  <a:lnTo>
                    <a:pt x="51871" y="7039818"/>
                  </a:lnTo>
                  <a:lnTo>
                    <a:pt x="33706" y="6996897"/>
                  </a:lnTo>
                  <a:lnTo>
                    <a:pt x="19246" y="6952180"/>
                  </a:lnTo>
                  <a:lnTo>
                    <a:pt x="8796" y="6906364"/>
                  </a:lnTo>
                  <a:lnTo>
                    <a:pt x="8681" y="6905857"/>
                  </a:lnTo>
                  <a:lnTo>
                    <a:pt x="2202" y="6858118"/>
                  </a:lnTo>
                  <a:lnTo>
                    <a:pt x="80" y="6810956"/>
                  </a:lnTo>
                  <a:lnTo>
                    <a:pt x="0" y="538323"/>
                  </a:lnTo>
                  <a:lnTo>
                    <a:pt x="675" y="511063"/>
                  </a:lnTo>
                  <a:lnTo>
                    <a:pt x="6076" y="456544"/>
                  </a:lnTo>
                  <a:lnTo>
                    <a:pt x="13530" y="417076"/>
                  </a:lnTo>
                  <a:lnTo>
                    <a:pt x="23405" y="378086"/>
                  </a:lnTo>
                  <a:lnTo>
                    <a:pt x="37358" y="341177"/>
                  </a:lnTo>
                  <a:lnTo>
                    <a:pt x="54012" y="304269"/>
                  </a:lnTo>
                  <a:lnTo>
                    <a:pt x="72494" y="270343"/>
                  </a:lnTo>
                  <a:lnTo>
                    <a:pt x="92946" y="237654"/>
                  </a:lnTo>
                  <a:lnTo>
                    <a:pt x="119445" y="200183"/>
                  </a:lnTo>
                  <a:lnTo>
                    <a:pt x="144989" y="170476"/>
                  </a:lnTo>
                  <a:lnTo>
                    <a:pt x="167888" y="148252"/>
                  </a:lnTo>
                  <a:lnTo>
                    <a:pt x="186792" y="130811"/>
                  </a:lnTo>
                  <a:lnTo>
                    <a:pt x="237302" y="91836"/>
                  </a:lnTo>
                  <a:lnTo>
                    <a:pt x="281541" y="65087"/>
                  </a:lnTo>
                  <a:lnTo>
                    <a:pt x="328614" y="42496"/>
                  </a:lnTo>
                  <a:lnTo>
                    <a:pt x="378175" y="24376"/>
                  </a:lnTo>
                  <a:lnTo>
                    <a:pt x="429878" y="11043"/>
                  </a:lnTo>
                  <a:lnTo>
                    <a:pt x="483990" y="2719"/>
                  </a:lnTo>
                  <a:lnTo>
                    <a:pt x="485221" y="2719"/>
                  </a:lnTo>
                  <a:lnTo>
                    <a:pt x="538322" y="0"/>
                  </a:lnTo>
                  <a:lnTo>
                    <a:pt x="3098507" y="0"/>
                  </a:lnTo>
                  <a:lnTo>
                    <a:pt x="3153360" y="2719"/>
                  </a:lnTo>
                  <a:lnTo>
                    <a:pt x="3206637" y="10729"/>
                  </a:lnTo>
                  <a:lnTo>
                    <a:pt x="3258088" y="23809"/>
                  </a:lnTo>
                  <a:lnTo>
                    <a:pt x="3291677" y="36008"/>
                  </a:lnTo>
                  <a:lnTo>
                    <a:pt x="538322" y="36008"/>
                  </a:lnTo>
                  <a:lnTo>
                    <a:pt x="489971" y="38309"/>
                  </a:lnTo>
                  <a:lnTo>
                    <a:pt x="442914" y="45074"/>
                  </a:lnTo>
                  <a:lnTo>
                    <a:pt x="397364" y="56093"/>
                  </a:lnTo>
                  <a:lnTo>
                    <a:pt x="353530" y="71158"/>
                  </a:lnTo>
                  <a:lnTo>
                    <a:pt x="311626" y="90060"/>
                  </a:lnTo>
                  <a:lnTo>
                    <a:pt x="271860" y="112590"/>
                  </a:lnTo>
                  <a:lnTo>
                    <a:pt x="234445" y="138539"/>
                  </a:lnTo>
                  <a:lnTo>
                    <a:pt x="199592" y="167698"/>
                  </a:lnTo>
                  <a:lnTo>
                    <a:pt x="167511" y="199859"/>
                  </a:lnTo>
                  <a:lnTo>
                    <a:pt x="138413" y="234812"/>
                  </a:lnTo>
                  <a:lnTo>
                    <a:pt x="112511" y="272348"/>
                  </a:lnTo>
                  <a:lnTo>
                    <a:pt x="90015" y="312259"/>
                  </a:lnTo>
                  <a:lnTo>
                    <a:pt x="71135" y="354336"/>
                  </a:lnTo>
                  <a:lnTo>
                    <a:pt x="56083" y="398369"/>
                  </a:lnTo>
                  <a:lnTo>
                    <a:pt x="45071" y="444151"/>
                  </a:lnTo>
                  <a:lnTo>
                    <a:pt x="38309" y="491472"/>
                  </a:lnTo>
                  <a:lnTo>
                    <a:pt x="36093" y="538323"/>
                  </a:lnTo>
                  <a:lnTo>
                    <a:pt x="36008" y="6810956"/>
                  </a:lnTo>
                  <a:lnTo>
                    <a:pt x="38252" y="6858118"/>
                  </a:lnTo>
                  <a:lnTo>
                    <a:pt x="38309" y="6859307"/>
                  </a:lnTo>
                  <a:lnTo>
                    <a:pt x="44998" y="6905857"/>
                  </a:lnTo>
                  <a:lnTo>
                    <a:pt x="56083" y="6951915"/>
                  </a:lnTo>
                  <a:lnTo>
                    <a:pt x="71135" y="6995748"/>
                  </a:lnTo>
                  <a:lnTo>
                    <a:pt x="90015" y="7037653"/>
                  </a:lnTo>
                  <a:lnTo>
                    <a:pt x="112511" y="7077418"/>
                  </a:lnTo>
                  <a:lnTo>
                    <a:pt x="138413" y="7114833"/>
                  </a:lnTo>
                  <a:lnTo>
                    <a:pt x="167511" y="7149687"/>
                  </a:lnTo>
                  <a:lnTo>
                    <a:pt x="199592" y="7181768"/>
                  </a:lnTo>
                  <a:lnTo>
                    <a:pt x="234445" y="7210865"/>
                  </a:lnTo>
                  <a:lnTo>
                    <a:pt x="271860" y="7236767"/>
                  </a:lnTo>
                  <a:lnTo>
                    <a:pt x="311626" y="7259264"/>
                  </a:lnTo>
                  <a:lnTo>
                    <a:pt x="353530" y="7278144"/>
                  </a:lnTo>
                  <a:lnTo>
                    <a:pt x="397364" y="7293195"/>
                  </a:lnTo>
                  <a:lnTo>
                    <a:pt x="442914" y="7304208"/>
                  </a:lnTo>
                  <a:lnTo>
                    <a:pt x="489971" y="7310970"/>
                  </a:lnTo>
                  <a:lnTo>
                    <a:pt x="538322" y="7313271"/>
                  </a:lnTo>
                  <a:lnTo>
                    <a:pt x="3285634" y="7313271"/>
                  </a:lnTo>
                  <a:lnTo>
                    <a:pt x="3284449" y="7313772"/>
                  </a:lnTo>
                  <a:lnTo>
                    <a:pt x="3239731" y="7328233"/>
                  </a:lnTo>
                  <a:lnTo>
                    <a:pt x="3193408" y="7338798"/>
                  </a:lnTo>
                  <a:lnTo>
                    <a:pt x="3145670" y="7345277"/>
                  </a:lnTo>
                  <a:lnTo>
                    <a:pt x="3096707" y="7347479"/>
                  </a:lnTo>
                  <a:close/>
                </a:path>
                <a:path w="3635375" h="7347584">
                  <a:moveTo>
                    <a:pt x="3285634" y="7313271"/>
                  </a:moveTo>
                  <a:lnTo>
                    <a:pt x="3096707" y="7313271"/>
                  </a:lnTo>
                  <a:lnTo>
                    <a:pt x="3145059" y="7310970"/>
                  </a:lnTo>
                  <a:lnTo>
                    <a:pt x="3192115" y="7304208"/>
                  </a:lnTo>
                  <a:lnTo>
                    <a:pt x="3237666" y="7293195"/>
                  </a:lnTo>
                  <a:lnTo>
                    <a:pt x="3281499" y="7278144"/>
                  </a:lnTo>
                  <a:lnTo>
                    <a:pt x="3323404" y="7259264"/>
                  </a:lnTo>
                  <a:lnTo>
                    <a:pt x="3363169" y="7236767"/>
                  </a:lnTo>
                  <a:lnTo>
                    <a:pt x="3400585" y="7210865"/>
                  </a:lnTo>
                  <a:lnTo>
                    <a:pt x="3435438" y="7181768"/>
                  </a:lnTo>
                  <a:lnTo>
                    <a:pt x="3467519" y="7149687"/>
                  </a:lnTo>
                  <a:lnTo>
                    <a:pt x="3496616" y="7114833"/>
                  </a:lnTo>
                  <a:lnTo>
                    <a:pt x="3522519" y="7077418"/>
                  </a:lnTo>
                  <a:lnTo>
                    <a:pt x="3545015" y="7037653"/>
                  </a:lnTo>
                  <a:lnTo>
                    <a:pt x="3563895" y="6995748"/>
                  </a:lnTo>
                  <a:lnTo>
                    <a:pt x="3578855" y="6952180"/>
                  </a:lnTo>
                  <a:lnTo>
                    <a:pt x="3589959" y="6906364"/>
                  </a:lnTo>
                  <a:lnTo>
                    <a:pt x="3596721" y="6859307"/>
                  </a:lnTo>
                  <a:lnTo>
                    <a:pt x="3599022" y="6810956"/>
                  </a:lnTo>
                  <a:lnTo>
                    <a:pt x="3599022" y="538323"/>
                  </a:lnTo>
                  <a:lnTo>
                    <a:pt x="3596793" y="491472"/>
                  </a:lnTo>
                  <a:lnTo>
                    <a:pt x="3589959" y="442914"/>
                  </a:lnTo>
                  <a:lnTo>
                    <a:pt x="3578946" y="397364"/>
                  </a:lnTo>
                  <a:lnTo>
                    <a:pt x="3563895" y="353531"/>
                  </a:lnTo>
                  <a:lnTo>
                    <a:pt x="3545015" y="311626"/>
                  </a:lnTo>
                  <a:lnTo>
                    <a:pt x="3522519" y="271860"/>
                  </a:lnTo>
                  <a:lnTo>
                    <a:pt x="3496616" y="234445"/>
                  </a:lnTo>
                  <a:lnTo>
                    <a:pt x="3467519" y="199592"/>
                  </a:lnTo>
                  <a:lnTo>
                    <a:pt x="3435438" y="167511"/>
                  </a:lnTo>
                  <a:lnTo>
                    <a:pt x="3400735" y="138539"/>
                  </a:lnTo>
                  <a:lnTo>
                    <a:pt x="3363284" y="112590"/>
                  </a:lnTo>
                  <a:lnTo>
                    <a:pt x="3323485" y="90060"/>
                  </a:lnTo>
                  <a:lnTo>
                    <a:pt x="3281551" y="71158"/>
                  </a:lnTo>
                  <a:lnTo>
                    <a:pt x="3237695" y="56093"/>
                  </a:lnTo>
                  <a:lnTo>
                    <a:pt x="3192127" y="45074"/>
                  </a:lnTo>
                  <a:lnTo>
                    <a:pt x="3145061" y="38309"/>
                  </a:lnTo>
                  <a:lnTo>
                    <a:pt x="3096707" y="36008"/>
                  </a:lnTo>
                  <a:lnTo>
                    <a:pt x="3291677" y="36008"/>
                  </a:lnTo>
                  <a:lnTo>
                    <a:pt x="3354502" y="64300"/>
                  </a:lnTo>
                  <a:lnTo>
                    <a:pt x="3398961" y="91269"/>
                  </a:lnTo>
                  <a:lnTo>
                    <a:pt x="3440586" y="122428"/>
                  </a:lnTo>
                  <a:lnTo>
                    <a:pt x="3478394" y="156635"/>
                  </a:lnTo>
                  <a:lnTo>
                    <a:pt x="3504275" y="185667"/>
                  </a:lnTo>
                  <a:lnTo>
                    <a:pt x="3528806" y="216049"/>
                  </a:lnTo>
                  <a:lnTo>
                    <a:pt x="3550833" y="248456"/>
                  </a:lnTo>
                  <a:lnTo>
                    <a:pt x="3570890" y="281089"/>
                  </a:lnTo>
                  <a:lnTo>
                    <a:pt x="3590863" y="322133"/>
                  </a:lnTo>
                  <a:lnTo>
                    <a:pt x="3605605" y="359210"/>
                  </a:lnTo>
                  <a:lnTo>
                    <a:pt x="3618601" y="404192"/>
                  </a:lnTo>
                  <a:lnTo>
                    <a:pt x="3628954" y="456291"/>
                  </a:lnTo>
                  <a:lnTo>
                    <a:pt x="3634355" y="510304"/>
                  </a:lnTo>
                  <a:lnTo>
                    <a:pt x="3635030" y="538323"/>
                  </a:lnTo>
                  <a:lnTo>
                    <a:pt x="3634949" y="6810956"/>
                  </a:lnTo>
                  <a:lnTo>
                    <a:pt x="3632828" y="6858118"/>
                  </a:lnTo>
                  <a:lnTo>
                    <a:pt x="3626349" y="6905857"/>
                  </a:lnTo>
                  <a:lnTo>
                    <a:pt x="3615844" y="6951915"/>
                  </a:lnTo>
                  <a:lnTo>
                    <a:pt x="3601323" y="6996897"/>
                  </a:lnTo>
                  <a:lnTo>
                    <a:pt x="3583158" y="7039818"/>
                  </a:lnTo>
                  <a:lnTo>
                    <a:pt x="3561480" y="7080751"/>
                  </a:lnTo>
                  <a:lnTo>
                    <a:pt x="3536478" y="7119506"/>
                  </a:lnTo>
                  <a:lnTo>
                    <a:pt x="3508344" y="7155892"/>
                  </a:lnTo>
                  <a:lnTo>
                    <a:pt x="3477269" y="7189718"/>
                  </a:lnTo>
                  <a:lnTo>
                    <a:pt x="3443443" y="7220793"/>
                  </a:lnTo>
                  <a:lnTo>
                    <a:pt x="3407057" y="7248927"/>
                  </a:lnTo>
                  <a:lnTo>
                    <a:pt x="3368302" y="7273929"/>
                  </a:lnTo>
                  <a:lnTo>
                    <a:pt x="3327369" y="7295607"/>
                  </a:lnTo>
                  <a:lnTo>
                    <a:pt x="3285634" y="7313271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754043" y="2618010"/>
              <a:ext cx="3563620" cy="7275830"/>
            </a:xfrm>
            <a:custGeom>
              <a:avLst/>
              <a:gdLst/>
              <a:ahLst/>
              <a:cxnLst/>
              <a:rect l="l" t="t" r="r" b="b"/>
              <a:pathLst>
                <a:path w="3563619" h="7275830">
                  <a:moveTo>
                    <a:pt x="3060699" y="7275462"/>
                  </a:moveTo>
                  <a:lnTo>
                    <a:pt x="502314" y="7275462"/>
                  </a:lnTo>
                  <a:lnTo>
                    <a:pt x="453963" y="7273161"/>
                  </a:lnTo>
                  <a:lnTo>
                    <a:pt x="406906" y="7266399"/>
                  </a:lnTo>
                  <a:lnTo>
                    <a:pt x="361355" y="7255387"/>
                  </a:lnTo>
                  <a:lnTo>
                    <a:pt x="317522" y="7240335"/>
                  </a:lnTo>
                  <a:lnTo>
                    <a:pt x="275617" y="7221456"/>
                  </a:lnTo>
                  <a:lnTo>
                    <a:pt x="235852" y="7198959"/>
                  </a:lnTo>
                  <a:lnTo>
                    <a:pt x="198437" y="7173057"/>
                  </a:lnTo>
                  <a:lnTo>
                    <a:pt x="163583" y="7143959"/>
                  </a:lnTo>
                  <a:lnTo>
                    <a:pt x="131502" y="7111879"/>
                  </a:lnTo>
                  <a:lnTo>
                    <a:pt x="102405" y="7077025"/>
                  </a:lnTo>
                  <a:lnTo>
                    <a:pt x="76503" y="7039610"/>
                  </a:lnTo>
                  <a:lnTo>
                    <a:pt x="54006" y="6999844"/>
                  </a:lnTo>
                  <a:lnTo>
                    <a:pt x="35127" y="6957940"/>
                  </a:lnTo>
                  <a:lnTo>
                    <a:pt x="20075" y="6914106"/>
                  </a:lnTo>
                  <a:lnTo>
                    <a:pt x="9063" y="6868556"/>
                  </a:lnTo>
                  <a:lnTo>
                    <a:pt x="2300" y="6821499"/>
                  </a:lnTo>
                  <a:lnTo>
                    <a:pt x="0" y="6773147"/>
                  </a:lnTo>
                  <a:lnTo>
                    <a:pt x="0" y="502314"/>
                  </a:lnTo>
                  <a:lnTo>
                    <a:pt x="2300" y="453963"/>
                  </a:lnTo>
                  <a:lnTo>
                    <a:pt x="9063" y="406906"/>
                  </a:lnTo>
                  <a:lnTo>
                    <a:pt x="20075" y="361356"/>
                  </a:lnTo>
                  <a:lnTo>
                    <a:pt x="35127" y="317522"/>
                  </a:lnTo>
                  <a:lnTo>
                    <a:pt x="54006" y="275617"/>
                  </a:lnTo>
                  <a:lnTo>
                    <a:pt x="76503" y="235852"/>
                  </a:lnTo>
                  <a:lnTo>
                    <a:pt x="102405" y="198437"/>
                  </a:lnTo>
                  <a:lnTo>
                    <a:pt x="131502" y="163583"/>
                  </a:lnTo>
                  <a:lnTo>
                    <a:pt x="163583" y="131502"/>
                  </a:lnTo>
                  <a:lnTo>
                    <a:pt x="198437" y="102405"/>
                  </a:lnTo>
                  <a:lnTo>
                    <a:pt x="235852" y="76503"/>
                  </a:lnTo>
                  <a:lnTo>
                    <a:pt x="275617" y="54006"/>
                  </a:lnTo>
                  <a:lnTo>
                    <a:pt x="317522" y="35127"/>
                  </a:lnTo>
                  <a:lnTo>
                    <a:pt x="361355" y="20075"/>
                  </a:lnTo>
                  <a:lnTo>
                    <a:pt x="406906" y="9063"/>
                  </a:lnTo>
                  <a:lnTo>
                    <a:pt x="453963" y="2300"/>
                  </a:lnTo>
                  <a:lnTo>
                    <a:pt x="502314" y="0"/>
                  </a:lnTo>
                  <a:lnTo>
                    <a:pt x="3060699" y="0"/>
                  </a:lnTo>
                  <a:lnTo>
                    <a:pt x="3109051" y="2300"/>
                  </a:lnTo>
                  <a:lnTo>
                    <a:pt x="3156107" y="9063"/>
                  </a:lnTo>
                  <a:lnTo>
                    <a:pt x="3201658" y="20075"/>
                  </a:lnTo>
                  <a:lnTo>
                    <a:pt x="3245491" y="35127"/>
                  </a:lnTo>
                  <a:lnTo>
                    <a:pt x="3287396" y="54006"/>
                  </a:lnTo>
                  <a:lnTo>
                    <a:pt x="3327161" y="76503"/>
                  </a:lnTo>
                  <a:lnTo>
                    <a:pt x="3364576" y="102405"/>
                  </a:lnTo>
                  <a:lnTo>
                    <a:pt x="3399430" y="131502"/>
                  </a:lnTo>
                  <a:lnTo>
                    <a:pt x="3431511" y="163583"/>
                  </a:lnTo>
                  <a:lnTo>
                    <a:pt x="3449759" y="185442"/>
                  </a:lnTo>
                  <a:lnTo>
                    <a:pt x="484310" y="185442"/>
                  </a:lnTo>
                  <a:lnTo>
                    <a:pt x="436179" y="189336"/>
                  </a:lnTo>
                  <a:lnTo>
                    <a:pt x="390501" y="200609"/>
                  </a:lnTo>
                  <a:lnTo>
                    <a:pt x="347891" y="218643"/>
                  </a:lnTo>
                  <a:lnTo>
                    <a:pt x="308964" y="242825"/>
                  </a:lnTo>
                  <a:lnTo>
                    <a:pt x="274337" y="272537"/>
                  </a:lnTo>
                  <a:lnTo>
                    <a:pt x="244625" y="307164"/>
                  </a:lnTo>
                  <a:lnTo>
                    <a:pt x="220443" y="346091"/>
                  </a:lnTo>
                  <a:lnTo>
                    <a:pt x="202409" y="388701"/>
                  </a:lnTo>
                  <a:lnTo>
                    <a:pt x="191255" y="433899"/>
                  </a:lnTo>
                  <a:lnTo>
                    <a:pt x="187242" y="482510"/>
                  </a:lnTo>
                  <a:lnTo>
                    <a:pt x="187242" y="6801954"/>
                  </a:lnTo>
                  <a:lnTo>
                    <a:pt x="191136" y="6850084"/>
                  </a:lnTo>
                  <a:lnTo>
                    <a:pt x="202409" y="6895762"/>
                  </a:lnTo>
                  <a:lnTo>
                    <a:pt x="220443" y="6938373"/>
                  </a:lnTo>
                  <a:lnTo>
                    <a:pt x="244625" y="6977299"/>
                  </a:lnTo>
                  <a:lnTo>
                    <a:pt x="274337" y="7011927"/>
                  </a:lnTo>
                  <a:lnTo>
                    <a:pt x="308964" y="7041639"/>
                  </a:lnTo>
                  <a:lnTo>
                    <a:pt x="347891" y="7065820"/>
                  </a:lnTo>
                  <a:lnTo>
                    <a:pt x="390501" y="7083855"/>
                  </a:lnTo>
                  <a:lnTo>
                    <a:pt x="436179" y="7095127"/>
                  </a:lnTo>
                  <a:lnTo>
                    <a:pt x="484310" y="7099021"/>
                  </a:lnTo>
                  <a:lnTo>
                    <a:pt x="3442244" y="7099021"/>
                  </a:lnTo>
                  <a:lnTo>
                    <a:pt x="3431511" y="7111879"/>
                  </a:lnTo>
                  <a:lnTo>
                    <a:pt x="3399430" y="7143959"/>
                  </a:lnTo>
                  <a:lnTo>
                    <a:pt x="3364576" y="7173057"/>
                  </a:lnTo>
                  <a:lnTo>
                    <a:pt x="3327161" y="7198959"/>
                  </a:lnTo>
                  <a:lnTo>
                    <a:pt x="3287396" y="7221456"/>
                  </a:lnTo>
                  <a:lnTo>
                    <a:pt x="3245491" y="7240335"/>
                  </a:lnTo>
                  <a:lnTo>
                    <a:pt x="3201658" y="7255387"/>
                  </a:lnTo>
                  <a:lnTo>
                    <a:pt x="3156107" y="7266399"/>
                  </a:lnTo>
                  <a:lnTo>
                    <a:pt x="3109051" y="7273161"/>
                  </a:lnTo>
                  <a:lnTo>
                    <a:pt x="3060699" y="7275462"/>
                  </a:lnTo>
                  <a:close/>
                </a:path>
                <a:path w="3563619" h="7275830">
                  <a:moveTo>
                    <a:pt x="2527777" y="433899"/>
                  </a:moveTo>
                  <a:lnTo>
                    <a:pt x="1038837" y="433899"/>
                  </a:lnTo>
                  <a:lnTo>
                    <a:pt x="994552" y="427872"/>
                  </a:lnTo>
                  <a:lnTo>
                    <a:pt x="954617" y="410893"/>
                  </a:lnTo>
                  <a:lnTo>
                    <a:pt x="920685" y="384612"/>
                  </a:lnTo>
                  <a:lnTo>
                    <a:pt x="894404" y="350680"/>
                  </a:lnTo>
                  <a:lnTo>
                    <a:pt x="877425" y="310746"/>
                  </a:lnTo>
                  <a:lnTo>
                    <a:pt x="871398" y="266460"/>
                  </a:lnTo>
                  <a:lnTo>
                    <a:pt x="871398" y="185442"/>
                  </a:lnTo>
                  <a:lnTo>
                    <a:pt x="2695216" y="185442"/>
                  </a:lnTo>
                  <a:lnTo>
                    <a:pt x="2695216" y="230452"/>
                  </a:lnTo>
                  <a:lnTo>
                    <a:pt x="2209104" y="230452"/>
                  </a:lnTo>
                  <a:lnTo>
                    <a:pt x="2192197" y="233941"/>
                  </a:lnTo>
                  <a:lnTo>
                    <a:pt x="2177822" y="243505"/>
                  </a:lnTo>
                  <a:lnTo>
                    <a:pt x="2176878" y="244855"/>
                  </a:lnTo>
                  <a:lnTo>
                    <a:pt x="1544753" y="244855"/>
                  </a:lnTo>
                  <a:lnTo>
                    <a:pt x="1533134" y="247106"/>
                  </a:lnTo>
                  <a:lnTo>
                    <a:pt x="1523372" y="253407"/>
                  </a:lnTo>
                  <a:lnTo>
                    <a:pt x="1516649" y="263085"/>
                  </a:lnTo>
                  <a:lnTo>
                    <a:pt x="1514145" y="275462"/>
                  </a:lnTo>
                  <a:lnTo>
                    <a:pt x="1516649" y="287840"/>
                  </a:lnTo>
                  <a:lnTo>
                    <a:pt x="1523372" y="297518"/>
                  </a:lnTo>
                  <a:lnTo>
                    <a:pt x="1533134" y="303819"/>
                  </a:lnTo>
                  <a:lnTo>
                    <a:pt x="1544753" y="306070"/>
                  </a:lnTo>
                  <a:lnTo>
                    <a:pt x="2176243" y="306070"/>
                  </a:lnTo>
                  <a:lnTo>
                    <a:pt x="2177147" y="307420"/>
                  </a:lnTo>
                  <a:lnTo>
                    <a:pt x="2191438" y="316984"/>
                  </a:lnTo>
                  <a:lnTo>
                    <a:pt x="2209104" y="320473"/>
                  </a:lnTo>
                  <a:lnTo>
                    <a:pt x="2685053" y="320473"/>
                  </a:lnTo>
                  <a:lnTo>
                    <a:pt x="2672210" y="350680"/>
                  </a:lnTo>
                  <a:lnTo>
                    <a:pt x="2645929" y="384612"/>
                  </a:lnTo>
                  <a:lnTo>
                    <a:pt x="2611996" y="410893"/>
                  </a:lnTo>
                  <a:lnTo>
                    <a:pt x="2572062" y="427872"/>
                  </a:lnTo>
                  <a:lnTo>
                    <a:pt x="2527777" y="433899"/>
                  </a:lnTo>
                  <a:close/>
                </a:path>
                <a:path w="3563619" h="7275830">
                  <a:moveTo>
                    <a:pt x="3442244" y="7099021"/>
                  </a:moveTo>
                  <a:lnTo>
                    <a:pt x="3082303" y="7099021"/>
                  </a:lnTo>
                  <a:lnTo>
                    <a:pt x="3130434" y="7095127"/>
                  </a:lnTo>
                  <a:lnTo>
                    <a:pt x="3176112" y="7083855"/>
                  </a:lnTo>
                  <a:lnTo>
                    <a:pt x="3218723" y="7065820"/>
                  </a:lnTo>
                  <a:lnTo>
                    <a:pt x="3257650" y="7041639"/>
                  </a:lnTo>
                  <a:lnTo>
                    <a:pt x="3292277" y="7011927"/>
                  </a:lnTo>
                  <a:lnTo>
                    <a:pt x="3321989" y="6977299"/>
                  </a:lnTo>
                  <a:lnTo>
                    <a:pt x="3346170" y="6938373"/>
                  </a:lnTo>
                  <a:lnTo>
                    <a:pt x="3364205" y="6895762"/>
                  </a:lnTo>
                  <a:lnTo>
                    <a:pt x="3375477" y="6850084"/>
                  </a:lnTo>
                  <a:lnTo>
                    <a:pt x="3379372" y="6801954"/>
                  </a:lnTo>
                  <a:lnTo>
                    <a:pt x="3377571" y="6801954"/>
                  </a:lnTo>
                  <a:lnTo>
                    <a:pt x="3377571" y="482510"/>
                  </a:lnTo>
                  <a:lnTo>
                    <a:pt x="3373676" y="434379"/>
                  </a:lnTo>
                  <a:lnTo>
                    <a:pt x="3362404" y="388701"/>
                  </a:lnTo>
                  <a:lnTo>
                    <a:pt x="3344369" y="346091"/>
                  </a:lnTo>
                  <a:lnTo>
                    <a:pt x="3320188" y="307164"/>
                  </a:lnTo>
                  <a:lnTo>
                    <a:pt x="3290476" y="272537"/>
                  </a:lnTo>
                  <a:lnTo>
                    <a:pt x="3255849" y="242825"/>
                  </a:lnTo>
                  <a:lnTo>
                    <a:pt x="3216923" y="218643"/>
                  </a:lnTo>
                  <a:lnTo>
                    <a:pt x="3174312" y="200609"/>
                  </a:lnTo>
                  <a:lnTo>
                    <a:pt x="3128634" y="189336"/>
                  </a:lnTo>
                  <a:lnTo>
                    <a:pt x="3080504" y="185442"/>
                  </a:lnTo>
                  <a:lnTo>
                    <a:pt x="3449759" y="185442"/>
                  </a:lnTo>
                  <a:lnTo>
                    <a:pt x="3460608" y="198437"/>
                  </a:lnTo>
                  <a:lnTo>
                    <a:pt x="3486510" y="235852"/>
                  </a:lnTo>
                  <a:lnTo>
                    <a:pt x="3508919" y="275462"/>
                  </a:lnTo>
                  <a:lnTo>
                    <a:pt x="3509007" y="275617"/>
                  </a:lnTo>
                  <a:lnTo>
                    <a:pt x="3527886" y="317522"/>
                  </a:lnTo>
                  <a:lnTo>
                    <a:pt x="3542938" y="361356"/>
                  </a:lnTo>
                  <a:lnTo>
                    <a:pt x="3553950" y="406906"/>
                  </a:lnTo>
                  <a:lnTo>
                    <a:pt x="3560713" y="453963"/>
                  </a:lnTo>
                  <a:lnTo>
                    <a:pt x="3563014" y="502314"/>
                  </a:lnTo>
                  <a:lnTo>
                    <a:pt x="3563014" y="6773147"/>
                  </a:lnTo>
                  <a:lnTo>
                    <a:pt x="3560713" y="6821499"/>
                  </a:lnTo>
                  <a:lnTo>
                    <a:pt x="3553950" y="6868556"/>
                  </a:lnTo>
                  <a:lnTo>
                    <a:pt x="3542938" y="6914106"/>
                  </a:lnTo>
                  <a:lnTo>
                    <a:pt x="3527886" y="6957940"/>
                  </a:lnTo>
                  <a:lnTo>
                    <a:pt x="3509007" y="6999844"/>
                  </a:lnTo>
                  <a:lnTo>
                    <a:pt x="3486510" y="7039610"/>
                  </a:lnTo>
                  <a:lnTo>
                    <a:pt x="3460608" y="7077025"/>
                  </a:lnTo>
                  <a:lnTo>
                    <a:pt x="3442244" y="7099021"/>
                  </a:lnTo>
                  <a:close/>
                </a:path>
                <a:path w="3563619" h="7275830">
                  <a:moveTo>
                    <a:pt x="2685053" y="320473"/>
                  </a:moveTo>
                  <a:lnTo>
                    <a:pt x="2209104" y="320473"/>
                  </a:lnTo>
                  <a:lnTo>
                    <a:pt x="2226771" y="316984"/>
                  </a:lnTo>
                  <a:lnTo>
                    <a:pt x="2241062" y="307420"/>
                  </a:lnTo>
                  <a:lnTo>
                    <a:pt x="2250627" y="293129"/>
                  </a:lnTo>
                  <a:lnTo>
                    <a:pt x="2254084" y="275617"/>
                  </a:lnTo>
                  <a:lnTo>
                    <a:pt x="2254115" y="275462"/>
                  </a:lnTo>
                  <a:lnTo>
                    <a:pt x="2250627" y="257796"/>
                  </a:lnTo>
                  <a:lnTo>
                    <a:pt x="2241062" y="243505"/>
                  </a:lnTo>
                  <a:lnTo>
                    <a:pt x="2226771" y="233941"/>
                  </a:lnTo>
                  <a:lnTo>
                    <a:pt x="2209104" y="230452"/>
                  </a:lnTo>
                  <a:lnTo>
                    <a:pt x="2695216" y="230452"/>
                  </a:lnTo>
                  <a:lnTo>
                    <a:pt x="2695216" y="266460"/>
                  </a:lnTo>
                  <a:lnTo>
                    <a:pt x="2689189" y="310746"/>
                  </a:lnTo>
                  <a:lnTo>
                    <a:pt x="2685053" y="320473"/>
                  </a:lnTo>
                  <a:close/>
                </a:path>
                <a:path w="3563619" h="7275830">
                  <a:moveTo>
                    <a:pt x="2176243" y="306070"/>
                  </a:moveTo>
                  <a:lnTo>
                    <a:pt x="1976851" y="306070"/>
                  </a:lnTo>
                  <a:lnTo>
                    <a:pt x="1988469" y="303819"/>
                  </a:lnTo>
                  <a:lnTo>
                    <a:pt x="1998231" y="297518"/>
                  </a:lnTo>
                  <a:lnTo>
                    <a:pt x="2004955" y="287840"/>
                  </a:lnTo>
                  <a:lnTo>
                    <a:pt x="2007427" y="275617"/>
                  </a:lnTo>
                  <a:lnTo>
                    <a:pt x="2007458" y="275462"/>
                  </a:lnTo>
                  <a:lnTo>
                    <a:pt x="2004955" y="263085"/>
                  </a:lnTo>
                  <a:lnTo>
                    <a:pt x="1998231" y="253407"/>
                  </a:lnTo>
                  <a:lnTo>
                    <a:pt x="1988469" y="247106"/>
                  </a:lnTo>
                  <a:lnTo>
                    <a:pt x="1976851" y="244855"/>
                  </a:lnTo>
                  <a:lnTo>
                    <a:pt x="2176878" y="244855"/>
                  </a:lnTo>
                  <a:lnTo>
                    <a:pt x="2167835" y="257796"/>
                  </a:lnTo>
                  <a:lnTo>
                    <a:pt x="2164094" y="275462"/>
                  </a:lnTo>
                  <a:lnTo>
                    <a:pt x="2167582" y="293129"/>
                  </a:lnTo>
                  <a:lnTo>
                    <a:pt x="2176243" y="306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41286" y="2803452"/>
              <a:ext cx="3190328" cy="6913579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1268190" y="2862866"/>
              <a:ext cx="493395" cy="61594"/>
            </a:xfrm>
            <a:custGeom>
              <a:avLst/>
              <a:gdLst/>
              <a:ahLst/>
              <a:cxnLst/>
              <a:rect l="l" t="t" r="r" b="b"/>
              <a:pathLst>
                <a:path w="493395" h="61594">
                  <a:moveTo>
                    <a:pt x="462705" y="61214"/>
                  </a:moveTo>
                  <a:lnTo>
                    <a:pt x="30607" y="61214"/>
                  </a:lnTo>
                  <a:lnTo>
                    <a:pt x="18988" y="58963"/>
                  </a:lnTo>
                  <a:lnTo>
                    <a:pt x="9227" y="52662"/>
                  </a:lnTo>
                  <a:lnTo>
                    <a:pt x="2503" y="42984"/>
                  </a:lnTo>
                  <a:lnTo>
                    <a:pt x="0" y="30607"/>
                  </a:lnTo>
                  <a:lnTo>
                    <a:pt x="2503" y="18229"/>
                  </a:lnTo>
                  <a:lnTo>
                    <a:pt x="9227" y="8551"/>
                  </a:lnTo>
                  <a:lnTo>
                    <a:pt x="18988" y="2250"/>
                  </a:lnTo>
                  <a:lnTo>
                    <a:pt x="30607" y="0"/>
                  </a:lnTo>
                  <a:lnTo>
                    <a:pt x="462705" y="0"/>
                  </a:lnTo>
                  <a:lnTo>
                    <a:pt x="474324" y="2250"/>
                  </a:lnTo>
                  <a:lnTo>
                    <a:pt x="484086" y="8551"/>
                  </a:lnTo>
                  <a:lnTo>
                    <a:pt x="490809" y="18229"/>
                  </a:lnTo>
                  <a:lnTo>
                    <a:pt x="493313" y="30607"/>
                  </a:lnTo>
                  <a:lnTo>
                    <a:pt x="490809" y="42984"/>
                  </a:lnTo>
                  <a:lnTo>
                    <a:pt x="484086" y="52662"/>
                  </a:lnTo>
                  <a:lnTo>
                    <a:pt x="474324" y="58963"/>
                  </a:lnTo>
                  <a:lnTo>
                    <a:pt x="462705" y="61214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18138" y="2848463"/>
              <a:ext cx="90021" cy="9002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9678416" y="3554234"/>
              <a:ext cx="3714750" cy="1739264"/>
            </a:xfrm>
            <a:custGeom>
              <a:avLst/>
              <a:gdLst/>
              <a:ahLst/>
              <a:cxnLst/>
              <a:rect l="l" t="t" r="r" b="b"/>
              <a:pathLst>
                <a:path w="3714750" h="1739264">
                  <a:moveTo>
                    <a:pt x="39611" y="1191869"/>
                  </a:moveTo>
                  <a:lnTo>
                    <a:pt x="24307" y="1195019"/>
                  </a:lnTo>
                  <a:lnTo>
                    <a:pt x="11709" y="1203566"/>
                  </a:lnTo>
                  <a:lnTo>
                    <a:pt x="3149" y="1216177"/>
                  </a:lnTo>
                  <a:lnTo>
                    <a:pt x="0" y="1231480"/>
                  </a:lnTo>
                  <a:lnTo>
                    <a:pt x="0" y="1699590"/>
                  </a:lnTo>
                  <a:lnTo>
                    <a:pt x="3149" y="1714893"/>
                  </a:lnTo>
                  <a:lnTo>
                    <a:pt x="11709" y="1727492"/>
                  </a:lnTo>
                  <a:lnTo>
                    <a:pt x="24307" y="1736039"/>
                  </a:lnTo>
                  <a:lnTo>
                    <a:pt x="39611" y="1739188"/>
                  </a:lnTo>
                  <a:lnTo>
                    <a:pt x="39611" y="1191869"/>
                  </a:lnTo>
                  <a:close/>
                </a:path>
                <a:path w="3714750" h="1739264">
                  <a:moveTo>
                    <a:pt x="39611" y="527519"/>
                  </a:moveTo>
                  <a:lnTo>
                    <a:pt x="24307" y="530390"/>
                  </a:lnTo>
                  <a:lnTo>
                    <a:pt x="11709" y="538314"/>
                  </a:lnTo>
                  <a:lnTo>
                    <a:pt x="3149" y="550303"/>
                  </a:lnTo>
                  <a:lnTo>
                    <a:pt x="0" y="565327"/>
                  </a:lnTo>
                  <a:lnTo>
                    <a:pt x="0" y="1033437"/>
                  </a:lnTo>
                  <a:lnTo>
                    <a:pt x="3149" y="1048740"/>
                  </a:lnTo>
                  <a:lnTo>
                    <a:pt x="11709" y="1061339"/>
                  </a:lnTo>
                  <a:lnTo>
                    <a:pt x="24307" y="1069886"/>
                  </a:lnTo>
                  <a:lnTo>
                    <a:pt x="39611" y="1073035"/>
                  </a:lnTo>
                  <a:lnTo>
                    <a:pt x="39611" y="527519"/>
                  </a:lnTo>
                  <a:close/>
                </a:path>
                <a:path w="3714750" h="1739264">
                  <a:moveTo>
                    <a:pt x="39611" y="0"/>
                  </a:moveTo>
                  <a:lnTo>
                    <a:pt x="24307" y="2870"/>
                  </a:lnTo>
                  <a:lnTo>
                    <a:pt x="11709" y="10795"/>
                  </a:lnTo>
                  <a:lnTo>
                    <a:pt x="3149" y="22783"/>
                  </a:lnTo>
                  <a:lnTo>
                    <a:pt x="0" y="37807"/>
                  </a:lnTo>
                  <a:lnTo>
                    <a:pt x="0" y="262851"/>
                  </a:lnTo>
                  <a:lnTo>
                    <a:pt x="3149" y="278155"/>
                  </a:lnTo>
                  <a:lnTo>
                    <a:pt x="11709" y="290766"/>
                  </a:lnTo>
                  <a:lnTo>
                    <a:pt x="24307" y="299313"/>
                  </a:lnTo>
                  <a:lnTo>
                    <a:pt x="39611" y="302463"/>
                  </a:lnTo>
                  <a:lnTo>
                    <a:pt x="39611" y="0"/>
                  </a:lnTo>
                  <a:close/>
                </a:path>
                <a:path w="3714750" h="1739264">
                  <a:moveTo>
                    <a:pt x="3714254" y="747166"/>
                  </a:moveTo>
                  <a:lnTo>
                    <a:pt x="3711105" y="731862"/>
                  </a:lnTo>
                  <a:lnTo>
                    <a:pt x="3702545" y="719264"/>
                  </a:lnTo>
                  <a:lnTo>
                    <a:pt x="3689947" y="710704"/>
                  </a:lnTo>
                  <a:lnTo>
                    <a:pt x="3674643" y="707555"/>
                  </a:lnTo>
                  <a:lnTo>
                    <a:pt x="3674643" y="1584363"/>
                  </a:lnTo>
                  <a:lnTo>
                    <a:pt x="3689947" y="1581213"/>
                  </a:lnTo>
                  <a:lnTo>
                    <a:pt x="3702545" y="1572653"/>
                  </a:lnTo>
                  <a:lnTo>
                    <a:pt x="3711105" y="1560055"/>
                  </a:lnTo>
                  <a:lnTo>
                    <a:pt x="3714254" y="1544751"/>
                  </a:lnTo>
                  <a:lnTo>
                    <a:pt x="3714254" y="747166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718035" y="2582002"/>
              <a:ext cx="3635375" cy="7347584"/>
            </a:xfrm>
            <a:custGeom>
              <a:avLst/>
              <a:gdLst/>
              <a:ahLst/>
              <a:cxnLst/>
              <a:rect l="l" t="t" r="r" b="b"/>
              <a:pathLst>
                <a:path w="3635375" h="7347584">
                  <a:moveTo>
                    <a:pt x="3096708" y="7347479"/>
                  </a:moveTo>
                  <a:lnTo>
                    <a:pt x="538323" y="7347479"/>
                  </a:lnTo>
                  <a:lnTo>
                    <a:pt x="489360" y="7345277"/>
                  </a:lnTo>
                  <a:lnTo>
                    <a:pt x="441622" y="7338798"/>
                  </a:lnTo>
                  <a:lnTo>
                    <a:pt x="395298" y="7328233"/>
                  </a:lnTo>
                  <a:lnTo>
                    <a:pt x="350581" y="7313772"/>
                  </a:lnTo>
                  <a:lnTo>
                    <a:pt x="307660" y="7295607"/>
                  </a:lnTo>
                  <a:lnTo>
                    <a:pt x="266727" y="7273929"/>
                  </a:lnTo>
                  <a:lnTo>
                    <a:pt x="227972" y="7248927"/>
                  </a:lnTo>
                  <a:lnTo>
                    <a:pt x="191586" y="7220793"/>
                  </a:lnTo>
                  <a:lnTo>
                    <a:pt x="157761" y="7189718"/>
                  </a:lnTo>
                  <a:lnTo>
                    <a:pt x="126685" y="7155892"/>
                  </a:lnTo>
                  <a:lnTo>
                    <a:pt x="98551" y="7119506"/>
                  </a:lnTo>
                  <a:lnTo>
                    <a:pt x="73550" y="7080751"/>
                  </a:lnTo>
                  <a:lnTo>
                    <a:pt x="51871" y="7039818"/>
                  </a:lnTo>
                  <a:lnTo>
                    <a:pt x="33706" y="6996897"/>
                  </a:lnTo>
                  <a:lnTo>
                    <a:pt x="19246" y="6952180"/>
                  </a:lnTo>
                  <a:lnTo>
                    <a:pt x="8796" y="6906364"/>
                  </a:lnTo>
                  <a:lnTo>
                    <a:pt x="8680" y="6905857"/>
                  </a:lnTo>
                  <a:lnTo>
                    <a:pt x="2202" y="6858118"/>
                  </a:lnTo>
                  <a:lnTo>
                    <a:pt x="80" y="6810956"/>
                  </a:lnTo>
                  <a:lnTo>
                    <a:pt x="0" y="538323"/>
                  </a:lnTo>
                  <a:lnTo>
                    <a:pt x="675" y="511063"/>
                  </a:lnTo>
                  <a:lnTo>
                    <a:pt x="6076" y="456544"/>
                  </a:lnTo>
                  <a:lnTo>
                    <a:pt x="13531" y="417076"/>
                  </a:lnTo>
                  <a:lnTo>
                    <a:pt x="23405" y="378086"/>
                  </a:lnTo>
                  <a:lnTo>
                    <a:pt x="37358" y="341177"/>
                  </a:lnTo>
                  <a:lnTo>
                    <a:pt x="54012" y="304269"/>
                  </a:lnTo>
                  <a:lnTo>
                    <a:pt x="72494" y="270343"/>
                  </a:lnTo>
                  <a:lnTo>
                    <a:pt x="92946" y="237654"/>
                  </a:lnTo>
                  <a:lnTo>
                    <a:pt x="119446" y="200183"/>
                  </a:lnTo>
                  <a:lnTo>
                    <a:pt x="144989" y="170476"/>
                  </a:lnTo>
                  <a:lnTo>
                    <a:pt x="167888" y="148252"/>
                  </a:lnTo>
                  <a:lnTo>
                    <a:pt x="186792" y="130811"/>
                  </a:lnTo>
                  <a:lnTo>
                    <a:pt x="237302" y="91836"/>
                  </a:lnTo>
                  <a:lnTo>
                    <a:pt x="281541" y="65087"/>
                  </a:lnTo>
                  <a:lnTo>
                    <a:pt x="328614" y="42496"/>
                  </a:lnTo>
                  <a:lnTo>
                    <a:pt x="378175" y="24376"/>
                  </a:lnTo>
                  <a:lnTo>
                    <a:pt x="429878" y="11043"/>
                  </a:lnTo>
                  <a:lnTo>
                    <a:pt x="483990" y="2719"/>
                  </a:lnTo>
                  <a:lnTo>
                    <a:pt x="485221" y="2719"/>
                  </a:lnTo>
                  <a:lnTo>
                    <a:pt x="538323" y="0"/>
                  </a:lnTo>
                  <a:lnTo>
                    <a:pt x="3098507" y="0"/>
                  </a:lnTo>
                  <a:lnTo>
                    <a:pt x="3153360" y="2719"/>
                  </a:lnTo>
                  <a:lnTo>
                    <a:pt x="3206637" y="10729"/>
                  </a:lnTo>
                  <a:lnTo>
                    <a:pt x="3258089" y="23809"/>
                  </a:lnTo>
                  <a:lnTo>
                    <a:pt x="3291678" y="36008"/>
                  </a:lnTo>
                  <a:lnTo>
                    <a:pt x="538323" y="36008"/>
                  </a:lnTo>
                  <a:lnTo>
                    <a:pt x="489971" y="38309"/>
                  </a:lnTo>
                  <a:lnTo>
                    <a:pt x="442914" y="45074"/>
                  </a:lnTo>
                  <a:lnTo>
                    <a:pt x="397364" y="56093"/>
                  </a:lnTo>
                  <a:lnTo>
                    <a:pt x="353531" y="71158"/>
                  </a:lnTo>
                  <a:lnTo>
                    <a:pt x="311626" y="90060"/>
                  </a:lnTo>
                  <a:lnTo>
                    <a:pt x="271860" y="112590"/>
                  </a:lnTo>
                  <a:lnTo>
                    <a:pt x="234445" y="138539"/>
                  </a:lnTo>
                  <a:lnTo>
                    <a:pt x="199592" y="167698"/>
                  </a:lnTo>
                  <a:lnTo>
                    <a:pt x="167511" y="199859"/>
                  </a:lnTo>
                  <a:lnTo>
                    <a:pt x="138414" y="234812"/>
                  </a:lnTo>
                  <a:lnTo>
                    <a:pt x="112511" y="272348"/>
                  </a:lnTo>
                  <a:lnTo>
                    <a:pt x="90015" y="312259"/>
                  </a:lnTo>
                  <a:lnTo>
                    <a:pt x="71135" y="354336"/>
                  </a:lnTo>
                  <a:lnTo>
                    <a:pt x="56084" y="398369"/>
                  </a:lnTo>
                  <a:lnTo>
                    <a:pt x="45071" y="444151"/>
                  </a:lnTo>
                  <a:lnTo>
                    <a:pt x="38309" y="491472"/>
                  </a:lnTo>
                  <a:lnTo>
                    <a:pt x="36093" y="538323"/>
                  </a:lnTo>
                  <a:lnTo>
                    <a:pt x="36008" y="6810956"/>
                  </a:lnTo>
                  <a:lnTo>
                    <a:pt x="38252" y="6858118"/>
                  </a:lnTo>
                  <a:lnTo>
                    <a:pt x="38309" y="6859307"/>
                  </a:lnTo>
                  <a:lnTo>
                    <a:pt x="44998" y="6905857"/>
                  </a:lnTo>
                  <a:lnTo>
                    <a:pt x="56084" y="6951915"/>
                  </a:lnTo>
                  <a:lnTo>
                    <a:pt x="71135" y="6995748"/>
                  </a:lnTo>
                  <a:lnTo>
                    <a:pt x="90015" y="7037653"/>
                  </a:lnTo>
                  <a:lnTo>
                    <a:pt x="112511" y="7077418"/>
                  </a:lnTo>
                  <a:lnTo>
                    <a:pt x="138414" y="7114833"/>
                  </a:lnTo>
                  <a:lnTo>
                    <a:pt x="167511" y="7149687"/>
                  </a:lnTo>
                  <a:lnTo>
                    <a:pt x="199592" y="7181768"/>
                  </a:lnTo>
                  <a:lnTo>
                    <a:pt x="234445" y="7210865"/>
                  </a:lnTo>
                  <a:lnTo>
                    <a:pt x="271860" y="7236767"/>
                  </a:lnTo>
                  <a:lnTo>
                    <a:pt x="311626" y="7259264"/>
                  </a:lnTo>
                  <a:lnTo>
                    <a:pt x="353531" y="7278144"/>
                  </a:lnTo>
                  <a:lnTo>
                    <a:pt x="397364" y="7293195"/>
                  </a:lnTo>
                  <a:lnTo>
                    <a:pt x="442914" y="7304208"/>
                  </a:lnTo>
                  <a:lnTo>
                    <a:pt x="489971" y="7310970"/>
                  </a:lnTo>
                  <a:lnTo>
                    <a:pt x="538323" y="7313271"/>
                  </a:lnTo>
                  <a:lnTo>
                    <a:pt x="3285634" y="7313271"/>
                  </a:lnTo>
                  <a:lnTo>
                    <a:pt x="3284449" y="7313772"/>
                  </a:lnTo>
                  <a:lnTo>
                    <a:pt x="3239732" y="7328233"/>
                  </a:lnTo>
                  <a:lnTo>
                    <a:pt x="3193409" y="7338798"/>
                  </a:lnTo>
                  <a:lnTo>
                    <a:pt x="3145670" y="7345277"/>
                  </a:lnTo>
                  <a:lnTo>
                    <a:pt x="3096708" y="7347479"/>
                  </a:lnTo>
                  <a:close/>
                </a:path>
                <a:path w="3635375" h="7347584">
                  <a:moveTo>
                    <a:pt x="3285634" y="7313271"/>
                  </a:moveTo>
                  <a:lnTo>
                    <a:pt x="3096708" y="7313271"/>
                  </a:lnTo>
                  <a:lnTo>
                    <a:pt x="3145059" y="7310970"/>
                  </a:lnTo>
                  <a:lnTo>
                    <a:pt x="3192116" y="7304208"/>
                  </a:lnTo>
                  <a:lnTo>
                    <a:pt x="3237666" y="7293195"/>
                  </a:lnTo>
                  <a:lnTo>
                    <a:pt x="3281499" y="7278144"/>
                  </a:lnTo>
                  <a:lnTo>
                    <a:pt x="3323404" y="7259264"/>
                  </a:lnTo>
                  <a:lnTo>
                    <a:pt x="3363170" y="7236767"/>
                  </a:lnTo>
                  <a:lnTo>
                    <a:pt x="3400585" y="7210865"/>
                  </a:lnTo>
                  <a:lnTo>
                    <a:pt x="3435438" y="7181768"/>
                  </a:lnTo>
                  <a:lnTo>
                    <a:pt x="3467519" y="7149687"/>
                  </a:lnTo>
                  <a:lnTo>
                    <a:pt x="3496616" y="7114833"/>
                  </a:lnTo>
                  <a:lnTo>
                    <a:pt x="3522519" y="7077418"/>
                  </a:lnTo>
                  <a:lnTo>
                    <a:pt x="3545015" y="7037653"/>
                  </a:lnTo>
                  <a:lnTo>
                    <a:pt x="3563895" y="6995748"/>
                  </a:lnTo>
                  <a:lnTo>
                    <a:pt x="3578855" y="6952180"/>
                  </a:lnTo>
                  <a:lnTo>
                    <a:pt x="3589959" y="6906364"/>
                  </a:lnTo>
                  <a:lnTo>
                    <a:pt x="3596721" y="6859307"/>
                  </a:lnTo>
                  <a:lnTo>
                    <a:pt x="3599022" y="6810956"/>
                  </a:lnTo>
                  <a:lnTo>
                    <a:pt x="3599022" y="538323"/>
                  </a:lnTo>
                  <a:lnTo>
                    <a:pt x="3596793" y="491472"/>
                  </a:lnTo>
                  <a:lnTo>
                    <a:pt x="3596721" y="489971"/>
                  </a:lnTo>
                  <a:lnTo>
                    <a:pt x="3589959" y="442914"/>
                  </a:lnTo>
                  <a:lnTo>
                    <a:pt x="3578946" y="397364"/>
                  </a:lnTo>
                  <a:lnTo>
                    <a:pt x="3563895" y="353531"/>
                  </a:lnTo>
                  <a:lnTo>
                    <a:pt x="3545015" y="311626"/>
                  </a:lnTo>
                  <a:lnTo>
                    <a:pt x="3522519" y="271860"/>
                  </a:lnTo>
                  <a:lnTo>
                    <a:pt x="3496616" y="234445"/>
                  </a:lnTo>
                  <a:lnTo>
                    <a:pt x="3467519" y="199592"/>
                  </a:lnTo>
                  <a:lnTo>
                    <a:pt x="3435438" y="167511"/>
                  </a:lnTo>
                  <a:lnTo>
                    <a:pt x="3400735" y="138539"/>
                  </a:lnTo>
                  <a:lnTo>
                    <a:pt x="3363284" y="112590"/>
                  </a:lnTo>
                  <a:lnTo>
                    <a:pt x="3323485" y="90060"/>
                  </a:lnTo>
                  <a:lnTo>
                    <a:pt x="3281551" y="71158"/>
                  </a:lnTo>
                  <a:lnTo>
                    <a:pt x="3237695" y="56093"/>
                  </a:lnTo>
                  <a:lnTo>
                    <a:pt x="3192128" y="45074"/>
                  </a:lnTo>
                  <a:lnTo>
                    <a:pt x="3145062" y="38309"/>
                  </a:lnTo>
                  <a:lnTo>
                    <a:pt x="3096708" y="36008"/>
                  </a:lnTo>
                  <a:lnTo>
                    <a:pt x="3291678" y="36008"/>
                  </a:lnTo>
                  <a:lnTo>
                    <a:pt x="3354502" y="64300"/>
                  </a:lnTo>
                  <a:lnTo>
                    <a:pt x="3398961" y="91269"/>
                  </a:lnTo>
                  <a:lnTo>
                    <a:pt x="3440586" y="122428"/>
                  </a:lnTo>
                  <a:lnTo>
                    <a:pt x="3478394" y="156635"/>
                  </a:lnTo>
                  <a:lnTo>
                    <a:pt x="3504275" y="185667"/>
                  </a:lnTo>
                  <a:lnTo>
                    <a:pt x="3528806" y="216049"/>
                  </a:lnTo>
                  <a:lnTo>
                    <a:pt x="3550833" y="248456"/>
                  </a:lnTo>
                  <a:lnTo>
                    <a:pt x="3570891" y="281089"/>
                  </a:lnTo>
                  <a:lnTo>
                    <a:pt x="3590864" y="322133"/>
                  </a:lnTo>
                  <a:lnTo>
                    <a:pt x="3605605" y="359210"/>
                  </a:lnTo>
                  <a:lnTo>
                    <a:pt x="3618601" y="404192"/>
                  </a:lnTo>
                  <a:lnTo>
                    <a:pt x="3628954" y="456291"/>
                  </a:lnTo>
                  <a:lnTo>
                    <a:pt x="3634356" y="510304"/>
                  </a:lnTo>
                  <a:lnTo>
                    <a:pt x="3635031" y="538323"/>
                  </a:lnTo>
                  <a:lnTo>
                    <a:pt x="3634950" y="6810956"/>
                  </a:lnTo>
                  <a:lnTo>
                    <a:pt x="3632829" y="6858118"/>
                  </a:lnTo>
                  <a:lnTo>
                    <a:pt x="3626350" y="6905857"/>
                  </a:lnTo>
                  <a:lnTo>
                    <a:pt x="3615845" y="6951915"/>
                  </a:lnTo>
                  <a:lnTo>
                    <a:pt x="3615785" y="6952180"/>
                  </a:lnTo>
                  <a:lnTo>
                    <a:pt x="3601324" y="6996897"/>
                  </a:lnTo>
                  <a:lnTo>
                    <a:pt x="3583159" y="7039818"/>
                  </a:lnTo>
                  <a:lnTo>
                    <a:pt x="3561480" y="7080751"/>
                  </a:lnTo>
                  <a:lnTo>
                    <a:pt x="3536479" y="7119506"/>
                  </a:lnTo>
                  <a:lnTo>
                    <a:pt x="3508345" y="7155892"/>
                  </a:lnTo>
                  <a:lnTo>
                    <a:pt x="3477269" y="7189718"/>
                  </a:lnTo>
                  <a:lnTo>
                    <a:pt x="3443443" y="7220793"/>
                  </a:lnTo>
                  <a:lnTo>
                    <a:pt x="3407058" y="7248927"/>
                  </a:lnTo>
                  <a:lnTo>
                    <a:pt x="3368303" y="7273929"/>
                  </a:lnTo>
                  <a:lnTo>
                    <a:pt x="3327370" y="7295607"/>
                  </a:lnTo>
                  <a:lnTo>
                    <a:pt x="3285634" y="7313271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4277916" y="2618010"/>
              <a:ext cx="3563620" cy="7275830"/>
            </a:xfrm>
            <a:custGeom>
              <a:avLst/>
              <a:gdLst/>
              <a:ahLst/>
              <a:cxnLst/>
              <a:rect l="l" t="t" r="r" b="b"/>
              <a:pathLst>
                <a:path w="3563619" h="7275830">
                  <a:moveTo>
                    <a:pt x="3060700" y="7275462"/>
                  </a:moveTo>
                  <a:lnTo>
                    <a:pt x="502315" y="7275462"/>
                  </a:lnTo>
                  <a:lnTo>
                    <a:pt x="453964" y="7273161"/>
                  </a:lnTo>
                  <a:lnTo>
                    <a:pt x="406907" y="7266399"/>
                  </a:lnTo>
                  <a:lnTo>
                    <a:pt x="361356" y="7255387"/>
                  </a:lnTo>
                  <a:lnTo>
                    <a:pt x="317523" y="7240335"/>
                  </a:lnTo>
                  <a:lnTo>
                    <a:pt x="275618" y="7221456"/>
                  </a:lnTo>
                  <a:lnTo>
                    <a:pt x="235853" y="7198959"/>
                  </a:lnTo>
                  <a:lnTo>
                    <a:pt x="198437" y="7173057"/>
                  </a:lnTo>
                  <a:lnTo>
                    <a:pt x="163584" y="7143959"/>
                  </a:lnTo>
                  <a:lnTo>
                    <a:pt x="131503" y="7111879"/>
                  </a:lnTo>
                  <a:lnTo>
                    <a:pt x="102406" y="7077025"/>
                  </a:lnTo>
                  <a:lnTo>
                    <a:pt x="76503" y="7039610"/>
                  </a:lnTo>
                  <a:lnTo>
                    <a:pt x="54006" y="6999844"/>
                  </a:lnTo>
                  <a:lnTo>
                    <a:pt x="35127" y="6957940"/>
                  </a:lnTo>
                  <a:lnTo>
                    <a:pt x="20075" y="6914106"/>
                  </a:lnTo>
                  <a:lnTo>
                    <a:pt x="9063" y="6868556"/>
                  </a:lnTo>
                  <a:lnTo>
                    <a:pt x="2301" y="6821499"/>
                  </a:lnTo>
                  <a:lnTo>
                    <a:pt x="0" y="6773147"/>
                  </a:lnTo>
                  <a:lnTo>
                    <a:pt x="0" y="502314"/>
                  </a:lnTo>
                  <a:lnTo>
                    <a:pt x="2301" y="453963"/>
                  </a:lnTo>
                  <a:lnTo>
                    <a:pt x="9063" y="406906"/>
                  </a:lnTo>
                  <a:lnTo>
                    <a:pt x="20075" y="361356"/>
                  </a:lnTo>
                  <a:lnTo>
                    <a:pt x="35127" y="317522"/>
                  </a:lnTo>
                  <a:lnTo>
                    <a:pt x="54006" y="275617"/>
                  </a:lnTo>
                  <a:lnTo>
                    <a:pt x="76503" y="235852"/>
                  </a:lnTo>
                  <a:lnTo>
                    <a:pt x="102406" y="198437"/>
                  </a:lnTo>
                  <a:lnTo>
                    <a:pt x="131503" y="163583"/>
                  </a:lnTo>
                  <a:lnTo>
                    <a:pt x="163584" y="131502"/>
                  </a:lnTo>
                  <a:lnTo>
                    <a:pt x="198437" y="102405"/>
                  </a:lnTo>
                  <a:lnTo>
                    <a:pt x="235853" y="76503"/>
                  </a:lnTo>
                  <a:lnTo>
                    <a:pt x="275618" y="54006"/>
                  </a:lnTo>
                  <a:lnTo>
                    <a:pt x="317523" y="35127"/>
                  </a:lnTo>
                  <a:lnTo>
                    <a:pt x="361356" y="20075"/>
                  </a:lnTo>
                  <a:lnTo>
                    <a:pt x="406907" y="9063"/>
                  </a:lnTo>
                  <a:lnTo>
                    <a:pt x="453964" y="2300"/>
                  </a:lnTo>
                  <a:lnTo>
                    <a:pt x="502315" y="0"/>
                  </a:lnTo>
                  <a:lnTo>
                    <a:pt x="3060700" y="0"/>
                  </a:lnTo>
                  <a:lnTo>
                    <a:pt x="3109052" y="2300"/>
                  </a:lnTo>
                  <a:lnTo>
                    <a:pt x="3156108" y="9063"/>
                  </a:lnTo>
                  <a:lnTo>
                    <a:pt x="3201659" y="20075"/>
                  </a:lnTo>
                  <a:lnTo>
                    <a:pt x="3245492" y="35127"/>
                  </a:lnTo>
                  <a:lnTo>
                    <a:pt x="3287397" y="54006"/>
                  </a:lnTo>
                  <a:lnTo>
                    <a:pt x="3327162" y="76503"/>
                  </a:lnTo>
                  <a:lnTo>
                    <a:pt x="3364577" y="102405"/>
                  </a:lnTo>
                  <a:lnTo>
                    <a:pt x="3399431" y="131502"/>
                  </a:lnTo>
                  <a:lnTo>
                    <a:pt x="3431512" y="163583"/>
                  </a:lnTo>
                  <a:lnTo>
                    <a:pt x="3449760" y="185442"/>
                  </a:lnTo>
                  <a:lnTo>
                    <a:pt x="484312" y="185442"/>
                  </a:lnTo>
                  <a:lnTo>
                    <a:pt x="436181" y="189336"/>
                  </a:lnTo>
                  <a:lnTo>
                    <a:pt x="390503" y="200609"/>
                  </a:lnTo>
                  <a:lnTo>
                    <a:pt x="347893" y="218643"/>
                  </a:lnTo>
                  <a:lnTo>
                    <a:pt x="308966" y="242825"/>
                  </a:lnTo>
                  <a:lnTo>
                    <a:pt x="274338" y="272537"/>
                  </a:lnTo>
                  <a:lnTo>
                    <a:pt x="244626" y="307164"/>
                  </a:lnTo>
                  <a:lnTo>
                    <a:pt x="220445" y="346091"/>
                  </a:lnTo>
                  <a:lnTo>
                    <a:pt x="202410" y="388701"/>
                  </a:lnTo>
                  <a:lnTo>
                    <a:pt x="191256" y="433899"/>
                  </a:lnTo>
                  <a:lnTo>
                    <a:pt x="187243" y="482510"/>
                  </a:lnTo>
                  <a:lnTo>
                    <a:pt x="187243" y="6801954"/>
                  </a:lnTo>
                  <a:lnTo>
                    <a:pt x="191138" y="6850084"/>
                  </a:lnTo>
                  <a:lnTo>
                    <a:pt x="202410" y="6895762"/>
                  </a:lnTo>
                  <a:lnTo>
                    <a:pt x="220445" y="6938373"/>
                  </a:lnTo>
                  <a:lnTo>
                    <a:pt x="244626" y="6977299"/>
                  </a:lnTo>
                  <a:lnTo>
                    <a:pt x="274338" y="7011927"/>
                  </a:lnTo>
                  <a:lnTo>
                    <a:pt x="308966" y="7041639"/>
                  </a:lnTo>
                  <a:lnTo>
                    <a:pt x="347893" y="7065820"/>
                  </a:lnTo>
                  <a:lnTo>
                    <a:pt x="390503" y="7083855"/>
                  </a:lnTo>
                  <a:lnTo>
                    <a:pt x="436181" y="7095127"/>
                  </a:lnTo>
                  <a:lnTo>
                    <a:pt x="484312" y="7099021"/>
                  </a:lnTo>
                  <a:lnTo>
                    <a:pt x="3442245" y="7099021"/>
                  </a:lnTo>
                  <a:lnTo>
                    <a:pt x="3431512" y="7111879"/>
                  </a:lnTo>
                  <a:lnTo>
                    <a:pt x="3399431" y="7143959"/>
                  </a:lnTo>
                  <a:lnTo>
                    <a:pt x="3364577" y="7173057"/>
                  </a:lnTo>
                  <a:lnTo>
                    <a:pt x="3327162" y="7198959"/>
                  </a:lnTo>
                  <a:lnTo>
                    <a:pt x="3287397" y="7221456"/>
                  </a:lnTo>
                  <a:lnTo>
                    <a:pt x="3245492" y="7240335"/>
                  </a:lnTo>
                  <a:lnTo>
                    <a:pt x="3201659" y="7255387"/>
                  </a:lnTo>
                  <a:lnTo>
                    <a:pt x="3156108" y="7266399"/>
                  </a:lnTo>
                  <a:lnTo>
                    <a:pt x="3109052" y="7273161"/>
                  </a:lnTo>
                  <a:lnTo>
                    <a:pt x="3060700" y="7275462"/>
                  </a:lnTo>
                  <a:close/>
                </a:path>
                <a:path w="3563619" h="7275830">
                  <a:moveTo>
                    <a:pt x="2527778" y="433899"/>
                  </a:moveTo>
                  <a:lnTo>
                    <a:pt x="1038838" y="433899"/>
                  </a:lnTo>
                  <a:lnTo>
                    <a:pt x="994553" y="427872"/>
                  </a:lnTo>
                  <a:lnTo>
                    <a:pt x="954619" y="410893"/>
                  </a:lnTo>
                  <a:lnTo>
                    <a:pt x="920686" y="384612"/>
                  </a:lnTo>
                  <a:lnTo>
                    <a:pt x="894405" y="350680"/>
                  </a:lnTo>
                  <a:lnTo>
                    <a:pt x="877426" y="310746"/>
                  </a:lnTo>
                  <a:lnTo>
                    <a:pt x="871400" y="266460"/>
                  </a:lnTo>
                  <a:lnTo>
                    <a:pt x="871400" y="185442"/>
                  </a:lnTo>
                  <a:lnTo>
                    <a:pt x="2695216" y="185442"/>
                  </a:lnTo>
                  <a:lnTo>
                    <a:pt x="2695216" y="230452"/>
                  </a:lnTo>
                  <a:lnTo>
                    <a:pt x="2209106" y="230452"/>
                  </a:lnTo>
                  <a:lnTo>
                    <a:pt x="2192198" y="233941"/>
                  </a:lnTo>
                  <a:lnTo>
                    <a:pt x="2177823" y="243505"/>
                  </a:lnTo>
                  <a:lnTo>
                    <a:pt x="2176879" y="244855"/>
                  </a:lnTo>
                  <a:lnTo>
                    <a:pt x="1544754" y="244855"/>
                  </a:lnTo>
                  <a:lnTo>
                    <a:pt x="1533135" y="247106"/>
                  </a:lnTo>
                  <a:lnTo>
                    <a:pt x="1523374" y="253407"/>
                  </a:lnTo>
                  <a:lnTo>
                    <a:pt x="1516651" y="263085"/>
                  </a:lnTo>
                  <a:lnTo>
                    <a:pt x="1514147" y="275462"/>
                  </a:lnTo>
                  <a:lnTo>
                    <a:pt x="1516651" y="287840"/>
                  </a:lnTo>
                  <a:lnTo>
                    <a:pt x="1523374" y="297518"/>
                  </a:lnTo>
                  <a:lnTo>
                    <a:pt x="1533135" y="303819"/>
                  </a:lnTo>
                  <a:lnTo>
                    <a:pt x="1544754" y="306070"/>
                  </a:lnTo>
                  <a:lnTo>
                    <a:pt x="2176244" y="306070"/>
                  </a:lnTo>
                  <a:lnTo>
                    <a:pt x="2177148" y="307420"/>
                  </a:lnTo>
                  <a:lnTo>
                    <a:pt x="2191439" y="316984"/>
                  </a:lnTo>
                  <a:lnTo>
                    <a:pt x="2209106" y="320473"/>
                  </a:lnTo>
                  <a:lnTo>
                    <a:pt x="2685054" y="320473"/>
                  </a:lnTo>
                  <a:lnTo>
                    <a:pt x="2672211" y="350680"/>
                  </a:lnTo>
                  <a:lnTo>
                    <a:pt x="2645930" y="384612"/>
                  </a:lnTo>
                  <a:lnTo>
                    <a:pt x="2611997" y="410893"/>
                  </a:lnTo>
                  <a:lnTo>
                    <a:pt x="2572063" y="427872"/>
                  </a:lnTo>
                  <a:lnTo>
                    <a:pt x="2527778" y="433899"/>
                  </a:lnTo>
                  <a:close/>
                </a:path>
                <a:path w="3563619" h="7275830">
                  <a:moveTo>
                    <a:pt x="3442245" y="7099021"/>
                  </a:moveTo>
                  <a:lnTo>
                    <a:pt x="3082304" y="7099021"/>
                  </a:lnTo>
                  <a:lnTo>
                    <a:pt x="3130435" y="7095127"/>
                  </a:lnTo>
                  <a:lnTo>
                    <a:pt x="3176114" y="7083855"/>
                  </a:lnTo>
                  <a:lnTo>
                    <a:pt x="3218724" y="7065820"/>
                  </a:lnTo>
                  <a:lnTo>
                    <a:pt x="3257651" y="7041639"/>
                  </a:lnTo>
                  <a:lnTo>
                    <a:pt x="3292278" y="7011927"/>
                  </a:lnTo>
                  <a:lnTo>
                    <a:pt x="3321990" y="6977299"/>
                  </a:lnTo>
                  <a:lnTo>
                    <a:pt x="3346171" y="6938373"/>
                  </a:lnTo>
                  <a:lnTo>
                    <a:pt x="3364206" y="6895762"/>
                  </a:lnTo>
                  <a:lnTo>
                    <a:pt x="3375478" y="6850084"/>
                  </a:lnTo>
                  <a:lnTo>
                    <a:pt x="3379373" y="6801954"/>
                  </a:lnTo>
                  <a:lnTo>
                    <a:pt x="3377572" y="6801954"/>
                  </a:lnTo>
                  <a:lnTo>
                    <a:pt x="3377572" y="482510"/>
                  </a:lnTo>
                  <a:lnTo>
                    <a:pt x="3373678" y="434379"/>
                  </a:lnTo>
                  <a:lnTo>
                    <a:pt x="3362405" y="388701"/>
                  </a:lnTo>
                  <a:lnTo>
                    <a:pt x="3344371" y="346091"/>
                  </a:lnTo>
                  <a:lnTo>
                    <a:pt x="3320189" y="307164"/>
                  </a:lnTo>
                  <a:lnTo>
                    <a:pt x="3290477" y="272537"/>
                  </a:lnTo>
                  <a:lnTo>
                    <a:pt x="3255850" y="242825"/>
                  </a:lnTo>
                  <a:lnTo>
                    <a:pt x="3216924" y="218643"/>
                  </a:lnTo>
                  <a:lnTo>
                    <a:pt x="3174313" y="200609"/>
                  </a:lnTo>
                  <a:lnTo>
                    <a:pt x="3128635" y="189336"/>
                  </a:lnTo>
                  <a:lnTo>
                    <a:pt x="3080505" y="185442"/>
                  </a:lnTo>
                  <a:lnTo>
                    <a:pt x="3449760" y="185442"/>
                  </a:lnTo>
                  <a:lnTo>
                    <a:pt x="3486511" y="235852"/>
                  </a:lnTo>
                  <a:lnTo>
                    <a:pt x="3508920" y="275462"/>
                  </a:lnTo>
                  <a:lnTo>
                    <a:pt x="3527887" y="317522"/>
                  </a:lnTo>
                  <a:lnTo>
                    <a:pt x="3542939" y="361356"/>
                  </a:lnTo>
                  <a:lnTo>
                    <a:pt x="3553951" y="406906"/>
                  </a:lnTo>
                  <a:lnTo>
                    <a:pt x="3560714" y="453963"/>
                  </a:lnTo>
                  <a:lnTo>
                    <a:pt x="3563015" y="502314"/>
                  </a:lnTo>
                  <a:lnTo>
                    <a:pt x="3563015" y="6773147"/>
                  </a:lnTo>
                  <a:lnTo>
                    <a:pt x="3560714" y="6821499"/>
                  </a:lnTo>
                  <a:lnTo>
                    <a:pt x="3553951" y="6868556"/>
                  </a:lnTo>
                  <a:lnTo>
                    <a:pt x="3542939" y="6914106"/>
                  </a:lnTo>
                  <a:lnTo>
                    <a:pt x="3527887" y="6957940"/>
                  </a:lnTo>
                  <a:lnTo>
                    <a:pt x="3509008" y="6999844"/>
                  </a:lnTo>
                  <a:lnTo>
                    <a:pt x="3486511" y="7039610"/>
                  </a:lnTo>
                  <a:lnTo>
                    <a:pt x="3460609" y="7077025"/>
                  </a:lnTo>
                  <a:lnTo>
                    <a:pt x="3442245" y="7099021"/>
                  </a:lnTo>
                  <a:close/>
                </a:path>
                <a:path w="3563619" h="7275830">
                  <a:moveTo>
                    <a:pt x="2685054" y="320473"/>
                  </a:moveTo>
                  <a:lnTo>
                    <a:pt x="2209106" y="320473"/>
                  </a:lnTo>
                  <a:lnTo>
                    <a:pt x="2226772" y="316984"/>
                  </a:lnTo>
                  <a:lnTo>
                    <a:pt x="2241063" y="307420"/>
                  </a:lnTo>
                  <a:lnTo>
                    <a:pt x="2250628" y="293129"/>
                  </a:lnTo>
                  <a:lnTo>
                    <a:pt x="2254085" y="275617"/>
                  </a:lnTo>
                  <a:lnTo>
                    <a:pt x="2254116" y="275462"/>
                  </a:lnTo>
                  <a:lnTo>
                    <a:pt x="2250628" y="257796"/>
                  </a:lnTo>
                  <a:lnTo>
                    <a:pt x="2241063" y="243505"/>
                  </a:lnTo>
                  <a:lnTo>
                    <a:pt x="2226772" y="233941"/>
                  </a:lnTo>
                  <a:lnTo>
                    <a:pt x="2209106" y="230452"/>
                  </a:lnTo>
                  <a:lnTo>
                    <a:pt x="2695216" y="230452"/>
                  </a:lnTo>
                  <a:lnTo>
                    <a:pt x="2695216" y="266460"/>
                  </a:lnTo>
                  <a:lnTo>
                    <a:pt x="2689189" y="310746"/>
                  </a:lnTo>
                  <a:lnTo>
                    <a:pt x="2685054" y="320473"/>
                  </a:lnTo>
                  <a:close/>
                </a:path>
                <a:path w="3563619" h="7275830">
                  <a:moveTo>
                    <a:pt x="2176244" y="306070"/>
                  </a:moveTo>
                  <a:lnTo>
                    <a:pt x="1976852" y="306070"/>
                  </a:lnTo>
                  <a:lnTo>
                    <a:pt x="1988470" y="303819"/>
                  </a:lnTo>
                  <a:lnTo>
                    <a:pt x="1998232" y="297518"/>
                  </a:lnTo>
                  <a:lnTo>
                    <a:pt x="2004955" y="287840"/>
                  </a:lnTo>
                  <a:lnTo>
                    <a:pt x="2007427" y="275617"/>
                  </a:lnTo>
                  <a:lnTo>
                    <a:pt x="2007459" y="275462"/>
                  </a:lnTo>
                  <a:lnTo>
                    <a:pt x="2004955" y="263085"/>
                  </a:lnTo>
                  <a:lnTo>
                    <a:pt x="1998232" y="253407"/>
                  </a:lnTo>
                  <a:lnTo>
                    <a:pt x="1988470" y="247106"/>
                  </a:lnTo>
                  <a:lnTo>
                    <a:pt x="1976852" y="244855"/>
                  </a:lnTo>
                  <a:lnTo>
                    <a:pt x="2176879" y="244855"/>
                  </a:lnTo>
                  <a:lnTo>
                    <a:pt x="2167836" y="257796"/>
                  </a:lnTo>
                  <a:lnTo>
                    <a:pt x="2164094" y="275462"/>
                  </a:lnTo>
                  <a:lnTo>
                    <a:pt x="2167583" y="293129"/>
                  </a:lnTo>
                  <a:lnTo>
                    <a:pt x="2176244" y="3060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465162" y="2803452"/>
              <a:ext cx="3190328" cy="6913579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5792064" y="2862866"/>
              <a:ext cx="493395" cy="61594"/>
            </a:xfrm>
            <a:custGeom>
              <a:avLst/>
              <a:gdLst/>
              <a:ahLst/>
              <a:cxnLst/>
              <a:rect l="l" t="t" r="r" b="b"/>
              <a:pathLst>
                <a:path w="493394" h="61594">
                  <a:moveTo>
                    <a:pt x="462705" y="61214"/>
                  </a:moveTo>
                  <a:lnTo>
                    <a:pt x="30606" y="61214"/>
                  </a:lnTo>
                  <a:lnTo>
                    <a:pt x="18988" y="58963"/>
                  </a:lnTo>
                  <a:lnTo>
                    <a:pt x="9226" y="52662"/>
                  </a:lnTo>
                  <a:lnTo>
                    <a:pt x="2503" y="42984"/>
                  </a:lnTo>
                  <a:lnTo>
                    <a:pt x="0" y="30607"/>
                  </a:lnTo>
                  <a:lnTo>
                    <a:pt x="2503" y="18229"/>
                  </a:lnTo>
                  <a:lnTo>
                    <a:pt x="9226" y="8551"/>
                  </a:lnTo>
                  <a:lnTo>
                    <a:pt x="18988" y="2250"/>
                  </a:lnTo>
                  <a:lnTo>
                    <a:pt x="30606" y="0"/>
                  </a:lnTo>
                  <a:lnTo>
                    <a:pt x="462705" y="0"/>
                  </a:lnTo>
                  <a:lnTo>
                    <a:pt x="474323" y="2250"/>
                  </a:lnTo>
                  <a:lnTo>
                    <a:pt x="484084" y="8551"/>
                  </a:lnTo>
                  <a:lnTo>
                    <a:pt x="490808" y="18229"/>
                  </a:lnTo>
                  <a:lnTo>
                    <a:pt x="493311" y="30607"/>
                  </a:lnTo>
                  <a:lnTo>
                    <a:pt x="490808" y="42984"/>
                  </a:lnTo>
                  <a:lnTo>
                    <a:pt x="484084" y="52662"/>
                  </a:lnTo>
                  <a:lnTo>
                    <a:pt x="474323" y="58963"/>
                  </a:lnTo>
                  <a:lnTo>
                    <a:pt x="462705" y="61214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42010" y="2848463"/>
              <a:ext cx="90021" cy="90020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4202296" y="3554234"/>
              <a:ext cx="3714750" cy="1739264"/>
            </a:xfrm>
            <a:custGeom>
              <a:avLst/>
              <a:gdLst/>
              <a:ahLst/>
              <a:cxnLst/>
              <a:rect l="l" t="t" r="r" b="b"/>
              <a:pathLst>
                <a:path w="3714750" h="1739264">
                  <a:moveTo>
                    <a:pt x="39611" y="1191869"/>
                  </a:moveTo>
                  <a:lnTo>
                    <a:pt x="24307" y="1195019"/>
                  </a:lnTo>
                  <a:lnTo>
                    <a:pt x="11696" y="1203566"/>
                  </a:lnTo>
                  <a:lnTo>
                    <a:pt x="3149" y="1216177"/>
                  </a:lnTo>
                  <a:lnTo>
                    <a:pt x="0" y="1231480"/>
                  </a:lnTo>
                  <a:lnTo>
                    <a:pt x="0" y="1699590"/>
                  </a:lnTo>
                  <a:lnTo>
                    <a:pt x="3149" y="1714893"/>
                  </a:lnTo>
                  <a:lnTo>
                    <a:pt x="11696" y="1727492"/>
                  </a:lnTo>
                  <a:lnTo>
                    <a:pt x="24307" y="1736039"/>
                  </a:lnTo>
                  <a:lnTo>
                    <a:pt x="39611" y="1739188"/>
                  </a:lnTo>
                  <a:lnTo>
                    <a:pt x="39611" y="1191869"/>
                  </a:lnTo>
                  <a:close/>
                </a:path>
                <a:path w="3714750" h="1739264">
                  <a:moveTo>
                    <a:pt x="39611" y="527519"/>
                  </a:moveTo>
                  <a:lnTo>
                    <a:pt x="24307" y="530390"/>
                  </a:lnTo>
                  <a:lnTo>
                    <a:pt x="11696" y="538314"/>
                  </a:lnTo>
                  <a:lnTo>
                    <a:pt x="3149" y="550303"/>
                  </a:lnTo>
                  <a:lnTo>
                    <a:pt x="0" y="565327"/>
                  </a:lnTo>
                  <a:lnTo>
                    <a:pt x="0" y="1033437"/>
                  </a:lnTo>
                  <a:lnTo>
                    <a:pt x="3149" y="1048740"/>
                  </a:lnTo>
                  <a:lnTo>
                    <a:pt x="11696" y="1061339"/>
                  </a:lnTo>
                  <a:lnTo>
                    <a:pt x="24307" y="1069886"/>
                  </a:lnTo>
                  <a:lnTo>
                    <a:pt x="39611" y="1073035"/>
                  </a:lnTo>
                  <a:lnTo>
                    <a:pt x="39611" y="527519"/>
                  </a:lnTo>
                  <a:close/>
                </a:path>
                <a:path w="3714750" h="1739264">
                  <a:moveTo>
                    <a:pt x="39611" y="0"/>
                  </a:moveTo>
                  <a:lnTo>
                    <a:pt x="24307" y="2870"/>
                  </a:lnTo>
                  <a:lnTo>
                    <a:pt x="11696" y="10795"/>
                  </a:lnTo>
                  <a:lnTo>
                    <a:pt x="3149" y="22783"/>
                  </a:lnTo>
                  <a:lnTo>
                    <a:pt x="0" y="37807"/>
                  </a:lnTo>
                  <a:lnTo>
                    <a:pt x="0" y="262851"/>
                  </a:lnTo>
                  <a:lnTo>
                    <a:pt x="3149" y="278155"/>
                  </a:lnTo>
                  <a:lnTo>
                    <a:pt x="11696" y="290766"/>
                  </a:lnTo>
                  <a:lnTo>
                    <a:pt x="24307" y="299313"/>
                  </a:lnTo>
                  <a:lnTo>
                    <a:pt x="39611" y="302463"/>
                  </a:lnTo>
                  <a:lnTo>
                    <a:pt x="39611" y="0"/>
                  </a:lnTo>
                  <a:close/>
                </a:path>
                <a:path w="3714750" h="1739264">
                  <a:moveTo>
                    <a:pt x="3714242" y="747166"/>
                  </a:moveTo>
                  <a:lnTo>
                    <a:pt x="3711092" y="731862"/>
                  </a:lnTo>
                  <a:lnTo>
                    <a:pt x="3702545" y="719264"/>
                  </a:lnTo>
                  <a:lnTo>
                    <a:pt x="3689947" y="710704"/>
                  </a:lnTo>
                  <a:lnTo>
                    <a:pt x="3674643" y="707555"/>
                  </a:lnTo>
                  <a:lnTo>
                    <a:pt x="3674643" y="1584363"/>
                  </a:lnTo>
                  <a:lnTo>
                    <a:pt x="3689947" y="1581213"/>
                  </a:lnTo>
                  <a:lnTo>
                    <a:pt x="3702545" y="1572653"/>
                  </a:lnTo>
                  <a:lnTo>
                    <a:pt x="3711092" y="1560055"/>
                  </a:lnTo>
                  <a:lnTo>
                    <a:pt x="3714242" y="1544751"/>
                  </a:lnTo>
                  <a:lnTo>
                    <a:pt x="3714242" y="747166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4241909" y="2582002"/>
              <a:ext cx="3635375" cy="7347584"/>
            </a:xfrm>
            <a:custGeom>
              <a:avLst/>
              <a:gdLst/>
              <a:ahLst/>
              <a:cxnLst/>
              <a:rect l="l" t="t" r="r" b="b"/>
              <a:pathLst>
                <a:path w="3635375" h="7347584">
                  <a:moveTo>
                    <a:pt x="3096707" y="7347479"/>
                  </a:moveTo>
                  <a:lnTo>
                    <a:pt x="538323" y="7347479"/>
                  </a:lnTo>
                  <a:lnTo>
                    <a:pt x="489360" y="7345277"/>
                  </a:lnTo>
                  <a:lnTo>
                    <a:pt x="441621" y="7338798"/>
                  </a:lnTo>
                  <a:lnTo>
                    <a:pt x="395298" y="7328233"/>
                  </a:lnTo>
                  <a:lnTo>
                    <a:pt x="350581" y="7313772"/>
                  </a:lnTo>
                  <a:lnTo>
                    <a:pt x="307660" y="7295607"/>
                  </a:lnTo>
                  <a:lnTo>
                    <a:pt x="266727" y="7273929"/>
                  </a:lnTo>
                  <a:lnTo>
                    <a:pt x="227972" y="7248927"/>
                  </a:lnTo>
                  <a:lnTo>
                    <a:pt x="191586" y="7220793"/>
                  </a:lnTo>
                  <a:lnTo>
                    <a:pt x="157760" y="7189718"/>
                  </a:lnTo>
                  <a:lnTo>
                    <a:pt x="126685" y="7155892"/>
                  </a:lnTo>
                  <a:lnTo>
                    <a:pt x="98551" y="7119506"/>
                  </a:lnTo>
                  <a:lnTo>
                    <a:pt x="73550" y="7080751"/>
                  </a:lnTo>
                  <a:lnTo>
                    <a:pt x="51871" y="7039818"/>
                  </a:lnTo>
                  <a:lnTo>
                    <a:pt x="33706" y="6996897"/>
                  </a:lnTo>
                  <a:lnTo>
                    <a:pt x="19246" y="6952180"/>
                  </a:lnTo>
                  <a:lnTo>
                    <a:pt x="8796" y="6906364"/>
                  </a:lnTo>
                  <a:lnTo>
                    <a:pt x="8680" y="6905857"/>
                  </a:lnTo>
                  <a:lnTo>
                    <a:pt x="2202" y="6858118"/>
                  </a:lnTo>
                  <a:lnTo>
                    <a:pt x="80" y="6810956"/>
                  </a:lnTo>
                  <a:lnTo>
                    <a:pt x="0" y="538323"/>
                  </a:lnTo>
                  <a:lnTo>
                    <a:pt x="675" y="511063"/>
                  </a:lnTo>
                  <a:lnTo>
                    <a:pt x="6075" y="456544"/>
                  </a:lnTo>
                  <a:lnTo>
                    <a:pt x="13530" y="417076"/>
                  </a:lnTo>
                  <a:lnTo>
                    <a:pt x="23404" y="378086"/>
                  </a:lnTo>
                  <a:lnTo>
                    <a:pt x="37358" y="341177"/>
                  </a:lnTo>
                  <a:lnTo>
                    <a:pt x="54012" y="304269"/>
                  </a:lnTo>
                  <a:lnTo>
                    <a:pt x="72494" y="270343"/>
                  </a:lnTo>
                  <a:lnTo>
                    <a:pt x="92946" y="237654"/>
                  </a:lnTo>
                  <a:lnTo>
                    <a:pt x="119445" y="200183"/>
                  </a:lnTo>
                  <a:lnTo>
                    <a:pt x="144989" y="170476"/>
                  </a:lnTo>
                  <a:lnTo>
                    <a:pt x="167888" y="148252"/>
                  </a:lnTo>
                  <a:lnTo>
                    <a:pt x="186792" y="130811"/>
                  </a:lnTo>
                  <a:lnTo>
                    <a:pt x="237302" y="91836"/>
                  </a:lnTo>
                  <a:lnTo>
                    <a:pt x="281541" y="65087"/>
                  </a:lnTo>
                  <a:lnTo>
                    <a:pt x="328614" y="42496"/>
                  </a:lnTo>
                  <a:lnTo>
                    <a:pt x="378175" y="24376"/>
                  </a:lnTo>
                  <a:lnTo>
                    <a:pt x="429878" y="11043"/>
                  </a:lnTo>
                  <a:lnTo>
                    <a:pt x="483990" y="2719"/>
                  </a:lnTo>
                  <a:lnTo>
                    <a:pt x="485221" y="2719"/>
                  </a:lnTo>
                  <a:lnTo>
                    <a:pt x="538323" y="0"/>
                  </a:lnTo>
                  <a:lnTo>
                    <a:pt x="3098507" y="0"/>
                  </a:lnTo>
                  <a:lnTo>
                    <a:pt x="3153360" y="2719"/>
                  </a:lnTo>
                  <a:lnTo>
                    <a:pt x="3206637" y="10729"/>
                  </a:lnTo>
                  <a:lnTo>
                    <a:pt x="3258088" y="23809"/>
                  </a:lnTo>
                  <a:lnTo>
                    <a:pt x="3291678" y="36008"/>
                  </a:lnTo>
                  <a:lnTo>
                    <a:pt x="538323" y="36008"/>
                  </a:lnTo>
                  <a:lnTo>
                    <a:pt x="489971" y="38309"/>
                  </a:lnTo>
                  <a:lnTo>
                    <a:pt x="442914" y="45074"/>
                  </a:lnTo>
                  <a:lnTo>
                    <a:pt x="397364" y="56093"/>
                  </a:lnTo>
                  <a:lnTo>
                    <a:pt x="353530" y="71158"/>
                  </a:lnTo>
                  <a:lnTo>
                    <a:pt x="311625" y="90060"/>
                  </a:lnTo>
                  <a:lnTo>
                    <a:pt x="271860" y="112590"/>
                  </a:lnTo>
                  <a:lnTo>
                    <a:pt x="234445" y="138539"/>
                  </a:lnTo>
                  <a:lnTo>
                    <a:pt x="199591" y="167698"/>
                  </a:lnTo>
                  <a:lnTo>
                    <a:pt x="167510" y="199859"/>
                  </a:lnTo>
                  <a:lnTo>
                    <a:pt x="138413" y="234812"/>
                  </a:lnTo>
                  <a:lnTo>
                    <a:pt x="112510" y="272348"/>
                  </a:lnTo>
                  <a:lnTo>
                    <a:pt x="90014" y="312259"/>
                  </a:lnTo>
                  <a:lnTo>
                    <a:pt x="71134" y="354336"/>
                  </a:lnTo>
                  <a:lnTo>
                    <a:pt x="56083" y="398369"/>
                  </a:lnTo>
                  <a:lnTo>
                    <a:pt x="45070" y="444151"/>
                  </a:lnTo>
                  <a:lnTo>
                    <a:pt x="38308" y="491472"/>
                  </a:lnTo>
                  <a:lnTo>
                    <a:pt x="36092" y="538323"/>
                  </a:lnTo>
                  <a:lnTo>
                    <a:pt x="36007" y="6810956"/>
                  </a:lnTo>
                  <a:lnTo>
                    <a:pt x="38251" y="6858118"/>
                  </a:lnTo>
                  <a:lnTo>
                    <a:pt x="38308" y="6859307"/>
                  </a:lnTo>
                  <a:lnTo>
                    <a:pt x="44997" y="6905857"/>
                  </a:lnTo>
                  <a:lnTo>
                    <a:pt x="56083" y="6951915"/>
                  </a:lnTo>
                  <a:lnTo>
                    <a:pt x="71134" y="6995748"/>
                  </a:lnTo>
                  <a:lnTo>
                    <a:pt x="90014" y="7037653"/>
                  </a:lnTo>
                  <a:lnTo>
                    <a:pt x="112510" y="7077418"/>
                  </a:lnTo>
                  <a:lnTo>
                    <a:pt x="138413" y="7114833"/>
                  </a:lnTo>
                  <a:lnTo>
                    <a:pt x="167510" y="7149687"/>
                  </a:lnTo>
                  <a:lnTo>
                    <a:pt x="199591" y="7181768"/>
                  </a:lnTo>
                  <a:lnTo>
                    <a:pt x="234445" y="7210865"/>
                  </a:lnTo>
                  <a:lnTo>
                    <a:pt x="271860" y="7236767"/>
                  </a:lnTo>
                  <a:lnTo>
                    <a:pt x="311625" y="7259264"/>
                  </a:lnTo>
                  <a:lnTo>
                    <a:pt x="353530" y="7278144"/>
                  </a:lnTo>
                  <a:lnTo>
                    <a:pt x="397364" y="7293195"/>
                  </a:lnTo>
                  <a:lnTo>
                    <a:pt x="442914" y="7304208"/>
                  </a:lnTo>
                  <a:lnTo>
                    <a:pt x="489971" y="7310970"/>
                  </a:lnTo>
                  <a:lnTo>
                    <a:pt x="538323" y="7313271"/>
                  </a:lnTo>
                  <a:lnTo>
                    <a:pt x="3285634" y="7313271"/>
                  </a:lnTo>
                  <a:lnTo>
                    <a:pt x="3284449" y="7313772"/>
                  </a:lnTo>
                  <a:lnTo>
                    <a:pt x="3239732" y="7328233"/>
                  </a:lnTo>
                  <a:lnTo>
                    <a:pt x="3193408" y="7338798"/>
                  </a:lnTo>
                  <a:lnTo>
                    <a:pt x="3145670" y="7345277"/>
                  </a:lnTo>
                  <a:lnTo>
                    <a:pt x="3096707" y="7347479"/>
                  </a:lnTo>
                  <a:close/>
                </a:path>
                <a:path w="3635375" h="7347584">
                  <a:moveTo>
                    <a:pt x="3285634" y="7313271"/>
                  </a:moveTo>
                  <a:lnTo>
                    <a:pt x="3096707" y="7313271"/>
                  </a:lnTo>
                  <a:lnTo>
                    <a:pt x="3145059" y="7310970"/>
                  </a:lnTo>
                  <a:lnTo>
                    <a:pt x="3192115" y="7304208"/>
                  </a:lnTo>
                  <a:lnTo>
                    <a:pt x="3237666" y="7293195"/>
                  </a:lnTo>
                  <a:lnTo>
                    <a:pt x="3281499" y="7278144"/>
                  </a:lnTo>
                  <a:lnTo>
                    <a:pt x="3323404" y="7259264"/>
                  </a:lnTo>
                  <a:lnTo>
                    <a:pt x="3363169" y="7236767"/>
                  </a:lnTo>
                  <a:lnTo>
                    <a:pt x="3400584" y="7210865"/>
                  </a:lnTo>
                  <a:lnTo>
                    <a:pt x="3435438" y="7181768"/>
                  </a:lnTo>
                  <a:lnTo>
                    <a:pt x="3467519" y="7149687"/>
                  </a:lnTo>
                  <a:lnTo>
                    <a:pt x="3496616" y="7114833"/>
                  </a:lnTo>
                  <a:lnTo>
                    <a:pt x="3522518" y="7077418"/>
                  </a:lnTo>
                  <a:lnTo>
                    <a:pt x="3545015" y="7037653"/>
                  </a:lnTo>
                  <a:lnTo>
                    <a:pt x="3563895" y="6995748"/>
                  </a:lnTo>
                  <a:lnTo>
                    <a:pt x="3578855" y="6952180"/>
                  </a:lnTo>
                  <a:lnTo>
                    <a:pt x="3578946" y="6951915"/>
                  </a:lnTo>
                  <a:lnTo>
                    <a:pt x="3589959" y="6906364"/>
                  </a:lnTo>
                  <a:lnTo>
                    <a:pt x="3596721" y="6859307"/>
                  </a:lnTo>
                  <a:lnTo>
                    <a:pt x="3599022" y="6810956"/>
                  </a:lnTo>
                  <a:lnTo>
                    <a:pt x="3599022" y="538323"/>
                  </a:lnTo>
                  <a:lnTo>
                    <a:pt x="3596792" y="491472"/>
                  </a:lnTo>
                  <a:lnTo>
                    <a:pt x="3589959" y="442914"/>
                  </a:lnTo>
                  <a:lnTo>
                    <a:pt x="3578946" y="397364"/>
                  </a:lnTo>
                  <a:lnTo>
                    <a:pt x="3563895" y="353531"/>
                  </a:lnTo>
                  <a:lnTo>
                    <a:pt x="3545015" y="311626"/>
                  </a:lnTo>
                  <a:lnTo>
                    <a:pt x="3522518" y="271860"/>
                  </a:lnTo>
                  <a:lnTo>
                    <a:pt x="3496616" y="234445"/>
                  </a:lnTo>
                  <a:lnTo>
                    <a:pt x="3467519" y="199592"/>
                  </a:lnTo>
                  <a:lnTo>
                    <a:pt x="3435438" y="167511"/>
                  </a:lnTo>
                  <a:lnTo>
                    <a:pt x="3400735" y="138539"/>
                  </a:lnTo>
                  <a:lnTo>
                    <a:pt x="3363284" y="112590"/>
                  </a:lnTo>
                  <a:lnTo>
                    <a:pt x="3323485" y="90060"/>
                  </a:lnTo>
                  <a:lnTo>
                    <a:pt x="3281551" y="71158"/>
                  </a:lnTo>
                  <a:lnTo>
                    <a:pt x="3237695" y="56093"/>
                  </a:lnTo>
                  <a:lnTo>
                    <a:pt x="3192128" y="45074"/>
                  </a:lnTo>
                  <a:lnTo>
                    <a:pt x="3145062" y="38309"/>
                  </a:lnTo>
                  <a:lnTo>
                    <a:pt x="3096707" y="36008"/>
                  </a:lnTo>
                  <a:lnTo>
                    <a:pt x="3291678" y="36008"/>
                  </a:lnTo>
                  <a:lnTo>
                    <a:pt x="3354502" y="64300"/>
                  </a:lnTo>
                  <a:lnTo>
                    <a:pt x="3398961" y="91269"/>
                  </a:lnTo>
                  <a:lnTo>
                    <a:pt x="3440585" y="122428"/>
                  </a:lnTo>
                  <a:lnTo>
                    <a:pt x="3478394" y="156635"/>
                  </a:lnTo>
                  <a:lnTo>
                    <a:pt x="3504275" y="185667"/>
                  </a:lnTo>
                  <a:lnTo>
                    <a:pt x="3528806" y="216049"/>
                  </a:lnTo>
                  <a:lnTo>
                    <a:pt x="3550833" y="248456"/>
                  </a:lnTo>
                  <a:lnTo>
                    <a:pt x="3570890" y="281089"/>
                  </a:lnTo>
                  <a:lnTo>
                    <a:pt x="3590864" y="322133"/>
                  </a:lnTo>
                  <a:lnTo>
                    <a:pt x="3605605" y="359210"/>
                  </a:lnTo>
                  <a:lnTo>
                    <a:pt x="3618601" y="404192"/>
                  </a:lnTo>
                  <a:lnTo>
                    <a:pt x="3628954" y="456291"/>
                  </a:lnTo>
                  <a:lnTo>
                    <a:pt x="3634356" y="510304"/>
                  </a:lnTo>
                  <a:lnTo>
                    <a:pt x="3635031" y="538323"/>
                  </a:lnTo>
                  <a:lnTo>
                    <a:pt x="3634950" y="6810956"/>
                  </a:lnTo>
                  <a:lnTo>
                    <a:pt x="3632829" y="6858118"/>
                  </a:lnTo>
                  <a:lnTo>
                    <a:pt x="3626350" y="6905857"/>
                  </a:lnTo>
                  <a:lnTo>
                    <a:pt x="3615845" y="6951915"/>
                  </a:lnTo>
                  <a:lnTo>
                    <a:pt x="3601324" y="6996897"/>
                  </a:lnTo>
                  <a:lnTo>
                    <a:pt x="3583159" y="7039818"/>
                  </a:lnTo>
                  <a:lnTo>
                    <a:pt x="3561480" y="7080751"/>
                  </a:lnTo>
                  <a:lnTo>
                    <a:pt x="3536479" y="7119506"/>
                  </a:lnTo>
                  <a:lnTo>
                    <a:pt x="3508345" y="7155892"/>
                  </a:lnTo>
                  <a:lnTo>
                    <a:pt x="3477269" y="7189718"/>
                  </a:lnTo>
                  <a:lnTo>
                    <a:pt x="3443443" y="7220793"/>
                  </a:lnTo>
                  <a:lnTo>
                    <a:pt x="3407057" y="7248927"/>
                  </a:lnTo>
                  <a:lnTo>
                    <a:pt x="3368303" y="7273929"/>
                  </a:lnTo>
                  <a:lnTo>
                    <a:pt x="3327369" y="7295607"/>
                  </a:lnTo>
                  <a:lnTo>
                    <a:pt x="3285634" y="7313271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3353066" y="6256642"/>
              <a:ext cx="836930" cy="0"/>
            </a:xfrm>
            <a:custGeom>
              <a:avLst/>
              <a:gdLst/>
              <a:ahLst/>
              <a:cxnLst/>
              <a:rect l="l" t="t" r="r" b="b"/>
              <a:pathLst>
                <a:path w="836930" h="0">
                  <a:moveTo>
                    <a:pt x="0" y="0"/>
                  </a:moveTo>
                  <a:lnTo>
                    <a:pt x="836455" y="0"/>
                  </a:lnTo>
                </a:path>
              </a:pathLst>
            </a:custGeom>
            <a:ln w="104774">
              <a:solidFill>
                <a:srgbClr val="F13A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3979971" y="6099479"/>
              <a:ext cx="209550" cy="314325"/>
            </a:xfrm>
            <a:custGeom>
              <a:avLst/>
              <a:gdLst/>
              <a:ahLst/>
              <a:cxnLst/>
              <a:rect l="l" t="t" r="r" b="b"/>
              <a:pathLst>
                <a:path w="209550" h="314325">
                  <a:moveTo>
                    <a:pt x="0" y="0"/>
                  </a:moveTo>
                  <a:lnTo>
                    <a:pt x="209549" y="157162"/>
                  </a:lnTo>
                  <a:lnTo>
                    <a:pt x="0" y="314324"/>
                  </a:lnTo>
                </a:path>
              </a:pathLst>
            </a:custGeom>
            <a:ln w="104774">
              <a:solidFill>
                <a:srgbClr val="F13A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8860544" y="6062600"/>
              <a:ext cx="845185" cy="0"/>
            </a:xfrm>
            <a:custGeom>
              <a:avLst/>
              <a:gdLst/>
              <a:ahLst/>
              <a:cxnLst/>
              <a:rect l="l" t="t" r="r" b="b"/>
              <a:pathLst>
                <a:path w="845184" h="0">
                  <a:moveTo>
                    <a:pt x="0" y="0"/>
                  </a:moveTo>
                  <a:lnTo>
                    <a:pt x="844639" y="0"/>
                  </a:lnTo>
                </a:path>
              </a:pathLst>
            </a:custGeom>
            <a:ln w="104774">
              <a:solidFill>
                <a:srgbClr val="F13A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495633" y="5905437"/>
              <a:ext cx="209550" cy="314325"/>
            </a:xfrm>
            <a:custGeom>
              <a:avLst/>
              <a:gdLst/>
              <a:ahLst/>
              <a:cxnLst/>
              <a:rect l="l" t="t" r="r" b="b"/>
              <a:pathLst>
                <a:path w="209550" h="314325">
                  <a:moveTo>
                    <a:pt x="0" y="0"/>
                  </a:moveTo>
                  <a:lnTo>
                    <a:pt x="209549" y="157162"/>
                  </a:lnTo>
                  <a:lnTo>
                    <a:pt x="0" y="314324"/>
                  </a:lnTo>
                </a:path>
              </a:pathLst>
            </a:custGeom>
            <a:ln w="104774">
              <a:solidFill>
                <a:srgbClr val="F13A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292712" y="6010212"/>
              <a:ext cx="845185" cy="0"/>
            </a:xfrm>
            <a:custGeom>
              <a:avLst/>
              <a:gdLst/>
              <a:ahLst/>
              <a:cxnLst/>
              <a:rect l="l" t="t" r="r" b="b"/>
              <a:pathLst>
                <a:path w="845185" h="0">
                  <a:moveTo>
                    <a:pt x="0" y="0"/>
                  </a:moveTo>
                  <a:lnTo>
                    <a:pt x="844639" y="0"/>
                  </a:lnTo>
                </a:path>
              </a:pathLst>
            </a:custGeom>
            <a:ln w="104774">
              <a:solidFill>
                <a:srgbClr val="F13A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927801" y="5853050"/>
              <a:ext cx="209550" cy="314325"/>
            </a:xfrm>
            <a:custGeom>
              <a:avLst/>
              <a:gdLst/>
              <a:ahLst/>
              <a:cxnLst/>
              <a:rect l="l" t="t" r="r" b="b"/>
              <a:pathLst>
                <a:path w="209550" h="314325">
                  <a:moveTo>
                    <a:pt x="0" y="0"/>
                  </a:moveTo>
                  <a:lnTo>
                    <a:pt x="209549" y="157162"/>
                  </a:lnTo>
                  <a:lnTo>
                    <a:pt x="0" y="314324"/>
                  </a:lnTo>
                </a:path>
              </a:pathLst>
            </a:custGeom>
            <a:ln w="104774">
              <a:solidFill>
                <a:srgbClr val="F13A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7790">
              <a:lnSpc>
                <a:spcPct val="100000"/>
              </a:lnSpc>
              <a:spcBef>
                <a:spcPts val="100"/>
              </a:spcBef>
            </a:pPr>
            <a:r>
              <a:rPr dirty="0" spc="-365"/>
              <a:t>Referee’s</a:t>
            </a:r>
            <a:r>
              <a:rPr dirty="0" spc="-490"/>
              <a:t> </a:t>
            </a:r>
            <a:r>
              <a:rPr dirty="0" spc="-250"/>
              <a:t>journey</a:t>
            </a:r>
            <a:r>
              <a:rPr dirty="0" spc="-484"/>
              <a:t> </a:t>
            </a:r>
            <a:r>
              <a:rPr dirty="0" spc="-125"/>
              <a:t>of</a:t>
            </a:r>
            <a:r>
              <a:rPr dirty="0" spc="-484"/>
              <a:t> </a:t>
            </a:r>
            <a:r>
              <a:rPr dirty="0" spc="-520"/>
              <a:t>a</a:t>
            </a:r>
            <a:r>
              <a:rPr dirty="0" spc="-484"/>
              <a:t> </a:t>
            </a:r>
            <a:r>
              <a:rPr dirty="0" spc="-315"/>
              <a:t>Referral</a:t>
            </a:r>
            <a:r>
              <a:rPr dirty="0" spc="-490"/>
              <a:t> </a:t>
            </a:r>
            <a:r>
              <a:rPr dirty="0" spc="-345"/>
              <a:t>Program</a:t>
            </a:r>
          </a:p>
        </p:txBody>
      </p:sp>
      <p:sp>
        <p:nvSpPr>
          <p:cNvPr id="33" name="object 33" descr=""/>
          <p:cNvSpPr txBox="1"/>
          <p:nvPr/>
        </p:nvSpPr>
        <p:spPr>
          <a:xfrm>
            <a:off x="141933" y="1360722"/>
            <a:ext cx="1805241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60">
                <a:latin typeface="Verdana"/>
                <a:cs typeface="Verdana"/>
              </a:rPr>
              <a:t>Referee</a:t>
            </a:r>
            <a:r>
              <a:rPr dirty="0" sz="2800" spc="-270">
                <a:latin typeface="Verdana"/>
                <a:cs typeface="Verdana"/>
              </a:rPr>
              <a:t> </a:t>
            </a:r>
            <a:r>
              <a:rPr dirty="0" sz="2800" spc="-50">
                <a:latin typeface="Verdana"/>
                <a:cs typeface="Verdana"/>
              </a:rPr>
              <a:t>is</a:t>
            </a:r>
            <a:r>
              <a:rPr dirty="0" sz="2800" spc="-265">
                <a:latin typeface="Verdana"/>
                <a:cs typeface="Verdana"/>
              </a:rPr>
              <a:t> </a:t>
            </a:r>
            <a:r>
              <a:rPr dirty="0" sz="2800" spc="-35">
                <a:latin typeface="Verdana"/>
                <a:cs typeface="Verdana"/>
              </a:rPr>
              <a:t>the</a:t>
            </a:r>
            <a:r>
              <a:rPr dirty="0" sz="2800" spc="-270">
                <a:latin typeface="Verdana"/>
                <a:cs typeface="Verdana"/>
              </a:rPr>
              <a:t> </a:t>
            </a:r>
            <a:r>
              <a:rPr dirty="0" sz="2800" spc="-75">
                <a:latin typeface="Verdana"/>
                <a:cs typeface="Verdana"/>
              </a:rPr>
              <a:t>user</a:t>
            </a:r>
            <a:r>
              <a:rPr dirty="0" sz="2800" spc="-265">
                <a:latin typeface="Verdana"/>
                <a:cs typeface="Verdana"/>
              </a:rPr>
              <a:t> </a:t>
            </a:r>
            <a:r>
              <a:rPr dirty="0" sz="2800" spc="-55">
                <a:latin typeface="Verdana"/>
                <a:cs typeface="Verdana"/>
              </a:rPr>
              <a:t>persona</a:t>
            </a:r>
            <a:r>
              <a:rPr dirty="0" sz="2800" spc="-270">
                <a:latin typeface="Verdana"/>
                <a:cs typeface="Verdana"/>
              </a:rPr>
              <a:t> </a:t>
            </a:r>
            <a:r>
              <a:rPr dirty="0" sz="2800" spc="-60">
                <a:latin typeface="Verdana"/>
                <a:cs typeface="Verdana"/>
              </a:rPr>
              <a:t>receiving</a:t>
            </a:r>
            <a:r>
              <a:rPr dirty="0" sz="2800" spc="-265">
                <a:latin typeface="Verdana"/>
                <a:cs typeface="Verdana"/>
              </a:rPr>
              <a:t> </a:t>
            </a:r>
            <a:r>
              <a:rPr dirty="0" sz="2800" spc="-135">
                <a:latin typeface="Verdana"/>
                <a:cs typeface="Verdana"/>
              </a:rPr>
              <a:t>a</a:t>
            </a:r>
            <a:r>
              <a:rPr dirty="0" sz="2800" spc="-265">
                <a:latin typeface="Verdana"/>
                <a:cs typeface="Verdana"/>
              </a:rPr>
              <a:t> </a:t>
            </a:r>
            <a:r>
              <a:rPr dirty="0" sz="2800" spc="-40">
                <a:latin typeface="Verdana"/>
                <a:cs typeface="Verdana"/>
              </a:rPr>
              <a:t>referral</a:t>
            </a:r>
            <a:r>
              <a:rPr dirty="0" sz="2800" spc="-270">
                <a:latin typeface="Verdana"/>
                <a:cs typeface="Verdana"/>
              </a:rPr>
              <a:t> </a:t>
            </a:r>
            <a:r>
              <a:rPr dirty="0" sz="2800" spc="-60">
                <a:latin typeface="Verdana"/>
                <a:cs typeface="Verdana"/>
              </a:rPr>
              <a:t>and</a:t>
            </a:r>
            <a:r>
              <a:rPr dirty="0" sz="2800" spc="-265">
                <a:latin typeface="Verdana"/>
                <a:cs typeface="Verdana"/>
              </a:rPr>
              <a:t> </a:t>
            </a:r>
            <a:r>
              <a:rPr dirty="0" sz="2800" spc="-50">
                <a:latin typeface="Verdana"/>
                <a:cs typeface="Verdana"/>
              </a:rPr>
              <a:t>is</a:t>
            </a:r>
            <a:r>
              <a:rPr dirty="0" sz="2800" spc="-270">
                <a:latin typeface="Verdana"/>
                <a:cs typeface="Verdana"/>
              </a:rPr>
              <a:t> </a:t>
            </a:r>
            <a:r>
              <a:rPr dirty="0" sz="2800" spc="-135">
                <a:latin typeface="Verdana"/>
                <a:cs typeface="Verdana"/>
              </a:rPr>
              <a:t>a</a:t>
            </a:r>
            <a:r>
              <a:rPr dirty="0" sz="2800" spc="-265">
                <a:latin typeface="Verdana"/>
                <a:cs typeface="Verdana"/>
              </a:rPr>
              <a:t> </a:t>
            </a:r>
            <a:r>
              <a:rPr dirty="0" sz="2800" spc="-20">
                <a:latin typeface="Verdana"/>
                <a:cs typeface="Verdana"/>
              </a:rPr>
              <a:t>potential</a:t>
            </a:r>
            <a:r>
              <a:rPr dirty="0" sz="2800" spc="-265">
                <a:latin typeface="Verdana"/>
                <a:cs typeface="Verdana"/>
              </a:rPr>
              <a:t> </a:t>
            </a:r>
            <a:r>
              <a:rPr dirty="0" sz="2800" spc="-45">
                <a:latin typeface="Verdana"/>
                <a:cs typeface="Verdana"/>
              </a:rPr>
              <a:t>customer</a:t>
            </a:r>
            <a:r>
              <a:rPr dirty="0" sz="2800" spc="-270">
                <a:latin typeface="Verdana"/>
                <a:cs typeface="Verdana"/>
              </a:rPr>
              <a:t> </a:t>
            </a:r>
            <a:r>
              <a:rPr dirty="0" sz="2800" spc="-35">
                <a:latin typeface="Verdana"/>
                <a:cs typeface="Verdana"/>
              </a:rPr>
              <a:t>that</a:t>
            </a:r>
            <a:r>
              <a:rPr dirty="0" sz="2800" spc="-265">
                <a:latin typeface="Verdana"/>
                <a:cs typeface="Verdana"/>
              </a:rPr>
              <a:t> </a:t>
            </a:r>
            <a:r>
              <a:rPr dirty="0" sz="2800" spc="-35">
                <a:latin typeface="Verdana"/>
                <a:cs typeface="Verdana"/>
              </a:rPr>
              <a:t>the</a:t>
            </a:r>
            <a:r>
              <a:rPr dirty="0" sz="2800" spc="-270">
                <a:latin typeface="Verdana"/>
                <a:cs typeface="Verdana"/>
              </a:rPr>
              <a:t> </a:t>
            </a:r>
            <a:r>
              <a:rPr dirty="0" sz="2800" spc="-60">
                <a:latin typeface="Verdana"/>
                <a:cs typeface="Verdana"/>
              </a:rPr>
              <a:t>business</a:t>
            </a:r>
            <a:r>
              <a:rPr dirty="0" sz="2800" spc="-265">
                <a:latin typeface="Verdana"/>
                <a:cs typeface="Verdana"/>
              </a:rPr>
              <a:t> </a:t>
            </a:r>
            <a:r>
              <a:rPr dirty="0" sz="2800" spc="-45">
                <a:latin typeface="Verdana"/>
                <a:cs typeface="Verdana"/>
              </a:rPr>
              <a:t>can</a:t>
            </a:r>
            <a:r>
              <a:rPr dirty="0" sz="2800" spc="-265">
                <a:latin typeface="Verdana"/>
                <a:cs typeface="Verdana"/>
              </a:rPr>
              <a:t> </a:t>
            </a:r>
            <a:r>
              <a:rPr dirty="0" sz="2800" spc="-10">
                <a:latin typeface="Verdana"/>
                <a:cs typeface="Verdana"/>
              </a:rPr>
              <a:t>onboard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184488" y="1045374"/>
            <a:ext cx="15346680" cy="1024255"/>
          </a:xfrm>
          <a:custGeom>
            <a:avLst/>
            <a:gdLst/>
            <a:ahLst/>
            <a:cxnLst/>
            <a:rect l="l" t="t" r="r" b="b"/>
            <a:pathLst>
              <a:path w="15346680" h="1024255">
                <a:moveTo>
                  <a:pt x="15346553" y="0"/>
                </a:moveTo>
                <a:lnTo>
                  <a:pt x="15346553" y="0"/>
                </a:lnTo>
                <a:lnTo>
                  <a:pt x="0" y="0"/>
                </a:lnTo>
                <a:lnTo>
                  <a:pt x="0" y="21437"/>
                </a:lnTo>
                <a:lnTo>
                  <a:pt x="2727058" y="21437"/>
                </a:lnTo>
                <a:lnTo>
                  <a:pt x="2727058" y="1023937"/>
                </a:lnTo>
                <a:lnTo>
                  <a:pt x="2731820" y="1023937"/>
                </a:lnTo>
                <a:lnTo>
                  <a:pt x="2731820" y="21437"/>
                </a:lnTo>
                <a:lnTo>
                  <a:pt x="5790616" y="21437"/>
                </a:lnTo>
                <a:lnTo>
                  <a:pt x="5790616" y="1023937"/>
                </a:lnTo>
                <a:lnTo>
                  <a:pt x="5795378" y="1023937"/>
                </a:lnTo>
                <a:lnTo>
                  <a:pt x="5795378" y="21437"/>
                </a:lnTo>
                <a:lnTo>
                  <a:pt x="8613813" y="21437"/>
                </a:lnTo>
                <a:lnTo>
                  <a:pt x="8613813" y="1023937"/>
                </a:lnTo>
                <a:lnTo>
                  <a:pt x="8618576" y="1023937"/>
                </a:lnTo>
                <a:lnTo>
                  <a:pt x="8618576" y="21437"/>
                </a:lnTo>
                <a:lnTo>
                  <a:pt x="11605260" y="21437"/>
                </a:lnTo>
                <a:lnTo>
                  <a:pt x="11605260" y="1023937"/>
                </a:lnTo>
                <a:lnTo>
                  <a:pt x="11610023" y="1023937"/>
                </a:lnTo>
                <a:lnTo>
                  <a:pt x="11610023" y="21437"/>
                </a:lnTo>
                <a:lnTo>
                  <a:pt x="15346553" y="21437"/>
                </a:lnTo>
                <a:lnTo>
                  <a:pt x="15346553" y="0"/>
                </a:lnTo>
                <a:close/>
              </a:path>
            </a:pathLst>
          </a:custGeom>
          <a:solidFill>
            <a:srgbClr val="5CE1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78672" y="2790120"/>
            <a:ext cx="1458595" cy="63677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900" spc="-45">
                <a:latin typeface="Verdana"/>
                <a:cs typeface="Verdana"/>
              </a:rPr>
              <a:t>User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Action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900" spc="-10">
                <a:latin typeface="Verdana"/>
                <a:cs typeface="Verdana"/>
              </a:rPr>
              <a:t>Touchpoints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900">
              <a:latin typeface="Verdana"/>
              <a:cs typeface="Verdana"/>
            </a:endParaRPr>
          </a:p>
          <a:p>
            <a:pPr algn="ctr" marL="243204" marR="235585" indent="-635">
              <a:lnSpc>
                <a:spcPct val="115100"/>
              </a:lnSpc>
            </a:pPr>
            <a:r>
              <a:rPr dirty="0" sz="1900" spc="-20">
                <a:latin typeface="Verdana"/>
                <a:cs typeface="Verdana"/>
              </a:rPr>
              <a:t>User </a:t>
            </a:r>
            <a:r>
              <a:rPr dirty="0" sz="1900" spc="-30">
                <a:latin typeface="Verdana"/>
                <a:cs typeface="Verdana"/>
              </a:rPr>
              <a:t>emotion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900" spc="-20">
                <a:latin typeface="Verdana"/>
                <a:cs typeface="Verdana"/>
              </a:rPr>
              <a:t>Pain</a:t>
            </a:r>
            <a:r>
              <a:rPr dirty="0" sz="1900" spc="-180">
                <a:latin typeface="Verdana"/>
                <a:cs typeface="Verdana"/>
              </a:rPr>
              <a:t> </a:t>
            </a:r>
            <a:r>
              <a:rPr dirty="0" sz="1900" spc="-20">
                <a:latin typeface="Verdana"/>
                <a:cs typeface="Verdana"/>
              </a:rPr>
              <a:t>Point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1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dirty="0" sz="1900" spc="-10">
                <a:latin typeface="Verdana"/>
                <a:cs typeface="Verdana"/>
              </a:rPr>
              <a:t>Solution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39437" y="1323534"/>
            <a:ext cx="2221865" cy="832929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dirty="0" sz="2600" spc="-135">
                <a:latin typeface="Arial Black"/>
                <a:cs typeface="Arial Black"/>
              </a:rPr>
              <a:t>Awareness</a:t>
            </a:r>
            <a:endParaRPr sz="26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600">
              <a:latin typeface="Arial Black"/>
              <a:cs typeface="Arial Black"/>
            </a:endParaRPr>
          </a:p>
          <a:p>
            <a:pPr algn="ctr" marL="27940" marR="20320">
              <a:lnSpc>
                <a:spcPct val="115100"/>
              </a:lnSpc>
            </a:pPr>
            <a:r>
              <a:rPr dirty="0" sz="1900" spc="-35">
                <a:latin typeface="Verdana"/>
                <a:cs typeface="Verdana"/>
              </a:rPr>
              <a:t>Clicks</a:t>
            </a:r>
            <a:r>
              <a:rPr dirty="0" sz="1900" spc="-190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on</a:t>
            </a:r>
            <a:r>
              <a:rPr dirty="0" sz="1900" spc="-185">
                <a:latin typeface="Verdana"/>
                <a:cs typeface="Verdana"/>
              </a:rPr>
              <a:t> </a:t>
            </a:r>
            <a:r>
              <a:rPr dirty="0" sz="1900" spc="-85">
                <a:latin typeface="Verdana"/>
                <a:cs typeface="Verdana"/>
              </a:rPr>
              <a:t>a</a:t>
            </a:r>
            <a:r>
              <a:rPr dirty="0" sz="1900" spc="-190">
                <a:latin typeface="Verdana"/>
                <a:cs typeface="Verdana"/>
              </a:rPr>
              <a:t> </a:t>
            </a:r>
            <a:r>
              <a:rPr dirty="0" sz="1900" spc="-20">
                <a:latin typeface="Verdana"/>
                <a:cs typeface="Verdana"/>
              </a:rPr>
              <a:t>referral </a:t>
            </a:r>
            <a:r>
              <a:rPr dirty="0" sz="1900" spc="-55">
                <a:latin typeface="Verdana"/>
                <a:cs typeface="Verdana"/>
              </a:rPr>
              <a:t>link</a:t>
            </a:r>
            <a:r>
              <a:rPr dirty="0" sz="1900" spc="-195">
                <a:latin typeface="Verdana"/>
                <a:cs typeface="Verdana"/>
              </a:rPr>
              <a:t> </a:t>
            </a:r>
            <a:r>
              <a:rPr dirty="0" sz="1900" spc="-30">
                <a:latin typeface="Verdana"/>
                <a:cs typeface="Verdana"/>
              </a:rPr>
              <a:t>and</a:t>
            </a:r>
            <a:r>
              <a:rPr dirty="0" sz="1900" spc="-195">
                <a:latin typeface="Verdana"/>
                <a:cs typeface="Verdana"/>
              </a:rPr>
              <a:t> </a:t>
            </a:r>
            <a:r>
              <a:rPr dirty="0" sz="1900" spc="-20">
                <a:latin typeface="Verdana"/>
                <a:cs typeface="Verdana"/>
              </a:rPr>
              <a:t>gets </a:t>
            </a:r>
            <a:r>
              <a:rPr dirty="0" sz="1900" spc="-10">
                <a:latin typeface="Verdana"/>
                <a:cs typeface="Verdana"/>
              </a:rPr>
              <a:t>introduced</a:t>
            </a:r>
            <a:r>
              <a:rPr dirty="0" sz="1900" spc="-170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to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the </a:t>
            </a:r>
            <a:r>
              <a:rPr dirty="0" sz="1900" spc="-10">
                <a:latin typeface="Verdana"/>
                <a:cs typeface="Verdana"/>
              </a:rPr>
              <a:t>application</a:t>
            </a:r>
            <a:endParaRPr sz="1900">
              <a:latin typeface="Verdana"/>
              <a:cs typeface="Verdana"/>
            </a:endParaRPr>
          </a:p>
          <a:p>
            <a:pPr algn="ctr" marL="153670" marR="146050">
              <a:lnSpc>
                <a:spcPts val="8920"/>
              </a:lnSpc>
              <a:spcBef>
                <a:spcPts val="60"/>
              </a:spcBef>
            </a:pPr>
            <a:r>
              <a:rPr dirty="0" sz="1900" spc="-40">
                <a:latin typeface="Verdana"/>
                <a:cs typeface="Verdana"/>
              </a:rPr>
              <a:t>Referral</a:t>
            </a:r>
            <a:r>
              <a:rPr dirty="0" sz="1900" spc="-145">
                <a:latin typeface="Verdana"/>
                <a:cs typeface="Verdana"/>
              </a:rPr>
              <a:t> </a:t>
            </a:r>
            <a:r>
              <a:rPr dirty="0" sz="1900" spc="-20">
                <a:latin typeface="Verdana"/>
                <a:cs typeface="Verdana"/>
              </a:rPr>
              <a:t>link </a:t>
            </a:r>
            <a:r>
              <a:rPr dirty="0" sz="1900" spc="-35">
                <a:latin typeface="Verdana"/>
                <a:cs typeface="Verdana"/>
              </a:rPr>
              <a:t>Curious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 spc="-195">
                <a:latin typeface="Verdana"/>
                <a:cs typeface="Verdana"/>
              </a:rPr>
              <a:t>,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Unsure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35"/>
              </a:spcBef>
            </a:pPr>
            <a:endParaRPr sz="1900">
              <a:latin typeface="Verdana"/>
              <a:cs typeface="Verdana"/>
            </a:endParaRPr>
          </a:p>
          <a:p>
            <a:pPr algn="ctr">
              <a:lnSpc>
                <a:spcPct val="115100"/>
              </a:lnSpc>
            </a:pPr>
            <a:r>
              <a:rPr dirty="0" sz="1900">
                <a:latin typeface="Verdana"/>
                <a:cs typeface="Verdana"/>
              </a:rPr>
              <a:t>No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30">
                <a:latin typeface="Verdana"/>
                <a:cs typeface="Verdana"/>
              </a:rPr>
              <a:t>motivation</a:t>
            </a:r>
            <a:r>
              <a:rPr dirty="0" sz="1900" spc="-160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to </a:t>
            </a:r>
            <a:r>
              <a:rPr dirty="0" sz="1900" spc="-60">
                <a:latin typeface="Verdana"/>
                <a:cs typeface="Verdana"/>
              </a:rPr>
              <a:t>use</a:t>
            </a:r>
            <a:r>
              <a:rPr dirty="0" sz="1900" spc="-190">
                <a:latin typeface="Verdana"/>
                <a:cs typeface="Verdana"/>
              </a:rPr>
              <a:t> </a:t>
            </a:r>
            <a:r>
              <a:rPr dirty="0" sz="1900" spc="-30">
                <a:latin typeface="Verdana"/>
                <a:cs typeface="Verdana"/>
              </a:rPr>
              <a:t>the</a:t>
            </a:r>
            <a:r>
              <a:rPr dirty="0" sz="1900" spc="-185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application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900">
              <a:latin typeface="Verdana"/>
              <a:cs typeface="Verdana"/>
            </a:endParaRPr>
          </a:p>
          <a:p>
            <a:pPr algn="ctr" marL="96520" marR="88900">
              <a:lnSpc>
                <a:spcPct val="115100"/>
              </a:lnSpc>
            </a:pPr>
            <a:r>
              <a:rPr dirty="0" sz="1900" spc="-10">
                <a:latin typeface="Verdana"/>
                <a:cs typeface="Verdana"/>
              </a:rPr>
              <a:t>Provide</a:t>
            </a:r>
            <a:r>
              <a:rPr dirty="0" sz="1900" spc="-180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an </a:t>
            </a:r>
            <a:r>
              <a:rPr dirty="0" sz="1900" spc="-30">
                <a:latin typeface="Verdana"/>
                <a:cs typeface="Verdana"/>
              </a:rPr>
              <a:t>incentive</a:t>
            </a:r>
            <a:r>
              <a:rPr dirty="0" sz="1900" spc="-135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upfront </a:t>
            </a:r>
            <a:r>
              <a:rPr dirty="0" sz="1900">
                <a:latin typeface="Verdana"/>
                <a:cs typeface="Verdana"/>
              </a:rPr>
              <a:t>to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40">
                <a:latin typeface="Verdana"/>
                <a:cs typeface="Verdana"/>
              </a:rPr>
              <a:t>motivate</a:t>
            </a:r>
            <a:r>
              <a:rPr dirty="0" sz="1900" spc="-160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the </a:t>
            </a:r>
            <a:r>
              <a:rPr dirty="0" sz="1900" spc="-20">
                <a:latin typeface="Verdana"/>
                <a:cs typeface="Verdana"/>
              </a:rPr>
              <a:t>user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155186" y="1323534"/>
            <a:ext cx="2581275" cy="832929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dirty="0" sz="2600" spc="-75">
                <a:latin typeface="Arial Black"/>
                <a:cs typeface="Arial Black"/>
              </a:rPr>
              <a:t>Consideration</a:t>
            </a:r>
            <a:endParaRPr sz="26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2600">
              <a:latin typeface="Arial Black"/>
              <a:cs typeface="Arial Black"/>
            </a:endParaRPr>
          </a:p>
          <a:p>
            <a:pPr algn="ctr" indent="-635">
              <a:lnSpc>
                <a:spcPct val="115100"/>
              </a:lnSpc>
            </a:pPr>
            <a:r>
              <a:rPr dirty="0" sz="1900" spc="-40">
                <a:latin typeface="Verdana"/>
                <a:cs typeface="Verdana"/>
              </a:rPr>
              <a:t>Enter</a:t>
            </a:r>
            <a:r>
              <a:rPr dirty="0" sz="1900" spc="-160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contact</a:t>
            </a:r>
            <a:r>
              <a:rPr dirty="0" sz="1900" spc="-160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details </a:t>
            </a:r>
            <a:r>
              <a:rPr dirty="0" sz="1900">
                <a:latin typeface="Verdana"/>
                <a:cs typeface="Verdana"/>
              </a:rPr>
              <a:t>to</a:t>
            </a:r>
            <a:r>
              <a:rPr dirty="0" sz="1900" spc="-170">
                <a:latin typeface="Verdana"/>
                <a:cs typeface="Verdana"/>
              </a:rPr>
              <a:t> </a:t>
            </a:r>
            <a:r>
              <a:rPr dirty="0" sz="1900" spc="-60">
                <a:latin typeface="Verdana"/>
                <a:cs typeface="Verdana"/>
              </a:rPr>
              <a:t>redeem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30">
                <a:latin typeface="Verdana"/>
                <a:cs typeface="Verdana"/>
              </a:rPr>
              <a:t>the</a:t>
            </a:r>
            <a:r>
              <a:rPr dirty="0" sz="1900" spc="-170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referral </a:t>
            </a:r>
            <a:r>
              <a:rPr dirty="0" sz="1900" spc="-20">
                <a:latin typeface="Verdana"/>
                <a:cs typeface="Verdana"/>
              </a:rPr>
              <a:t>link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900">
              <a:latin typeface="Verdana"/>
              <a:cs typeface="Verdana"/>
            </a:endParaRPr>
          </a:p>
          <a:p>
            <a:pPr algn="ctr" marL="221615" marR="214629">
              <a:lnSpc>
                <a:spcPct val="115100"/>
              </a:lnSpc>
            </a:pPr>
            <a:r>
              <a:rPr dirty="0" sz="1900" spc="-40">
                <a:latin typeface="Verdana"/>
                <a:cs typeface="Verdana"/>
              </a:rPr>
              <a:t>Referral</a:t>
            </a:r>
            <a:r>
              <a:rPr dirty="0" sz="1900" spc="-160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code</a:t>
            </a:r>
            <a:r>
              <a:rPr dirty="0" sz="1900" spc="-155">
                <a:latin typeface="Verdana"/>
                <a:cs typeface="Verdana"/>
              </a:rPr>
              <a:t> </a:t>
            </a:r>
            <a:r>
              <a:rPr dirty="0" sz="1900" spc="-20">
                <a:latin typeface="Verdana"/>
                <a:cs typeface="Verdana"/>
              </a:rPr>
              <a:t>user </a:t>
            </a:r>
            <a:r>
              <a:rPr dirty="0" sz="1900" spc="-10">
                <a:latin typeface="Verdana"/>
                <a:cs typeface="Verdana"/>
              </a:rPr>
              <a:t>interface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dirty="0" sz="1900" spc="-10">
                <a:latin typeface="Verdana"/>
                <a:cs typeface="Verdana"/>
              </a:rPr>
              <a:t>Intrigued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900">
              <a:latin typeface="Verdana"/>
              <a:cs typeface="Verdana"/>
            </a:endParaRPr>
          </a:p>
          <a:p>
            <a:pPr algn="ctr" marL="92075" marR="84455">
              <a:lnSpc>
                <a:spcPct val="115100"/>
              </a:lnSpc>
            </a:pPr>
            <a:r>
              <a:rPr dirty="0" sz="1900" spc="-55">
                <a:latin typeface="Verdana"/>
                <a:cs typeface="Verdana"/>
              </a:rPr>
              <a:t>Ambiguity</a:t>
            </a:r>
            <a:r>
              <a:rPr dirty="0" sz="1900" spc="-170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on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30">
                <a:latin typeface="Verdana"/>
                <a:cs typeface="Verdana"/>
              </a:rPr>
              <a:t>how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to </a:t>
            </a:r>
            <a:r>
              <a:rPr dirty="0" sz="1900" spc="-50">
                <a:latin typeface="Verdana"/>
                <a:cs typeface="Verdana"/>
              </a:rPr>
              <a:t>avail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 spc="-30">
                <a:latin typeface="Verdana"/>
                <a:cs typeface="Verdana"/>
              </a:rPr>
              <a:t>the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benefit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900">
              <a:latin typeface="Verdana"/>
              <a:cs typeface="Verdana"/>
            </a:endParaRPr>
          </a:p>
          <a:p>
            <a:pPr algn="ctr" marL="129539" marR="122555" indent="-635">
              <a:lnSpc>
                <a:spcPct val="115100"/>
              </a:lnSpc>
            </a:pPr>
            <a:r>
              <a:rPr dirty="0" sz="1900" spc="-75">
                <a:latin typeface="Verdana"/>
                <a:cs typeface="Verdana"/>
              </a:rPr>
              <a:t>Text</a:t>
            </a:r>
            <a:r>
              <a:rPr dirty="0" sz="1900" spc="-185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to</a:t>
            </a:r>
            <a:r>
              <a:rPr dirty="0" sz="1900" spc="-185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clearly </a:t>
            </a:r>
            <a:r>
              <a:rPr dirty="0" sz="1900" spc="-40">
                <a:latin typeface="Verdana"/>
                <a:cs typeface="Verdana"/>
              </a:rPr>
              <a:t>mention</a:t>
            </a:r>
            <a:r>
              <a:rPr dirty="0" sz="1900" spc="-170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on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20">
                <a:latin typeface="Verdana"/>
                <a:cs typeface="Verdana"/>
              </a:rPr>
              <a:t>what </a:t>
            </a:r>
            <a:r>
              <a:rPr dirty="0" sz="1900" spc="-45">
                <a:latin typeface="Verdana"/>
                <a:cs typeface="Verdana"/>
              </a:rPr>
              <a:t>needs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to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be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 spc="-20">
                <a:latin typeface="Verdana"/>
                <a:cs typeface="Verdana"/>
              </a:rPr>
              <a:t>done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to </a:t>
            </a:r>
            <a:r>
              <a:rPr dirty="0" sz="1900" spc="-50">
                <a:latin typeface="Verdana"/>
                <a:cs typeface="Verdana"/>
              </a:rPr>
              <a:t>avail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 spc="-30">
                <a:latin typeface="Verdana"/>
                <a:cs typeface="Verdana"/>
              </a:rPr>
              <a:t>the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benefit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249694" y="1323534"/>
            <a:ext cx="2279015" cy="816737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dirty="0" sz="2600" spc="-50">
                <a:latin typeface="Arial Black"/>
                <a:cs typeface="Arial Black"/>
              </a:rPr>
              <a:t>Decision</a:t>
            </a:r>
            <a:endParaRPr sz="26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095"/>
              </a:spcBef>
            </a:pPr>
            <a:endParaRPr sz="2600">
              <a:latin typeface="Arial Black"/>
              <a:cs typeface="Arial Black"/>
            </a:endParaRPr>
          </a:p>
          <a:p>
            <a:pPr algn="ctr" marL="95885" marR="88265">
              <a:lnSpc>
                <a:spcPct val="115100"/>
              </a:lnSpc>
            </a:pPr>
            <a:r>
              <a:rPr dirty="0" sz="1900" spc="-55">
                <a:latin typeface="Verdana"/>
                <a:cs typeface="Verdana"/>
              </a:rPr>
              <a:t>Install</a:t>
            </a:r>
            <a:r>
              <a:rPr dirty="0" sz="1900" spc="-140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application </a:t>
            </a:r>
            <a:r>
              <a:rPr dirty="0" sz="1900" spc="-30">
                <a:latin typeface="Verdana"/>
                <a:cs typeface="Verdana"/>
              </a:rPr>
              <a:t>and</a:t>
            </a:r>
            <a:r>
              <a:rPr dirty="0" sz="1900" spc="-190">
                <a:latin typeface="Verdana"/>
                <a:cs typeface="Verdana"/>
              </a:rPr>
              <a:t> </a:t>
            </a:r>
            <a:r>
              <a:rPr dirty="0" sz="1900" spc="-70">
                <a:latin typeface="Verdana"/>
                <a:cs typeface="Verdana"/>
              </a:rPr>
              <a:t>sign</a:t>
            </a:r>
            <a:r>
              <a:rPr dirty="0" sz="1900" spc="-190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up</a:t>
            </a:r>
            <a:endParaRPr sz="1900">
              <a:latin typeface="Verdana"/>
              <a:cs typeface="Verdana"/>
            </a:endParaRPr>
          </a:p>
          <a:p>
            <a:pPr algn="ctr">
              <a:lnSpc>
                <a:spcPct val="391400"/>
              </a:lnSpc>
              <a:spcBef>
                <a:spcPts val="1275"/>
              </a:spcBef>
            </a:pPr>
            <a:r>
              <a:rPr dirty="0" sz="1900" spc="-20">
                <a:latin typeface="Verdana"/>
                <a:cs typeface="Verdana"/>
              </a:rPr>
              <a:t>Appstore/Playstore </a:t>
            </a:r>
            <a:r>
              <a:rPr dirty="0" sz="1900" spc="-10">
                <a:latin typeface="Verdana"/>
                <a:cs typeface="Verdana"/>
              </a:rPr>
              <a:t>Excited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900">
              <a:latin typeface="Verdana"/>
              <a:cs typeface="Verdana"/>
            </a:endParaRPr>
          </a:p>
          <a:p>
            <a:pPr algn="ctr" marL="147320" marR="139700">
              <a:lnSpc>
                <a:spcPct val="115100"/>
              </a:lnSpc>
            </a:pPr>
            <a:r>
              <a:rPr dirty="0" sz="1900" spc="-60">
                <a:latin typeface="Verdana"/>
                <a:cs typeface="Verdana"/>
              </a:rPr>
              <a:t>Lack</a:t>
            </a:r>
            <a:r>
              <a:rPr dirty="0" sz="1900" spc="-150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of</a:t>
            </a:r>
            <a:r>
              <a:rPr dirty="0" sz="1900" spc="-150">
                <a:latin typeface="Verdana"/>
                <a:cs typeface="Verdana"/>
              </a:rPr>
              <a:t> </a:t>
            </a:r>
            <a:r>
              <a:rPr dirty="0" sz="1900" spc="-20">
                <a:latin typeface="Verdana"/>
                <a:cs typeface="Verdana"/>
              </a:rPr>
              <a:t>clarity</a:t>
            </a:r>
            <a:r>
              <a:rPr dirty="0" sz="1900" spc="-145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on multiple</a:t>
            </a:r>
            <a:r>
              <a:rPr dirty="0" sz="1900" spc="-155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options </a:t>
            </a:r>
            <a:r>
              <a:rPr dirty="0" sz="1900" spc="-40">
                <a:latin typeface="Verdana"/>
                <a:cs typeface="Verdana"/>
              </a:rPr>
              <a:t>available</a:t>
            </a:r>
            <a:r>
              <a:rPr dirty="0" sz="1900" spc="-170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on</a:t>
            </a:r>
            <a:r>
              <a:rPr dirty="0" sz="1900" spc="-170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the </a:t>
            </a:r>
            <a:r>
              <a:rPr dirty="0" sz="1900" spc="-10">
                <a:latin typeface="Verdana"/>
                <a:cs typeface="Verdana"/>
              </a:rPr>
              <a:t>application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sz="1900">
              <a:latin typeface="Verdana"/>
              <a:cs typeface="Verdana"/>
            </a:endParaRPr>
          </a:p>
          <a:p>
            <a:pPr algn="ctr" marL="66675" marR="59055" indent="-635">
              <a:lnSpc>
                <a:spcPct val="115100"/>
              </a:lnSpc>
            </a:pPr>
            <a:r>
              <a:rPr dirty="0" sz="1900">
                <a:latin typeface="Verdana"/>
                <a:cs typeface="Verdana"/>
              </a:rPr>
              <a:t>Mini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video</a:t>
            </a:r>
            <a:r>
              <a:rPr dirty="0" sz="1900" spc="-170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playing on</a:t>
            </a:r>
            <a:r>
              <a:rPr dirty="0" sz="1900" spc="-190">
                <a:latin typeface="Verdana"/>
                <a:cs typeface="Verdana"/>
              </a:rPr>
              <a:t> </a:t>
            </a:r>
            <a:r>
              <a:rPr dirty="0" sz="1900" spc="-30">
                <a:latin typeface="Verdana"/>
                <a:cs typeface="Verdana"/>
              </a:rPr>
              <a:t>the</a:t>
            </a:r>
            <a:r>
              <a:rPr dirty="0" sz="1900" spc="-185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onboarding </a:t>
            </a:r>
            <a:r>
              <a:rPr dirty="0" sz="1900" spc="-75">
                <a:latin typeface="Verdana"/>
                <a:cs typeface="Verdana"/>
              </a:rPr>
              <a:t>page</a:t>
            </a:r>
            <a:r>
              <a:rPr dirty="0" sz="1900" spc="-185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on</a:t>
            </a:r>
            <a:r>
              <a:rPr dirty="0" sz="1900" spc="-185">
                <a:latin typeface="Verdana"/>
                <a:cs typeface="Verdana"/>
              </a:rPr>
              <a:t> </a:t>
            </a:r>
            <a:r>
              <a:rPr dirty="0" sz="1900" spc="-20">
                <a:latin typeface="Verdana"/>
                <a:cs typeface="Verdana"/>
              </a:rPr>
              <a:t>loop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078550" y="1319518"/>
            <a:ext cx="2435860" cy="833374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2700" spc="-60">
                <a:latin typeface="Arial Black"/>
                <a:cs typeface="Arial Black"/>
              </a:rPr>
              <a:t>Service</a:t>
            </a:r>
            <a:endParaRPr sz="27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855"/>
              </a:spcBef>
            </a:pPr>
            <a:endParaRPr sz="2700">
              <a:latin typeface="Arial Black"/>
              <a:cs typeface="Arial Black"/>
            </a:endParaRPr>
          </a:p>
          <a:p>
            <a:pPr algn="ctr" marL="190500" marR="183515">
              <a:lnSpc>
                <a:spcPct val="115100"/>
              </a:lnSpc>
            </a:pPr>
            <a:r>
              <a:rPr dirty="0" sz="1900" spc="-10">
                <a:latin typeface="Verdana"/>
                <a:cs typeface="Verdana"/>
              </a:rPr>
              <a:t>Purchase </a:t>
            </a:r>
            <a:r>
              <a:rPr dirty="0" sz="1900" spc="-50">
                <a:latin typeface="Verdana"/>
                <a:cs typeface="Verdana"/>
              </a:rPr>
              <a:t>membership</a:t>
            </a:r>
            <a:r>
              <a:rPr dirty="0" sz="1900" spc="-155">
                <a:latin typeface="Verdana"/>
                <a:cs typeface="Verdana"/>
              </a:rPr>
              <a:t> </a:t>
            </a:r>
            <a:r>
              <a:rPr dirty="0" sz="1900" spc="-20">
                <a:latin typeface="Verdana"/>
                <a:cs typeface="Verdana"/>
              </a:rPr>
              <a:t>pass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1900">
              <a:latin typeface="Verdana"/>
              <a:cs typeface="Verdana"/>
            </a:endParaRPr>
          </a:p>
          <a:p>
            <a:pPr algn="ctr" marL="189865" marR="182245">
              <a:lnSpc>
                <a:spcPct val="115100"/>
              </a:lnSpc>
            </a:pPr>
            <a:r>
              <a:rPr dirty="0" sz="1900" spc="-10">
                <a:latin typeface="Verdana"/>
                <a:cs typeface="Verdana"/>
              </a:rPr>
              <a:t>Application</a:t>
            </a:r>
            <a:r>
              <a:rPr dirty="0" sz="1900" spc="-120">
                <a:latin typeface="Verdana"/>
                <a:cs typeface="Verdana"/>
              </a:rPr>
              <a:t> </a:t>
            </a:r>
            <a:r>
              <a:rPr dirty="0" sz="1900" spc="-30">
                <a:latin typeface="Verdana"/>
                <a:cs typeface="Verdana"/>
              </a:rPr>
              <a:t>home </a:t>
            </a:r>
            <a:r>
              <a:rPr dirty="0" sz="1900" spc="-20">
                <a:latin typeface="Verdana"/>
                <a:cs typeface="Verdana"/>
              </a:rPr>
              <a:t>page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dirty="0" sz="1900" spc="-10">
                <a:latin typeface="Verdana"/>
                <a:cs typeface="Verdana"/>
              </a:rPr>
              <a:t>Motivated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85"/>
              </a:spcBef>
            </a:pPr>
            <a:endParaRPr sz="1900">
              <a:latin typeface="Verdana"/>
              <a:cs typeface="Verdana"/>
            </a:endParaRPr>
          </a:p>
          <a:p>
            <a:pPr algn="ctr" marL="81915" marR="74295" indent="-635">
              <a:lnSpc>
                <a:spcPct val="115100"/>
              </a:lnSpc>
            </a:pPr>
            <a:r>
              <a:rPr dirty="0" sz="1900" spc="-50">
                <a:latin typeface="Verdana"/>
                <a:cs typeface="Verdana"/>
              </a:rPr>
              <a:t>Overwhelmed</a:t>
            </a:r>
            <a:r>
              <a:rPr dirty="0" sz="1900" spc="-100">
                <a:latin typeface="Verdana"/>
                <a:cs typeface="Verdana"/>
              </a:rPr>
              <a:t> </a:t>
            </a:r>
            <a:r>
              <a:rPr dirty="0" sz="1900" spc="-20">
                <a:latin typeface="Verdana"/>
                <a:cs typeface="Verdana"/>
              </a:rPr>
              <a:t>with </a:t>
            </a:r>
            <a:r>
              <a:rPr dirty="0" sz="1900" spc="-25">
                <a:latin typeface="Verdana"/>
                <a:cs typeface="Verdana"/>
              </a:rPr>
              <a:t>multiple</a:t>
            </a:r>
            <a:r>
              <a:rPr dirty="0" sz="1900" spc="-160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options</a:t>
            </a:r>
            <a:r>
              <a:rPr dirty="0" sz="1900" spc="-155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on </a:t>
            </a:r>
            <a:r>
              <a:rPr dirty="0" sz="1900" spc="-30">
                <a:latin typeface="Verdana"/>
                <a:cs typeface="Verdana"/>
              </a:rPr>
              <a:t>the</a:t>
            </a:r>
            <a:r>
              <a:rPr dirty="0" sz="1900" spc="-185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application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sz="1900">
              <a:latin typeface="Verdana"/>
              <a:cs typeface="Verdana"/>
            </a:endParaRPr>
          </a:p>
          <a:p>
            <a:pPr algn="ctr">
              <a:lnSpc>
                <a:spcPct val="115100"/>
              </a:lnSpc>
            </a:pPr>
            <a:r>
              <a:rPr dirty="0" sz="1900" spc="-35">
                <a:latin typeface="Verdana"/>
                <a:cs typeface="Verdana"/>
              </a:rPr>
              <a:t>Each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40">
                <a:latin typeface="Verdana"/>
                <a:cs typeface="Verdana"/>
              </a:rPr>
              <a:t>service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offering </a:t>
            </a:r>
            <a:r>
              <a:rPr dirty="0" sz="1900" spc="-60">
                <a:latin typeface="Verdana"/>
                <a:cs typeface="Verdana"/>
              </a:rPr>
              <a:t>has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 spc="-85">
                <a:latin typeface="Verdana"/>
                <a:cs typeface="Verdana"/>
              </a:rPr>
              <a:t>a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 spc="-20">
                <a:latin typeface="Verdana"/>
                <a:cs typeface="Verdana"/>
              </a:rPr>
              <a:t>section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 spc="-20">
                <a:latin typeface="Verdana"/>
                <a:cs typeface="Verdana"/>
              </a:rPr>
              <a:t>with </a:t>
            </a:r>
            <a:r>
              <a:rPr dirty="0" sz="1900" spc="-95">
                <a:latin typeface="Verdana"/>
                <a:cs typeface="Verdana"/>
              </a:rPr>
              <a:t>Walk</a:t>
            </a:r>
            <a:r>
              <a:rPr dirty="0" sz="1900" spc="-160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Me</a:t>
            </a:r>
            <a:r>
              <a:rPr dirty="0" sz="1900" spc="-160">
                <a:latin typeface="Verdana"/>
                <a:cs typeface="Verdana"/>
              </a:rPr>
              <a:t> </a:t>
            </a:r>
            <a:r>
              <a:rPr dirty="0" sz="1900" spc="-40">
                <a:latin typeface="Verdana"/>
                <a:cs typeface="Verdana"/>
              </a:rPr>
              <a:t>available</a:t>
            </a:r>
            <a:r>
              <a:rPr dirty="0" sz="1900" spc="-160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to </a:t>
            </a:r>
            <a:r>
              <a:rPr dirty="0" sz="1900" spc="-60">
                <a:latin typeface="Verdana"/>
                <a:cs typeface="Verdana"/>
              </a:rPr>
              <a:t>guide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20">
                <a:latin typeface="Verdana"/>
                <a:cs typeface="Verdana"/>
              </a:rPr>
              <a:t>user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4026092" y="1323534"/>
            <a:ext cx="3268345" cy="8500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dirty="0" sz="2600" spc="-10">
                <a:latin typeface="Arial Black"/>
                <a:cs typeface="Arial Black"/>
              </a:rPr>
              <a:t>Loyalty</a:t>
            </a:r>
            <a:endParaRPr sz="26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endParaRPr sz="26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2600">
              <a:latin typeface="Arial Black"/>
              <a:cs typeface="Arial Black"/>
            </a:endParaRPr>
          </a:p>
          <a:p>
            <a:pPr algn="ctr" marR="51435">
              <a:lnSpc>
                <a:spcPct val="100000"/>
              </a:lnSpc>
            </a:pPr>
            <a:r>
              <a:rPr dirty="0" sz="1900" spc="-45">
                <a:latin typeface="Verdana"/>
                <a:cs typeface="Verdana"/>
              </a:rPr>
              <a:t>User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45">
                <a:latin typeface="Verdana"/>
                <a:cs typeface="Verdana"/>
              </a:rPr>
              <a:t>sends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85">
                <a:latin typeface="Verdana"/>
                <a:cs typeface="Verdana"/>
              </a:rPr>
              <a:t>a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35">
                <a:latin typeface="Verdana"/>
                <a:cs typeface="Verdana"/>
              </a:rPr>
              <a:t>referral</a:t>
            </a:r>
            <a:r>
              <a:rPr dirty="0" sz="1900" spc="-160">
                <a:latin typeface="Verdana"/>
                <a:cs typeface="Verdana"/>
              </a:rPr>
              <a:t> </a:t>
            </a:r>
            <a:r>
              <a:rPr dirty="0" sz="1900" spc="-20">
                <a:latin typeface="Verdana"/>
                <a:cs typeface="Verdana"/>
              </a:rPr>
              <a:t>link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900">
              <a:latin typeface="Verdana"/>
              <a:cs typeface="Verdana"/>
            </a:endParaRPr>
          </a:p>
          <a:p>
            <a:pPr algn="ctr" marL="173355" marR="166370">
              <a:lnSpc>
                <a:spcPct val="115100"/>
              </a:lnSpc>
            </a:pPr>
            <a:r>
              <a:rPr dirty="0" sz="1900" spc="-10">
                <a:latin typeface="Verdana"/>
                <a:cs typeface="Verdana"/>
              </a:rPr>
              <a:t>Application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30">
                <a:latin typeface="Verdana"/>
                <a:cs typeface="Verdana"/>
              </a:rPr>
              <a:t>refer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85">
                <a:latin typeface="Verdana"/>
                <a:cs typeface="Verdana"/>
              </a:rPr>
              <a:t>a</a:t>
            </a:r>
            <a:r>
              <a:rPr dirty="0" sz="1900" spc="-160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friend </a:t>
            </a:r>
            <a:r>
              <a:rPr dirty="0" sz="1900" spc="-40">
                <a:latin typeface="Verdana"/>
                <a:cs typeface="Verdana"/>
              </a:rPr>
              <a:t>section,</a:t>
            </a:r>
            <a:r>
              <a:rPr dirty="0" sz="1900" spc="-150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WhatsApp</a:t>
            </a:r>
            <a:endParaRPr sz="1900">
              <a:latin typeface="Verdana"/>
              <a:cs typeface="Verdana"/>
            </a:endParaRPr>
          </a:p>
          <a:p>
            <a:pPr marL="382905" marR="374650" indent="868680">
              <a:lnSpc>
                <a:spcPts val="8930"/>
              </a:lnSpc>
              <a:spcBef>
                <a:spcPts val="55"/>
              </a:spcBef>
            </a:pPr>
            <a:r>
              <a:rPr dirty="0" sz="1900" spc="-10">
                <a:latin typeface="Verdana"/>
                <a:cs typeface="Verdana"/>
              </a:rPr>
              <a:t>Happy </a:t>
            </a:r>
            <a:r>
              <a:rPr dirty="0" sz="1900" spc="-25">
                <a:latin typeface="Verdana"/>
                <a:cs typeface="Verdana"/>
              </a:rPr>
              <a:t>Unclear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if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30">
                <a:latin typeface="Verdana"/>
                <a:cs typeface="Verdana"/>
              </a:rPr>
              <a:t>the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referral</a:t>
            </a:r>
            <a:endParaRPr sz="1900">
              <a:latin typeface="Verdana"/>
              <a:cs typeface="Verdana"/>
            </a:endParaRPr>
          </a:p>
          <a:p>
            <a:pPr algn="ctr">
              <a:lnSpc>
                <a:spcPts val="1215"/>
              </a:lnSpc>
            </a:pPr>
            <a:r>
              <a:rPr dirty="0" sz="1900" spc="-60">
                <a:latin typeface="Verdana"/>
                <a:cs typeface="Verdana"/>
              </a:rPr>
              <a:t>program</a:t>
            </a:r>
            <a:r>
              <a:rPr dirty="0" sz="1900" spc="-180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will</a:t>
            </a:r>
            <a:r>
              <a:rPr dirty="0" sz="1900" spc="-180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be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beneficial</a:t>
            </a:r>
            <a:endParaRPr sz="1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dirty="0" sz="1900">
                <a:latin typeface="Verdana"/>
                <a:cs typeface="Verdana"/>
              </a:rPr>
              <a:t>for</a:t>
            </a:r>
            <a:r>
              <a:rPr dirty="0" sz="1900" spc="-170">
                <a:latin typeface="Verdana"/>
                <a:cs typeface="Verdana"/>
              </a:rPr>
              <a:t> </a:t>
            </a:r>
            <a:r>
              <a:rPr dirty="0" sz="1900" spc="-30">
                <a:latin typeface="Verdana"/>
                <a:cs typeface="Verdana"/>
              </a:rPr>
              <a:t>the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20">
                <a:latin typeface="Verdana"/>
                <a:cs typeface="Verdana"/>
              </a:rPr>
              <a:t>user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900">
              <a:latin typeface="Verdana"/>
              <a:cs typeface="Verdana"/>
            </a:endParaRPr>
          </a:p>
          <a:p>
            <a:pPr algn="ctr">
              <a:lnSpc>
                <a:spcPct val="115100"/>
              </a:lnSpc>
            </a:pPr>
            <a:r>
              <a:rPr dirty="0" sz="1900" spc="-20">
                <a:latin typeface="Verdana"/>
                <a:cs typeface="Verdana"/>
              </a:rPr>
              <a:t>Concise</a:t>
            </a:r>
            <a:r>
              <a:rPr dirty="0" sz="1900" spc="-160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information </a:t>
            </a:r>
            <a:r>
              <a:rPr dirty="0" sz="1900" spc="-40">
                <a:latin typeface="Verdana"/>
                <a:cs typeface="Verdana"/>
              </a:rPr>
              <a:t>available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on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 spc="-30">
                <a:latin typeface="Verdana"/>
                <a:cs typeface="Verdana"/>
              </a:rPr>
              <a:t>the</a:t>
            </a:r>
            <a:r>
              <a:rPr dirty="0" sz="1900" spc="-170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benefits </a:t>
            </a:r>
            <a:r>
              <a:rPr dirty="0" sz="1900" spc="-25">
                <a:latin typeface="Verdana"/>
                <a:cs typeface="Verdana"/>
              </a:rPr>
              <a:t>that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>
                <a:latin typeface="Verdana"/>
                <a:cs typeface="Verdana"/>
              </a:rPr>
              <a:t>both</a:t>
            </a:r>
            <a:r>
              <a:rPr dirty="0" sz="1900" spc="-170">
                <a:latin typeface="Verdana"/>
                <a:cs typeface="Verdana"/>
              </a:rPr>
              <a:t> </a:t>
            </a:r>
            <a:r>
              <a:rPr dirty="0" sz="1900" spc="-35">
                <a:latin typeface="Verdana"/>
                <a:cs typeface="Verdana"/>
              </a:rPr>
              <a:t>referrer</a:t>
            </a:r>
            <a:r>
              <a:rPr dirty="0" sz="1900" spc="-175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and </a:t>
            </a:r>
            <a:r>
              <a:rPr dirty="0" sz="1900" spc="-40">
                <a:latin typeface="Verdana"/>
                <a:cs typeface="Verdana"/>
              </a:rPr>
              <a:t>referee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25">
                <a:latin typeface="Verdana"/>
                <a:cs typeface="Verdana"/>
              </a:rPr>
              <a:t>can</a:t>
            </a:r>
            <a:r>
              <a:rPr dirty="0" sz="1900" spc="-165">
                <a:latin typeface="Verdana"/>
                <a:cs typeface="Verdana"/>
              </a:rPr>
              <a:t> </a:t>
            </a:r>
            <a:r>
              <a:rPr dirty="0" sz="1900" spc="-45">
                <a:latin typeface="Verdana"/>
                <a:cs typeface="Verdana"/>
              </a:rPr>
              <a:t>achieve</a:t>
            </a:r>
            <a:r>
              <a:rPr dirty="0" sz="1900" spc="-160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through </a:t>
            </a:r>
            <a:r>
              <a:rPr dirty="0" sz="1900" spc="-30">
                <a:latin typeface="Verdana"/>
                <a:cs typeface="Verdana"/>
              </a:rPr>
              <a:t>the</a:t>
            </a:r>
            <a:r>
              <a:rPr dirty="0" sz="1900" spc="-160">
                <a:latin typeface="Verdana"/>
                <a:cs typeface="Verdana"/>
              </a:rPr>
              <a:t> </a:t>
            </a:r>
            <a:r>
              <a:rPr dirty="0" sz="1900" spc="-35">
                <a:latin typeface="Verdana"/>
                <a:cs typeface="Verdana"/>
              </a:rPr>
              <a:t>referral</a:t>
            </a:r>
            <a:r>
              <a:rPr dirty="0" sz="1900" spc="-155">
                <a:latin typeface="Verdana"/>
                <a:cs typeface="Verdana"/>
              </a:rPr>
              <a:t> </a:t>
            </a:r>
            <a:r>
              <a:rPr dirty="0" sz="1900" spc="-10">
                <a:latin typeface="Verdana"/>
                <a:cs typeface="Verdana"/>
              </a:rPr>
              <a:t>program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209888" y="1028700"/>
            <a:ext cx="17338040" cy="9058275"/>
            <a:chOff x="209888" y="1028700"/>
            <a:chExt cx="17338040" cy="9058275"/>
          </a:xfrm>
        </p:grpSpPr>
        <p:sp>
          <p:nvSpPr>
            <p:cNvPr id="10" name="object 10" descr=""/>
            <p:cNvSpPr/>
            <p:nvPr/>
          </p:nvSpPr>
          <p:spPr>
            <a:xfrm>
              <a:off x="228930" y="1066812"/>
              <a:ext cx="17299940" cy="8982075"/>
            </a:xfrm>
            <a:custGeom>
              <a:avLst/>
              <a:gdLst/>
              <a:ahLst/>
              <a:cxnLst/>
              <a:rect l="l" t="t" r="r" b="b"/>
              <a:pathLst>
                <a:path w="17299940" h="8982075">
                  <a:moveTo>
                    <a:pt x="17299737" y="0"/>
                  </a:moveTo>
                  <a:lnTo>
                    <a:pt x="17299737" y="0"/>
                  </a:lnTo>
                  <a:lnTo>
                    <a:pt x="0" y="0"/>
                  </a:lnTo>
                  <a:lnTo>
                    <a:pt x="0" y="8982062"/>
                  </a:lnTo>
                  <a:lnTo>
                    <a:pt x="17299737" y="8982062"/>
                  </a:lnTo>
                  <a:lnTo>
                    <a:pt x="172997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09888" y="1047749"/>
              <a:ext cx="17338040" cy="9020175"/>
            </a:xfrm>
            <a:custGeom>
              <a:avLst/>
              <a:gdLst/>
              <a:ahLst/>
              <a:cxnLst/>
              <a:rect l="l" t="t" r="r" b="b"/>
              <a:pathLst>
                <a:path w="17338040" h="9020175">
                  <a:moveTo>
                    <a:pt x="19049" y="19049"/>
                  </a:moveTo>
                  <a:lnTo>
                    <a:pt x="19049" y="9001124"/>
                  </a:lnTo>
                </a:path>
                <a:path w="17338040" h="9020175">
                  <a:moveTo>
                    <a:pt x="1976987" y="19049"/>
                  </a:moveTo>
                  <a:lnTo>
                    <a:pt x="1976987" y="9001124"/>
                  </a:lnTo>
                </a:path>
                <a:path w="17338040" h="9020175">
                  <a:moveTo>
                    <a:pt x="4704047" y="19049"/>
                  </a:moveTo>
                  <a:lnTo>
                    <a:pt x="4704047" y="9001124"/>
                  </a:lnTo>
                </a:path>
                <a:path w="17338040" h="9020175">
                  <a:moveTo>
                    <a:pt x="7767599" y="19049"/>
                  </a:moveTo>
                  <a:lnTo>
                    <a:pt x="7767599" y="9001124"/>
                  </a:lnTo>
                </a:path>
                <a:path w="17338040" h="9020175">
                  <a:moveTo>
                    <a:pt x="10590800" y="19049"/>
                  </a:moveTo>
                  <a:lnTo>
                    <a:pt x="10590800" y="9001124"/>
                  </a:lnTo>
                </a:path>
                <a:path w="17338040" h="9020175">
                  <a:moveTo>
                    <a:pt x="13582246" y="19049"/>
                  </a:moveTo>
                  <a:lnTo>
                    <a:pt x="13582246" y="9001124"/>
                  </a:lnTo>
                </a:path>
                <a:path w="17338040" h="9020175">
                  <a:moveTo>
                    <a:pt x="17318781" y="19049"/>
                  </a:moveTo>
                  <a:lnTo>
                    <a:pt x="17318781" y="9001124"/>
                  </a:lnTo>
                </a:path>
                <a:path w="17338040" h="9020175">
                  <a:moveTo>
                    <a:pt x="0" y="0"/>
                  </a:moveTo>
                  <a:lnTo>
                    <a:pt x="17337831" y="0"/>
                  </a:lnTo>
                </a:path>
                <a:path w="17338040" h="9020175">
                  <a:moveTo>
                    <a:pt x="0" y="1019174"/>
                  </a:moveTo>
                  <a:lnTo>
                    <a:pt x="17337831" y="1019174"/>
                  </a:lnTo>
                </a:path>
                <a:path w="17338040" h="9020175">
                  <a:moveTo>
                    <a:pt x="0" y="2819399"/>
                  </a:moveTo>
                  <a:lnTo>
                    <a:pt x="17337831" y="2819399"/>
                  </a:lnTo>
                </a:path>
                <a:path w="17338040" h="9020175">
                  <a:moveTo>
                    <a:pt x="0" y="3952874"/>
                  </a:moveTo>
                  <a:lnTo>
                    <a:pt x="17337831" y="3952874"/>
                  </a:lnTo>
                </a:path>
                <a:path w="17338040" h="9020175">
                  <a:moveTo>
                    <a:pt x="0" y="5086349"/>
                  </a:moveTo>
                  <a:lnTo>
                    <a:pt x="17337831" y="5086349"/>
                  </a:lnTo>
                </a:path>
                <a:path w="17338040" h="9020175">
                  <a:moveTo>
                    <a:pt x="0" y="6886574"/>
                  </a:moveTo>
                  <a:lnTo>
                    <a:pt x="17337831" y="6886574"/>
                  </a:lnTo>
                </a:path>
                <a:path w="17338040" h="9020175">
                  <a:moveTo>
                    <a:pt x="0" y="9020174"/>
                  </a:moveTo>
                  <a:lnTo>
                    <a:pt x="17337831" y="902017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71145">
              <a:lnSpc>
                <a:spcPct val="100000"/>
              </a:lnSpc>
              <a:spcBef>
                <a:spcPts val="100"/>
              </a:spcBef>
            </a:pPr>
            <a:r>
              <a:rPr dirty="0" spc="-415"/>
              <a:t>User</a:t>
            </a:r>
            <a:r>
              <a:rPr dirty="0" spc="-500"/>
              <a:t> </a:t>
            </a:r>
            <a:r>
              <a:rPr dirty="0" spc="-280"/>
              <a:t>Journey</a:t>
            </a:r>
            <a:r>
              <a:rPr dirty="0" spc="-495"/>
              <a:t> </a:t>
            </a:r>
            <a:r>
              <a:rPr dirty="0" spc="-385"/>
              <a:t>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28345">
              <a:lnSpc>
                <a:spcPct val="100000"/>
              </a:lnSpc>
              <a:spcBef>
                <a:spcPts val="100"/>
              </a:spcBef>
            </a:pPr>
            <a:r>
              <a:rPr dirty="0" spc="-345"/>
              <a:t>Metrics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6638" y="1424997"/>
            <a:ext cx="171900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40">
                <a:latin typeface="Verdana"/>
                <a:cs typeface="Verdana"/>
              </a:rPr>
              <a:t>A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referral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45">
                <a:latin typeface="Verdana"/>
                <a:cs typeface="Verdana"/>
              </a:rPr>
              <a:t>is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considered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successful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70">
                <a:latin typeface="Verdana"/>
                <a:cs typeface="Verdana"/>
              </a:rPr>
              <a:t>when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110">
                <a:latin typeface="Verdana"/>
                <a:cs typeface="Verdana"/>
              </a:rPr>
              <a:t>a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referee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50">
                <a:latin typeface="Verdana"/>
                <a:cs typeface="Verdana"/>
              </a:rPr>
              <a:t>purchases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25">
                <a:latin typeface="Verdana"/>
                <a:cs typeface="Verdana"/>
              </a:rPr>
              <a:t>its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first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60">
                <a:latin typeface="Verdana"/>
                <a:cs typeface="Verdana"/>
              </a:rPr>
              <a:t>pass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45">
                <a:latin typeface="Verdana"/>
                <a:cs typeface="Verdana"/>
              </a:rPr>
              <a:t>within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30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65">
                <a:latin typeface="Verdana"/>
                <a:cs typeface="Verdana"/>
              </a:rPr>
              <a:t>days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of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45">
                <a:latin typeface="Verdana"/>
                <a:cs typeface="Verdana"/>
              </a:rPr>
              <a:t>accessing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the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referral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link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166475" y="1914254"/>
            <a:ext cx="11957685" cy="1908810"/>
          </a:xfrm>
          <a:prstGeom prst="rect">
            <a:avLst/>
          </a:prstGeom>
          <a:solidFill>
            <a:srgbClr val="5CE1E6"/>
          </a:solidFill>
        </p:spPr>
        <p:txBody>
          <a:bodyPr wrap="square" lIns="0" tIns="1022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05"/>
              </a:spcBef>
            </a:pPr>
            <a:r>
              <a:rPr dirty="0" sz="3000" spc="-300">
                <a:latin typeface="Arial Black"/>
                <a:cs typeface="Arial Black"/>
              </a:rPr>
              <a:t>Key</a:t>
            </a:r>
            <a:r>
              <a:rPr dirty="0" sz="3000" spc="-285">
                <a:latin typeface="Arial Black"/>
                <a:cs typeface="Arial Black"/>
              </a:rPr>
              <a:t> </a:t>
            </a:r>
            <a:r>
              <a:rPr dirty="0" sz="3000" spc="-10">
                <a:latin typeface="Arial Black"/>
                <a:cs typeface="Arial Black"/>
              </a:rPr>
              <a:t>Metric</a:t>
            </a:r>
            <a:endParaRPr sz="3000">
              <a:latin typeface="Arial Black"/>
              <a:cs typeface="Arial Black"/>
            </a:endParaRPr>
          </a:p>
          <a:p>
            <a:pPr marL="316230" marR="877569">
              <a:lnSpc>
                <a:spcPct val="114599"/>
              </a:lnSpc>
              <a:spcBef>
                <a:spcPts val="1145"/>
              </a:spcBef>
            </a:pPr>
            <a:r>
              <a:rPr dirty="0" sz="2400" spc="-35">
                <a:latin typeface="Verdana"/>
                <a:cs typeface="Verdana"/>
              </a:rPr>
              <a:t>Conversion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60">
                <a:latin typeface="Verdana"/>
                <a:cs typeface="Verdana"/>
              </a:rPr>
              <a:t>Rate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670">
                <a:latin typeface="Verdana"/>
                <a:cs typeface="Verdana"/>
              </a:rPr>
              <a:t>=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70">
                <a:latin typeface="Verdana"/>
                <a:cs typeface="Verdana"/>
              </a:rPr>
              <a:t>((No.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of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60">
                <a:latin typeface="Verdana"/>
                <a:cs typeface="Verdana"/>
              </a:rPr>
              <a:t>passes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purchased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50">
                <a:latin typeface="Verdana"/>
                <a:cs typeface="Verdana"/>
              </a:rPr>
              <a:t>through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referral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95">
                <a:latin typeface="Verdana"/>
                <a:cs typeface="Verdana"/>
              </a:rPr>
              <a:t>link)/(#total </a:t>
            </a:r>
            <a:r>
              <a:rPr dirty="0" sz="2400" spc="-30">
                <a:latin typeface="Verdana"/>
                <a:cs typeface="Verdana"/>
              </a:rPr>
              <a:t>referral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70">
                <a:latin typeface="Verdana"/>
                <a:cs typeface="Verdana"/>
              </a:rPr>
              <a:t>link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shared))*100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266065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Other</a:t>
            </a:r>
            <a:r>
              <a:rPr dirty="0" spc="-254"/>
              <a:t> </a:t>
            </a:r>
            <a:r>
              <a:rPr dirty="0" spc="-45"/>
              <a:t>Metrics</a:t>
            </a:r>
          </a:p>
          <a:p>
            <a:pPr marL="12700" marR="311785">
              <a:lnSpc>
                <a:spcPct val="114599"/>
              </a:lnSpc>
              <a:spcBef>
                <a:spcPts val="1500"/>
              </a:spcBef>
            </a:pPr>
            <a:r>
              <a:rPr dirty="0" sz="2400" spc="-20">
                <a:latin typeface="Verdana"/>
                <a:cs typeface="Verdana"/>
              </a:rPr>
              <a:t>Participant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90">
                <a:latin typeface="Verdana"/>
                <a:cs typeface="Verdana"/>
              </a:rPr>
              <a:t>Share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40">
                <a:latin typeface="Verdana"/>
                <a:cs typeface="Verdana"/>
              </a:rPr>
              <a:t>Rate: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145">
                <a:latin typeface="Verdana"/>
                <a:cs typeface="Verdana"/>
              </a:rPr>
              <a:t>It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45">
                <a:latin typeface="Verdana"/>
                <a:cs typeface="Verdana"/>
              </a:rPr>
              <a:t>is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helpful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to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understand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40">
                <a:latin typeface="Verdana"/>
                <a:cs typeface="Verdana"/>
              </a:rPr>
              <a:t>how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motivated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70">
                <a:latin typeface="Verdana"/>
                <a:cs typeface="Verdana"/>
              </a:rPr>
              <a:t>are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active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customers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to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refer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the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product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within </a:t>
            </a:r>
            <a:r>
              <a:rPr dirty="0" sz="2400" spc="-30">
                <a:latin typeface="Verdana"/>
                <a:cs typeface="Verdana"/>
              </a:rPr>
              <a:t>their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circle.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145">
                <a:latin typeface="Verdana"/>
                <a:cs typeface="Verdana"/>
              </a:rPr>
              <a:t>It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45">
                <a:latin typeface="Verdana"/>
                <a:cs typeface="Verdana"/>
              </a:rPr>
              <a:t>is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crucial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to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boost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this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metric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90">
                <a:latin typeface="Verdana"/>
                <a:cs typeface="Verdana"/>
              </a:rPr>
              <a:t>as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referral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45">
                <a:latin typeface="Verdana"/>
                <a:cs typeface="Verdana"/>
              </a:rPr>
              <a:t>is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110">
                <a:latin typeface="Verdana"/>
                <a:cs typeface="Verdana"/>
              </a:rPr>
              <a:t>a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60">
                <a:latin typeface="Verdana"/>
                <a:cs typeface="Verdana"/>
              </a:rPr>
              <a:t>very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effective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90">
                <a:latin typeface="Verdana"/>
                <a:cs typeface="Verdana"/>
              </a:rPr>
              <a:t>way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of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70">
                <a:latin typeface="Verdana"/>
                <a:cs typeface="Verdana"/>
              </a:rPr>
              <a:t>generating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leads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2400">
              <a:latin typeface="Verdana"/>
              <a:cs typeface="Verdana"/>
            </a:endParaRPr>
          </a:p>
          <a:p>
            <a:pPr marL="2931160">
              <a:lnSpc>
                <a:spcPct val="100000"/>
              </a:lnSpc>
            </a:pPr>
            <a:r>
              <a:rPr dirty="0" sz="2400" spc="-140"/>
              <a:t>Participation</a:t>
            </a:r>
            <a:r>
              <a:rPr dirty="0" sz="2400" spc="-195"/>
              <a:t> </a:t>
            </a:r>
            <a:r>
              <a:rPr dirty="0" sz="2400" spc="-175"/>
              <a:t>Share</a:t>
            </a:r>
            <a:r>
              <a:rPr dirty="0" sz="2400" spc="-190"/>
              <a:t> </a:t>
            </a:r>
            <a:r>
              <a:rPr dirty="0" sz="2400" spc="-204"/>
              <a:t>Rate</a:t>
            </a:r>
            <a:r>
              <a:rPr dirty="0" sz="2400" spc="-195"/>
              <a:t> </a:t>
            </a:r>
            <a:r>
              <a:rPr dirty="0" sz="2400" spc="-270"/>
              <a:t>=</a:t>
            </a:r>
            <a:r>
              <a:rPr dirty="0" sz="2400" spc="-190"/>
              <a:t> </a:t>
            </a:r>
            <a:r>
              <a:rPr dirty="0" sz="2400" spc="-130"/>
              <a:t>(No.</a:t>
            </a:r>
            <a:r>
              <a:rPr dirty="0" sz="2400" spc="-195"/>
              <a:t> </a:t>
            </a:r>
            <a:r>
              <a:rPr dirty="0" sz="2400" spc="-70"/>
              <a:t>of</a:t>
            </a:r>
            <a:r>
              <a:rPr dirty="0" sz="2400" spc="-190"/>
              <a:t> </a:t>
            </a:r>
            <a:r>
              <a:rPr dirty="0" sz="2400" spc="-195"/>
              <a:t>users</a:t>
            </a:r>
            <a:r>
              <a:rPr dirty="0" sz="2400" spc="-190"/>
              <a:t> </a:t>
            </a:r>
            <a:r>
              <a:rPr dirty="0" sz="2400" spc="-105"/>
              <a:t>referring)/(Total</a:t>
            </a:r>
            <a:r>
              <a:rPr dirty="0" sz="2400" spc="-195"/>
              <a:t> </a:t>
            </a:r>
            <a:r>
              <a:rPr dirty="0" sz="2400" spc="-120"/>
              <a:t>no.</a:t>
            </a:r>
            <a:r>
              <a:rPr dirty="0" sz="2400" spc="-190"/>
              <a:t> </a:t>
            </a:r>
            <a:r>
              <a:rPr dirty="0" sz="2400" spc="-70"/>
              <a:t>of</a:t>
            </a:r>
            <a:r>
              <a:rPr dirty="0" sz="2400" spc="-195"/>
              <a:t> </a:t>
            </a:r>
            <a:r>
              <a:rPr dirty="0" sz="2400" spc="-10"/>
              <a:t>users)</a:t>
            </a:r>
            <a:endParaRPr sz="2400"/>
          </a:p>
          <a:p>
            <a:pPr marL="12700" marR="970915">
              <a:lnSpc>
                <a:spcPct val="114599"/>
              </a:lnSpc>
              <a:spcBef>
                <a:spcPts val="3300"/>
              </a:spcBef>
            </a:pPr>
            <a:r>
              <a:rPr dirty="0" sz="2400" spc="-45">
                <a:latin typeface="Verdana"/>
                <a:cs typeface="Verdana"/>
              </a:rPr>
              <a:t>Referral</a:t>
            </a:r>
            <a:r>
              <a:rPr dirty="0" sz="2400" spc="-235">
                <a:latin typeface="Verdana"/>
                <a:cs typeface="Verdana"/>
              </a:rPr>
              <a:t> </a:t>
            </a:r>
            <a:r>
              <a:rPr dirty="0" sz="2400" spc="-40">
                <a:latin typeface="Verdana"/>
                <a:cs typeface="Verdana"/>
              </a:rPr>
              <a:t>Click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140">
                <a:latin typeface="Verdana"/>
                <a:cs typeface="Verdana"/>
              </a:rPr>
              <a:t>rate: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145">
                <a:latin typeface="Verdana"/>
                <a:cs typeface="Verdana"/>
              </a:rPr>
              <a:t>It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will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help</a:t>
            </a:r>
            <a:r>
              <a:rPr dirty="0" sz="2400" spc="-235">
                <a:latin typeface="Verdana"/>
                <a:cs typeface="Verdana"/>
              </a:rPr>
              <a:t> </a:t>
            </a:r>
            <a:r>
              <a:rPr dirty="0" sz="2400" spc="-75">
                <a:latin typeface="Verdana"/>
                <a:cs typeface="Verdana"/>
              </a:rPr>
              <a:t>us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125">
                <a:latin typeface="Verdana"/>
                <a:cs typeface="Verdana"/>
              </a:rPr>
              <a:t>gauge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if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the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referral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70">
                <a:latin typeface="Verdana"/>
                <a:cs typeface="Verdana"/>
              </a:rPr>
              <a:t>link</a:t>
            </a:r>
            <a:r>
              <a:rPr dirty="0" sz="2400" spc="-235">
                <a:latin typeface="Verdana"/>
                <a:cs typeface="Verdana"/>
              </a:rPr>
              <a:t> </a:t>
            </a:r>
            <a:r>
              <a:rPr dirty="0" sz="2400" spc="-45">
                <a:latin typeface="Verdana"/>
                <a:cs typeface="Verdana"/>
              </a:rPr>
              <a:t>is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60">
                <a:latin typeface="Verdana"/>
                <a:cs typeface="Verdana"/>
              </a:rPr>
              <a:t>appealing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to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the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75">
                <a:latin typeface="Verdana"/>
                <a:cs typeface="Verdana"/>
              </a:rPr>
              <a:t>new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105">
                <a:latin typeface="Verdana"/>
                <a:cs typeface="Verdana"/>
              </a:rPr>
              <a:t>user.</a:t>
            </a:r>
            <a:r>
              <a:rPr dirty="0" sz="2400" spc="-235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Also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it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will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be</a:t>
            </a:r>
            <a:r>
              <a:rPr dirty="0" sz="2400" spc="-229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helpful</a:t>
            </a:r>
            <a:r>
              <a:rPr dirty="0" sz="2400" spc="-235">
                <a:latin typeface="Verdana"/>
                <a:cs typeface="Verdana"/>
              </a:rPr>
              <a:t> </a:t>
            </a:r>
            <a:r>
              <a:rPr dirty="0" sz="2400" spc="-25">
                <a:latin typeface="Verdana"/>
                <a:cs typeface="Verdana"/>
              </a:rPr>
              <a:t>to </a:t>
            </a:r>
            <a:r>
              <a:rPr dirty="0" sz="2400" spc="-20">
                <a:latin typeface="Verdana"/>
                <a:cs typeface="Verdana"/>
              </a:rPr>
              <a:t>identify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which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channel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45">
                <a:latin typeface="Verdana"/>
                <a:cs typeface="Verdana"/>
              </a:rPr>
              <a:t>is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55">
                <a:latin typeface="Verdana"/>
                <a:cs typeface="Verdana"/>
              </a:rPr>
              <a:t>more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effective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40">
                <a:latin typeface="Verdana"/>
                <a:cs typeface="Verdana"/>
              </a:rPr>
              <a:t>in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65">
                <a:latin typeface="Verdana"/>
                <a:cs typeface="Verdana"/>
              </a:rPr>
              <a:t>terms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of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70">
                <a:latin typeface="Verdana"/>
                <a:cs typeface="Verdana"/>
              </a:rPr>
              <a:t>getting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110">
                <a:latin typeface="Verdana"/>
                <a:cs typeface="Verdana"/>
              </a:rPr>
              <a:t>a</a:t>
            </a:r>
            <a:r>
              <a:rPr dirty="0" sz="2400" spc="-225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conversion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2400">
              <a:latin typeface="Verdana"/>
              <a:cs typeface="Verdana"/>
            </a:endParaRPr>
          </a:p>
          <a:p>
            <a:pPr marL="2736215">
              <a:lnSpc>
                <a:spcPct val="100000"/>
              </a:lnSpc>
            </a:pPr>
            <a:r>
              <a:rPr dirty="0" sz="2400" spc="-140"/>
              <a:t>Referral</a:t>
            </a:r>
            <a:r>
              <a:rPr dirty="0" sz="2400" spc="-210"/>
              <a:t> </a:t>
            </a:r>
            <a:r>
              <a:rPr dirty="0" sz="2400" spc="-195"/>
              <a:t>Click </a:t>
            </a:r>
            <a:r>
              <a:rPr dirty="0" sz="2400" spc="-204"/>
              <a:t>Rate</a:t>
            </a:r>
            <a:r>
              <a:rPr dirty="0" sz="2400" spc="-195"/>
              <a:t> </a:t>
            </a:r>
            <a:r>
              <a:rPr dirty="0" sz="2400" spc="-270"/>
              <a:t>=</a:t>
            </a:r>
            <a:r>
              <a:rPr dirty="0" sz="2400" spc="-195"/>
              <a:t> </a:t>
            </a:r>
            <a:r>
              <a:rPr dirty="0" sz="2400" spc="-130"/>
              <a:t>(No.</a:t>
            </a:r>
            <a:r>
              <a:rPr dirty="0" sz="2400" spc="-195"/>
              <a:t> </a:t>
            </a:r>
            <a:r>
              <a:rPr dirty="0" sz="2400" spc="-70"/>
              <a:t>of</a:t>
            </a:r>
            <a:r>
              <a:rPr dirty="0" sz="2400" spc="-195"/>
              <a:t> </a:t>
            </a:r>
            <a:r>
              <a:rPr dirty="0" sz="2400" spc="-114"/>
              <a:t>referral</a:t>
            </a:r>
            <a:r>
              <a:rPr dirty="0" sz="2400" spc="-195"/>
              <a:t> </a:t>
            </a:r>
            <a:r>
              <a:rPr dirty="0" sz="2400" spc="-185"/>
              <a:t>links</a:t>
            </a:r>
            <a:r>
              <a:rPr dirty="0" sz="2400" spc="-195"/>
              <a:t> </a:t>
            </a:r>
            <a:r>
              <a:rPr dirty="0" sz="2400" spc="-135"/>
              <a:t>clicked)/(Total</a:t>
            </a:r>
            <a:r>
              <a:rPr dirty="0" sz="2400" spc="-195"/>
              <a:t> </a:t>
            </a:r>
            <a:r>
              <a:rPr dirty="0" sz="2400" spc="-120"/>
              <a:t>no.</a:t>
            </a:r>
            <a:r>
              <a:rPr dirty="0" sz="2400" spc="-195"/>
              <a:t> </a:t>
            </a:r>
            <a:r>
              <a:rPr dirty="0" sz="2400" spc="-70"/>
              <a:t>of</a:t>
            </a:r>
            <a:r>
              <a:rPr dirty="0" sz="2400" spc="-195"/>
              <a:t> </a:t>
            </a:r>
            <a:r>
              <a:rPr dirty="0" sz="2400" spc="-130"/>
              <a:t>referrals</a:t>
            </a:r>
            <a:r>
              <a:rPr dirty="0" sz="2400" spc="-195"/>
              <a:t> </a:t>
            </a:r>
            <a:r>
              <a:rPr dirty="0" sz="2400" spc="-10"/>
              <a:t>sent)</a:t>
            </a:r>
            <a:endParaRPr sz="2400"/>
          </a:p>
          <a:p>
            <a:pPr marL="12700" marR="5080">
              <a:lnSpc>
                <a:spcPct val="114599"/>
              </a:lnSpc>
              <a:spcBef>
                <a:spcPts val="3300"/>
              </a:spcBef>
            </a:pPr>
            <a:r>
              <a:rPr dirty="0" sz="2400" spc="-45">
                <a:latin typeface="Verdana"/>
                <a:cs typeface="Verdana"/>
              </a:rPr>
              <a:t>Referral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25">
                <a:latin typeface="Verdana"/>
                <a:cs typeface="Verdana"/>
              </a:rPr>
              <a:t>Revenue: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45">
                <a:latin typeface="Verdana"/>
                <a:cs typeface="Verdana"/>
              </a:rPr>
              <a:t>It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45">
                <a:latin typeface="Verdana"/>
                <a:cs typeface="Verdana"/>
              </a:rPr>
              <a:t>is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80">
                <a:latin typeface="Verdana"/>
                <a:cs typeface="Verdana"/>
              </a:rPr>
              <a:t>an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important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metric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to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125">
                <a:latin typeface="Verdana"/>
                <a:cs typeface="Verdana"/>
              </a:rPr>
              <a:t>gauge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if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the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product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45">
                <a:latin typeface="Verdana"/>
                <a:cs typeface="Verdana"/>
              </a:rPr>
              <a:t>is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able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to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50">
                <a:latin typeface="Verdana"/>
                <a:cs typeface="Verdana"/>
              </a:rPr>
              <a:t>reap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benefits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of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35">
                <a:latin typeface="Verdana"/>
                <a:cs typeface="Verdana"/>
              </a:rPr>
              <a:t>the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50">
                <a:latin typeface="Verdana"/>
                <a:cs typeface="Verdana"/>
              </a:rPr>
              <a:t>investment</a:t>
            </a:r>
            <a:r>
              <a:rPr dirty="0" sz="2400" spc="-210">
                <a:latin typeface="Verdana"/>
                <a:cs typeface="Verdana"/>
              </a:rPr>
              <a:t> </a:t>
            </a:r>
            <a:r>
              <a:rPr dirty="0" sz="2400" spc="-20">
                <a:latin typeface="Verdana"/>
                <a:cs typeface="Verdana"/>
              </a:rPr>
              <a:t>done</a:t>
            </a:r>
            <a:r>
              <a:rPr dirty="0" sz="2400" spc="-215">
                <a:latin typeface="Verdana"/>
                <a:cs typeface="Verdana"/>
              </a:rPr>
              <a:t> </a:t>
            </a:r>
            <a:r>
              <a:rPr dirty="0" sz="2400" spc="-25">
                <a:latin typeface="Verdana"/>
                <a:cs typeface="Verdana"/>
              </a:rPr>
              <a:t>to </a:t>
            </a:r>
            <a:r>
              <a:rPr dirty="0" sz="2400" spc="-35">
                <a:latin typeface="Verdana"/>
                <a:cs typeface="Verdana"/>
              </a:rPr>
              <a:t>enable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110">
                <a:latin typeface="Verdana"/>
                <a:cs typeface="Verdana"/>
              </a:rPr>
              <a:t>a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30">
                <a:latin typeface="Verdana"/>
                <a:cs typeface="Verdana"/>
              </a:rPr>
              <a:t>referral</a:t>
            </a:r>
            <a:r>
              <a:rPr dirty="0" sz="2400" spc="-220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program</a:t>
            </a:r>
            <a:endParaRPr sz="2400">
              <a:latin typeface="Verdana"/>
              <a:cs typeface="Verdana"/>
            </a:endParaRPr>
          </a:p>
          <a:p>
            <a:pPr marL="2736215">
              <a:lnSpc>
                <a:spcPct val="100000"/>
              </a:lnSpc>
              <a:spcBef>
                <a:spcPts val="420"/>
              </a:spcBef>
            </a:pPr>
            <a:r>
              <a:rPr dirty="0" sz="2400" spc="-140"/>
              <a:t>Referral</a:t>
            </a:r>
            <a:r>
              <a:rPr dirty="0" sz="2400" spc="-210"/>
              <a:t> </a:t>
            </a:r>
            <a:r>
              <a:rPr dirty="0" sz="2400" spc="-170"/>
              <a:t>Revenue</a:t>
            </a:r>
            <a:r>
              <a:rPr dirty="0" sz="2400" spc="-204"/>
              <a:t> </a:t>
            </a:r>
            <a:r>
              <a:rPr dirty="0" sz="2400" spc="-270"/>
              <a:t>=</a:t>
            </a:r>
            <a:r>
              <a:rPr dirty="0" sz="2400" spc="-204"/>
              <a:t> </a:t>
            </a:r>
            <a:r>
              <a:rPr dirty="0" sz="2400" spc="-170"/>
              <a:t>Total</a:t>
            </a:r>
            <a:r>
              <a:rPr dirty="0" sz="2400" spc="-210"/>
              <a:t> </a:t>
            </a:r>
            <a:r>
              <a:rPr dirty="0" sz="2400" spc="-170"/>
              <a:t>Revenue</a:t>
            </a:r>
            <a:r>
              <a:rPr dirty="0" sz="2400" spc="-204"/>
              <a:t> </a:t>
            </a:r>
            <a:r>
              <a:rPr dirty="0" sz="2400" spc="-90"/>
              <a:t>from</a:t>
            </a:r>
            <a:r>
              <a:rPr dirty="0" sz="2400" spc="-204"/>
              <a:t> </a:t>
            </a:r>
            <a:r>
              <a:rPr dirty="0" sz="2400" spc="-114"/>
              <a:t>referral</a:t>
            </a:r>
            <a:r>
              <a:rPr dirty="0" sz="2400" spc="-210"/>
              <a:t> </a:t>
            </a:r>
            <a:r>
              <a:rPr dirty="0" sz="2400" spc="120"/>
              <a:t>-</a:t>
            </a:r>
            <a:r>
              <a:rPr dirty="0" sz="2400" spc="390"/>
              <a:t> </a:t>
            </a:r>
            <a:r>
              <a:rPr dirty="0" sz="2400" spc="-170"/>
              <a:t>Cost</a:t>
            </a:r>
            <a:r>
              <a:rPr dirty="0" sz="2400" spc="-204"/>
              <a:t> </a:t>
            </a:r>
            <a:r>
              <a:rPr dirty="0" sz="2400" spc="-70"/>
              <a:t>of</a:t>
            </a:r>
            <a:r>
              <a:rPr dirty="0" sz="2400" spc="-210"/>
              <a:t> </a:t>
            </a:r>
            <a:r>
              <a:rPr dirty="0" sz="2400" spc="-155"/>
              <a:t>acquiring</a:t>
            </a:r>
            <a:r>
              <a:rPr dirty="0" sz="2400" spc="-204"/>
              <a:t> </a:t>
            </a:r>
            <a:r>
              <a:rPr dirty="0" sz="2400" spc="-10"/>
              <a:t>referrals</a:t>
            </a:r>
            <a:endParaRPr sz="2400"/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794" y="4914506"/>
            <a:ext cx="104775" cy="1047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794" y="7010006"/>
            <a:ext cx="104775" cy="1047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794" y="9105506"/>
            <a:ext cx="104775" cy="1047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63019" y="2766030"/>
            <a:ext cx="0" cy="6492240"/>
          </a:xfrm>
          <a:custGeom>
            <a:avLst/>
            <a:gdLst/>
            <a:ahLst/>
            <a:cxnLst/>
            <a:rect l="l" t="t" r="r" b="b"/>
            <a:pathLst>
              <a:path w="0" h="6492240">
                <a:moveTo>
                  <a:pt x="0" y="6492239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401243" y="2852542"/>
            <a:ext cx="6547484" cy="7225030"/>
            <a:chOff x="1401243" y="2852542"/>
            <a:chExt cx="6547484" cy="7225030"/>
          </a:xfrm>
        </p:grpSpPr>
        <p:sp>
          <p:nvSpPr>
            <p:cNvPr id="4" name="object 4" descr=""/>
            <p:cNvSpPr/>
            <p:nvPr/>
          </p:nvSpPr>
          <p:spPr>
            <a:xfrm>
              <a:off x="1401243" y="2852542"/>
              <a:ext cx="6547484" cy="7225030"/>
            </a:xfrm>
            <a:custGeom>
              <a:avLst/>
              <a:gdLst/>
              <a:ahLst/>
              <a:cxnLst/>
              <a:rect l="l" t="t" r="r" b="b"/>
              <a:pathLst>
                <a:path w="6547484" h="7225030">
                  <a:moveTo>
                    <a:pt x="6547153" y="7224908"/>
                  </a:moveTo>
                  <a:lnTo>
                    <a:pt x="0" y="7224908"/>
                  </a:lnTo>
                  <a:lnTo>
                    <a:pt x="0" y="0"/>
                  </a:lnTo>
                  <a:lnTo>
                    <a:pt x="6547153" y="0"/>
                  </a:lnTo>
                  <a:lnTo>
                    <a:pt x="6547153" y="7224908"/>
                  </a:lnTo>
                  <a:close/>
                </a:path>
              </a:pathLst>
            </a:custGeom>
            <a:solidFill>
              <a:srgbClr val="5CE1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1743" y="3197224"/>
              <a:ext cx="85725" cy="8572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1743" y="4254499"/>
              <a:ext cx="85725" cy="8572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1743" y="5664199"/>
              <a:ext cx="85725" cy="857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1743" y="7073899"/>
              <a:ext cx="85725" cy="8572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1743" y="8836024"/>
              <a:ext cx="85725" cy="8572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14984">
              <a:lnSpc>
                <a:spcPct val="100000"/>
              </a:lnSpc>
              <a:spcBef>
                <a:spcPts val="100"/>
              </a:spcBef>
            </a:pPr>
            <a:r>
              <a:rPr dirty="0" spc="-330"/>
              <a:t>Observations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2502971" y="1523876"/>
            <a:ext cx="255206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235">
                <a:latin typeface="Arial Black"/>
                <a:cs typeface="Arial Black"/>
              </a:rPr>
              <a:t>Highlights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01243" y="2852542"/>
            <a:ext cx="6547484" cy="7225030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 marL="431165" marR="959485">
              <a:lnSpc>
                <a:spcPct val="115599"/>
              </a:lnSpc>
              <a:spcBef>
                <a:spcPts val="1315"/>
              </a:spcBef>
            </a:pPr>
            <a:r>
              <a:rPr dirty="0" sz="2000" spc="-10">
                <a:latin typeface="Verdana"/>
                <a:cs typeface="Verdana"/>
              </a:rPr>
              <a:t>Cult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Fit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clearly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50">
                <a:latin typeface="Verdana"/>
                <a:cs typeface="Verdana"/>
              </a:rPr>
              <a:t>highlights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that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it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65">
                <a:latin typeface="Verdana"/>
                <a:cs typeface="Verdana"/>
              </a:rPr>
              <a:t>has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105">
                <a:latin typeface="Verdana"/>
                <a:cs typeface="Verdana"/>
              </a:rPr>
              <a:t>a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two- </a:t>
            </a:r>
            <a:r>
              <a:rPr dirty="0" sz="2000" spc="-25">
                <a:latin typeface="Verdana"/>
                <a:cs typeface="Verdana"/>
              </a:rPr>
              <a:t>sided</a:t>
            </a:r>
            <a:r>
              <a:rPr dirty="0" sz="2000" spc="-155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referral</a:t>
            </a:r>
            <a:r>
              <a:rPr dirty="0" sz="2000" spc="-15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program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2000">
              <a:latin typeface="Verdana"/>
              <a:cs typeface="Verdana"/>
            </a:endParaRPr>
          </a:p>
          <a:p>
            <a:pPr marL="431165" marR="849630">
              <a:lnSpc>
                <a:spcPct val="115599"/>
              </a:lnSpc>
              <a:spcBef>
                <a:spcPts val="5"/>
              </a:spcBef>
            </a:pPr>
            <a:r>
              <a:rPr dirty="0" sz="2000" spc="-114">
                <a:latin typeface="Verdana"/>
                <a:cs typeface="Verdana"/>
              </a:rPr>
              <a:t>It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clearly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outlines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how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the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referral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program </a:t>
            </a:r>
            <a:r>
              <a:rPr dirty="0" sz="2000" spc="-20">
                <a:latin typeface="Verdana"/>
                <a:cs typeface="Verdana"/>
              </a:rPr>
              <a:t>will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85">
                <a:latin typeface="Verdana"/>
                <a:cs typeface="Verdana"/>
              </a:rPr>
              <a:t>work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for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both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60">
                <a:latin typeface="Verdana"/>
                <a:cs typeface="Verdana"/>
              </a:rPr>
              <a:t>stakeholders,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130">
                <a:latin typeface="Verdana"/>
                <a:cs typeface="Verdana"/>
              </a:rPr>
              <a:t>i.e.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395">
                <a:latin typeface="Verdana"/>
                <a:cs typeface="Verdana"/>
              </a:rPr>
              <a:t>: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the </a:t>
            </a:r>
            <a:r>
              <a:rPr dirty="0" sz="2000" spc="-35">
                <a:latin typeface="Verdana"/>
                <a:cs typeface="Verdana"/>
              </a:rPr>
              <a:t>referrer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45">
                <a:latin typeface="Verdana"/>
                <a:cs typeface="Verdana"/>
              </a:rPr>
              <a:t>and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the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referee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2000">
              <a:latin typeface="Verdana"/>
              <a:cs typeface="Verdana"/>
            </a:endParaRPr>
          </a:p>
          <a:p>
            <a:pPr marL="431165" marR="861060">
              <a:lnSpc>
                <a:spcPct val="115599"/>
              </a:lnSpc>
              <a:spcBef>
                <a:spcPts val="5"/>
              </a:spcBef>
            </a:pPr>
            <a:r>
              <a:rPr dirty="0" sz="2000" spc="-40">
                <a:latin typeface="Verdana"/>
                <a:cs typeface="Verdana"/>
              </a:rPr>
              <a:t>To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avoid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70">
                <a:latin typeface="Verdana"/>
                <a:cs typeface="Verdana"/>
              </a:rPr>
              <a:t>any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75">
                <a:latin typeface="Verdana"/>
                <a:cs typeface="Verdana"/>
              </a:rPr>
              <a:t>ambiguity,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they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65">
                <a:latin typeface="Verdana"/>
                <a:cs typeface="Verdana"/>
              </a:rPr>
              <a:t>have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outlined </a:t>
            </a:r>
            <a:r>
              <a:rPr dirty="0" sz="2000" spc="-20">
                <a:latin typeface="Verdana"/>
                <a:cs typeface="Verdana"/>
              </a:rPr>
              <a:t>all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possible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40">
                <a:latin typeface="Verdana"/>
                <a:cs typeface="Verdana"/>
              </a:rPr>
              <a:t>queries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that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105">
                <a:latin typeface="Verdana"/>
                <a:cs typeface="Verdana"/>
              </a:rPr>
              <a:t>a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referrer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might </a:t>
            </a:r>
            <a:r>
              <a:rPr dirty="0" sz="2000" spc="-65">
                <a:latin typeface="Verdana"/>
                <a:cs typeface="Verdana"/>
              </a:rPr>
              <a:t>have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45">
                <a:latin typeface="Verdana"/>
                <a:cs typeface="Verdana"/>
              </a:rPr>
              <a:t>and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provided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clear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answers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2000">
              <a:latin typeface="Verdana"/>
              <a:cs typeface="Verdana"/>
            </a:endParaRPr>
          </a:p>
          <a:p>
            <a:pPr marL="431165" marR="759460">
              <a:lnSpc>
                <a:spcPct val="115599"/>
              </a:lnSpc>
              <a:spcBef>
                <a:spcPts val="5"/>
              </a:spcBef>
            </a:pPr>
            <a:r>
              <a:rPr dirty="0" sz="2000" spc="-10">
                <a:latin typeface="Verdana"/>
                <a:cs typeface="Verdana"/>
              </a:rPr>
              <a:t>Cult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fit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40">
                <a:latin typeface="Verdana"/>
                <a:cs typeface="Verdana"/>
              </a:rPr>
              <a:t>is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55">
                <a:latin typeface="Verdana"/>
                <a:cs typeface="Verdana"/>
              </a:rPr>
              <a:t>very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particular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about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the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65">
                <a:latin typeface="Verdana"/>
                <a:cs typeface="Verdana"/>
              </a:rPr>
              <a:t>kind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of </a:t>
            </a:r>
            <a:r>
              <a:rPr dirty="0" sz="2000" spc="-55">
                <a:latin typeface="Verdana"/>
                <a:cs typeface="Verdana"/>
              </a:rPr>
              <a:t>users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who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should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be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30">
                <a:latin typeface="Verdana"/>
                <a:cs typeface="Verdana"/>
              </a:rPr>
              <a:t>entrusted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with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referral </a:t>
            </a:r>
            <a:r>
              <a:rPr dirty="0" sz="2000" spc="-45">
                <a:latin typeface="Verdana"/>
                <a:cs typeface="Verdana"/>
              </a:rPr>
              <a:t>and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hence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they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65">
                <a:latin typeface="Verdana"/>
                <a:cs typeface="Verdana"/>
              </a:rPr>
              <a:t>have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70">
                <a:latin typeface="Verdana"/>
                <a:cs typeface="Verdana"/>
              </a:rPr>
              <a:t>made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the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option </a:t>
            </a:r>
            <a:r>
              <a:rPr dirty="0" sz="2000" spc="-25">
                <a:latin typeface="Verdana"/>
                <a:cs typeface="Verdana"/>
              </a:rPr>
              <a:t>limited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to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65">
                <a:latin typeface="Verdana"/>
                <a:cs typeface="Verdana"/>
              </a:rPr>
              <a:t>regular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users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2000">
              <a:latin typeface="Verdana"/>
              <a:cs typeface="Verdana"/>
            </a:endParaRPr>
          </a:p>
          <a:p>
            <a:pPr marL="431165" marR="829944">
              <a:lnSpc>
                <a:spcPct val="115599"/>
              </a:lnSpc>
              <a:spcBef>
                <a:spcPts val="5"/>
              </a:spcBef>
            </a:pPr>
            <a:r>
              <a:rPr dirty="0" sz="2000" spc="-25">
                <a:latin typeface="Verdana"/>
                <a:cs typeface="Verdana"/>
              </a:rPr>
              <a:t>For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sz="2000" spc="-60">
                <a:latin typeface="Verdana"/>
                <a:cs typeface="Verdana"/>
              </a:rPr>
              <a:t>referee,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they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40">
                <a:latin typeface="Verdana"/>
                <a:cs typeface="Verdana"/>
              </a:rPr>
              <a:t>mention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who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65">
                <a:latin typeface="Verdana"/>
                <a:cs typeface="Verdana"/>
              </a:rPr>
              <a:t>has</a:t>
            </a:r>
            <a:r>
              <a:rPr dirty="0" sz="2000" spc="-18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referred </a:t>
            </a:r>
            <a:r>
              <a:rPr dirty="0" sz="2000" spc="-50">
                <a:latin typeface="Verdana"/>
                <a:cs typeface="Verdana"/>
              </a:rPr>
              <a:t>them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45">
                <a:latin typeface="Verdana"/>
                <a:cs typeface="Verdana"/>
              </a:rPr>
              <a:t>and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60">
                <a:latin typeface="Verdana"/>
                <a:cs typeface="Verdana"/>
              </a:rPr>
              <a:t>shares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the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incentive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immediately </a:t>
            </a:r>
            <a:r>
              <a:rPr dirty="0" sz="2000" spc="-45">
                <a:latin typeface="Verdana"/>
                <a:cs typeface="Verdana"/>
              </a:rPr>
              <a:t>and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30">
                <a:latin typeface="Verdana"/>
                <a:cs typeface="Verdana"/>
              </a:rPr>
              <a:t>tries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to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40">
                <a:latin typeface="Verdana"/>
                <a:cs typeface="Verdana"/>
              </a:rPr>
              <a:t>increase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35">
                <a:latin typeface="Verdana"/>
                <a:cs typeface="Verdana"/>
              </a:rPr>
              <a:t>bonding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40">
                <a:latin typeface="Verdana"/>
                <a:cs typeface="Verdana"/>
              </a:rPr>
              <a:t>between</a:t>
            </a:r>
            <a:r>
              <a:rPr dirty="0" sz="2000" spc="-17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the two</a:t>
            </a:r>
            <a:r>
              <a:rPr dirty="0" sz="2000" spc="-19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stakeholders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141848" y="1523876"/>
            <a:ext cx="367284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220">
                <a:latin typeface="Arial Black"/>
                <a:cs typeface="Arial Black"/>
              </a:rPr>
              <a:t>Improvements</a:t>
            </a:r>
            <a:endParaRPr sz="4000">
              <a:latin typeface="Arial Black"/>
              <a:cs typeface="Arial Black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0712146" y="2852541"/>
            <a:ext cx="6547484" cy="6982459"/>
            <a:chOff x="10712146" y="2852541"/>
            <a:chExt cx="6547484" cy="6982459"/>
          </a:xfrm>
        </p:grpSpPr>
        <p:sp>
          <p:nvSpPr>
            <p:cNvPr id="15" name="object 15" descr=""/>
            <p:cNvSpPr/>
            <p:nvPr/>
          </p:nvSpPr>
          <p:spPr>
            <a:xfrm>
              <a:off x="10712146" y="2852541"/>
              <a:ext cx="6547484" cy="6982459"/>
            </a:xfrm>
            <a:custGeom>
              <a:avLst/>
              <a:gdLst/>
              <a:ahLst/>
              <a:cxnLst/>
              <a:rect l="l" t="t" r="r" b="b"/>
              <a:pathLst>
                <a:path w="6547484" h="6982459">
                  <a:moveTo>
                    <a:pt x="6547153" y="6981924"/>
                  </a:moveTo>
                  <a:lnTo>
                    <a:pt x="0" y="6981924"/>
                  </a:lnTo>
                  <a:lnTo>
                    <a:pt x="0" y="0"/>
                  </a:lnTo>
                  <a:lnTo>
                    <a:pt x="6547153" y="0"/>
                  </a:lnTo>
                  <a:lnTo>
                    <a:pt x="6547153" y="6981924"/>
                  </a:lnTo>
                  <a:close/>
                </a:path>
              </a:pathLst>
            </a:custGeom>
            <a:solidFill>
              <a:srgbClr val="5CE1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75189" y="3373437"/>
              <a:ext cx="85725" cy="8572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75189" y="5135562"/>
              <a:ext cx="85725" cy="8572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75189" y="6897687"/>
              <a:ext cx="85725" cy="8572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75189" y="8307387"/>
              <a:ext cx="85725" cy="85724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508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</a:p>
          <a:p>
            <a:pPr marL="803910" marR="728345">
              <a:lnSpc>
                <a:spcPct val="115599"/>
              </a:lnSpc>
            </a:pPr>
            <a:r>
              <a:rPr dirty="0" spc="-30"/>
              <a:t>On</a:t>
            </a:r>
            <a:r>
              <a:rPr dirty="0" spc="-185"/>
              <a:t> </a:t>
            </a:r>
            <a:r>
              <a:rPr dirty="0" spc="-25"/>
              <a:t>the</a:t>
            </a:r>
            <a:r>
              <a:rPr dirty="0" spc="-185"/>
              <a:t> </a:t>
            </a:r>
            <a:r>
              <a:rPr dirty="0" spc="-35"/>
              <a:t>referrer</a:t>
            </a:r>
            <a:r>
              <a:rPr dirty="0" spc="-185"/>
              <a:t> </a:t>
            </a:r>
            <a:r>
              <a:rPr dirty="0" spc="-65"/>
              <a:t>side,</a:t>
            </a:r>
            <a:r>
              <a:rPr dirty="0" spc="-180"/>
              <a:t> </a:t>
            </a:r>
            <a:r>
              <a:rPr dirty="0" spc="-35"/>
              <a:t>they</a:t>
            </a:r>
            <a:r>
              <a:rPr dirty="0" spc="-185"/>
              <a:t> </a:t>
            </a:r>
            <a:r>
              <a:rPr dirty="0" spc="-25"/>
              <a:t>can</a:t>
            </a:r>
            <a:r>
              <a:rPr dirty="0" spc="-185"/>
              <a:t> </a:t>
            </a:r>
            <a:r>
              <a:rPr dirty="0" spc="-30"/>
              <a:t>display</a:t>
            </a:r>
            <a:r>
              <a:rPr dirty="0" spc="-180"/>
              <a:t> </a:t>
            </a:r>
            <a:r>
              <a:rPr dirty="0" spc="-25"/>
              <a:t>the </a:t>
            </a:r>
            <a:r>
              <a:rPr dirty="0" spc="-55"/>
              <a:t>reward</a:t>
            </a:r>
            <a:r>
              <a:rPr dirty="0" spc="-185"/>
              <a:t> </a:t>
            </a:r>
            <a:r>
              <a:rPr dirty="0" spc="-25"/>
              <a:t>which</a:t>
            </a:r>
            <a:r>
              <a:rPr dirty="0" spc="-180"/>
              <a:t> </a:t>
            </a:r>
            <a:r>
              <a:rPr dirty="0" spc="-40"/>
              <a:t>is</a:t>
            </a:r>
            <a:r>
              <a:rPr dirty="0" spc="-185"/>
              <a:t> </a:t>
            </a:r>
            <a:r>
              <a:rPr dirty="0" spc="-25"/>
              <a:t>the</a:t>
            </a:r>
            <a:r>
              <a:rPr dirty="0" spc="-180"/>
              <a:t> </a:t>
            </a:r>
            <a:r>
              <a:rPr dirty="0" spc="-35"/>
              <a:t>FitCash</a:t>
            </a:r>
            <a:r>
              <a:rPr dirty="0" spc="-185"/>
              <a:t> </a:t>
            </a:r>
            <a:r>
              <a:rPr dirty="0" spc="-45"/>
              <a:t>and</a:t>
            </a:r>
            <a:r>
              <a:rPr dirty="0" spc="-180"/>
              <a:t> </a:t>
            </a:r>
            <a:r>
              <a:rPr dirty="0" spc="-35"/>
              <a:t>also</a:t>
            </a:r>
            <a:r>
              <a:rPr dirty="0" spc="-185"/>
              <a:t> </a:t>
            </a:r>
            <a:r>
              <a:rPr dirty="0" spc="-50"/>
              <a:t>a </a:t>
            </a:r>
            <a:r>
              <a:rPr dirty="0" spc="-30"/>
              <a:t>leaderboard</a:t>
            </a:r>
            <a:r>
              <a:rPr dirty="0" spc="-155"/>
              <a:t> </a:t>
            </a:r>
            <a:r>
              <a:rPr dirty="0" spc="-55"/>
              <a:t>highlighting</a:t>
            </a:r>
            <a:r>
              <a:rPr dirty="0" spc="-155"/>
              <a:t> </a:t>
            </a:r>
            <a:r>
              <a:rPr dirty="0"/>
              <a:t>top</a:t>
            </a:r>
            <a:r>
              <a:rPr dirty="0" spc="-155"/>
              <a:t> </a:t>
            </a:r>
            <a:r>
              <a:rPr dirty="0" spc="-35"/>
              <a:t>referrers</a:t>
            </a:r>
            <a:r>
              <a:rPr dirty="0" spc="-155"/>
              <a:t> </a:t>
            </a:r>
            <a:r>
              <a:rPr dirty="0" spc="-25"/>
              <a:t>to </a:t>
            </a:r>
            <a:r>
              <a:rPr dirty="0" spc="-75"/>
              <a:t>gamify</a:t>
            </a:r>
            <a:r>
              <a:rPr dirty="0" spc="-180"/>
              <a:t> </a:t>
            </a:r>
            <a:r>
              <a:rPr dirty="0" spc="-25"/>
              <a:t>the</a:t>
            </a:r>
            <a:r>
              <a:rPr dirty="0" spc="-180"/>
              <a:t> </a:t>
            </a:r>
            <a:r>
              <a:rPr dirty="0" spc="-10"/>
              <a:t>experience</a:t>
            </a:r>
          </a:p>
          <a:p>
            <a:pPr>
              <a:lnSpc>
                <a:spcPct val="100000"/>
              </a:lnSpc>
              <a:spcBef>
                <a:spcPts val="345"/>
              </a:spcBef>
            </a:pPr>
          </a:p>
          <a:p>
            <a:pPr marL="803910" marR="556895">
              <a:lnSpc>
                <a:spcPct val="115599"/>
              </a:lnSpc>
            </a:pPr>
            <a:r>
              <a:rPr dirty="0" spc="-55"/>
              <a:t>There</a:t>
            </a:r>
            <a:r>
              <a:rPr dirty="0" spc="-185"/>
              <a:t> </a:t>
            </a:r>
            <a:r>
              <a:rPr dirty="0" spc="-20"/>
              <a:t>should</a:t>
            </a:r>
            <a:r>
              <a:rPr dirty="0" spc="-185"/>
              <a:t> </a:t>
            </a:r>
            <a:r>
              <a:rPr dirty="0" spc="-20"/>
              <a:t>be</a:t>
            </a:r>
            <a:r>
              <a:rPr dirty="0" spc="-185"/>
              <a:t> </a:t>
            </a:r>
            <a:r>
              <a:rPr dirty="0"/>
              <a:t>option</a:t>
            </a:r>
            <a:r>
              <a:rPr dirty="0" spc="-185"/>
              <a:t> </a:t>
            </a:r>
            <a:r>
              <a:rPr dirty="0"/>
              <a:t>for</a:t>
            </a:r>
            <a:r>
              <a:rPr dirty="0" spc="-180"/>
              <a:t> </a:t>
            </a:r>
            <a:r>
              <a:rPr dirty="0" spc="-65"/>
              <a:t>sharing</a:t>
            </a:r>
            <a:r>
              <a:rPr dirty="0" spc="-185"/>
              <a:t> </a:t>
            </a:r>
            <a:r>
              <a:rPr dirty="0" spc="-25"/>
              <a:t>the</a:t>
            </a:r>
            <a:r>
              <a:rPr dirty="0" spc="-185"/>
              <a:t> </a:t>
            </a:r>
            <a:r>
              <a:rPr dirty="0" spc="-20"/>
              <a:t>link </a:t>
            </a:r>
            <a:r>
              <a:rPr dirty="0" spc="-45"/>
              <a:t>through</a:t>
            </a:r>
            <a:r>
              <a:rPr dirty="0" spc="-175"/>
              <a:t> </a:t>
            </a:r>
            <a:r>
              <a:rPr dirty="0" spc="-20"/>
              <a:t>other</a:t>
            </a:r>
            <a:r>
              <a:rPr dirty="0" spc="-175"/>
              <a:t> </a:t>
            </a:r>
            <a:r>
              <a:rPr dirty="0" spc="-20"/>
              <a:t>social</a:t>
            </a:r>
            <a:r>
              <a:rPr dirty="0" spc="-175"/>
              <a:t> </a:t>
            </a:r>
            <a:r>
              <a:rPr dirty="0" spc="-60"/>
              <a:t>media</a:t>
            </a:r>
            <a:r>
              <a:rPr dirty="0" spc="-175"/>
              <a:t> </a:t>
            </a:r>
            <a:r>
              <a:rPr dirty="0" spc="-10"/>
              <a:t>application </a:t>
            </a:r>
            <a:r>
              <a:rPr dirty="0" spc="-20"/>
              <a:t>such</a:t>
            </a:r>
            <a:r>
              <a:rPr dirty="0" spc="-200"/>
              <a:t> </a:t>
            </a:r>
            <a:r>
              <a:rPr dirty="0" spc="-80"/>
              <a:t>as</a:t>
            </a:r>
            <a:r>
              <a:rPr dirty="0" spc="-195"/>
              <a:t> </a:t>
            </a:r>
            <a:r>
              <a:rPr dirty="0" spc="-10"/>
              <a:t>Instagram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690"/>
              </a:spcBef>
            </a:pPr>
          </a:p>
          <a:p>
            <a:pPr marL="803910" marR="696595">
              <a:lnSpc>
                <a:spcPct val="115599"/>
              </a:lnSpc>
            </a:pPr>
            <a:r>
              <a:rPr dirty="0" spc="-30"/>
              <a:t>On</a:t>
            </a:r>
            <a:r>
              <a:rPr dirty="0" spc="-190"/>
              <a:t> </a:t>
            </a:r>
            <a:r>
              <a:rPr dirty="0" spc="-25"/>
              <a:t>the</a:t>
            </a:r>
            <a:r>
              <a:rPr dirty="0" spc="-185"/>
              <a:t> </a:t>
            </a:r>
            <a:r>
              <a:rPr dirty="0" spc="-35"/>
              <a:t>referee</a:t>
            </a:r>
            <a:r>
              <a:rPr dirty="0" spc="-185"/>
              <a:t> </a:t>
            </a:r>
            <a:r>
              <a:rPr dirty="0" spc="-70"/>
              <a:t>end,</a:t>
            </a:r>
            <a:r>
              <a:rPr dirty="0" spc="-185"/>
              <a:t> </a:t>
            </a:r>
            <a:r>
              <a:rPr dirty="0" spc="-25"/>
              <a:t>the</a:t>
            </a:r>
            <a:r>
              <a:rPr dirty="0" spc="-185"/>
              <a:t> </a:t>
            </a:r>
            <a:r>
              <a:rPr dirty="0" spc="-25"/>
              <a:t>activation</a:t>
            </a:r>
            <a:r>
              <a:rPr dirty="0" spc="-185"/>
              <a:t> </a:t>
            </a:r>
            <a:r>
              <a:rPr dirty="0" spc="-10"/>
              <a:t>button </a:t>
            </a:r>
            <a:r>
              <a:rPr dirty="0" spc="-25"/>
              <a:t>can</a:t>
            </a:r>
            <a:r>
              <a:rPr dirty="0" spc="-190"/>
              <a:t> </a:t>
            </a:r>
            <a:r>
              <a:rPr dirty="0" spc="-20"/>
              <a:t>be</a:t>
            </a:r>
            <a:r>
              <a:rPr dirty="0" spc="-185"/>
              <a:t> </a:t>
            </a:r>
            <a:r>
              <a:rPr dirty="0"/>
              <a:t>colour</a:t>
            </a:r>
            <a:r>
              <a:rPr dirty="0" spc="-190"/>
              <a:t> </a:t>
            </a:r>
            <a:r>
              <a:rPr dirty="0"/>
              <a:t>coded</a:t>
            </a:r>
            <a:r>
              <a:rPr dirty="0" spc="-185"/>
              <a:t> </a:t>
            </a:r>
            <a:r>
              <a:rPr dirty="0" spc="-10"/>
              <a:t>better</a:t>
            </a:r>
            <a:r>
              <a:rPr dirty="0" spc="-185"/>
              <a:t> </a:t>
            </a:r>
            <a:r>
              <a:rPr dirty="0" spc="-40"/>
              <a:t>while</a:t>
            </a:r>
            <a:r>
              <a:rPr dirty="0" spc="-190"/>
              <a:t> </a:t>
            </a:r>
            <a:r>
              <a:rPr dirty="0" spc="-25"/>
              <a:t>its </a:t>
            </a:r>
            <a:r>
              <a:rPr dirty="0" spc="-10"/>
              <a:t>inactive</a:t>
            </a:r>
          </a:p>
          <a:p>
            <a:pPr>
              <a:lnSpc>
                <a:spcPct val="100000"/>
              </a:lnSpc>
              <a:spcBef>
                <a:spcPts val="345"/>
              </a:spcBef>
            </a:pPr>
          </a:p>
          <a:p>
            <a:pPr marL="803910" marR="855344">
              <a:lnSpc>
                <a:spcPct val="115599"/>
              </a:lnSpc>
            </a:pPr>
            <a:r>
              <a:rPr dirty="0" spc="-45"/>
              <a:t>Along</a:t>
            </a:r>
            <a:r>
              <a:rPr dirty="0" spc="-165"/>
              <a:t> </a:t>
            </a:r>
            <a:r>
              <a:rPr dirty="0" spc="-35"/>
              <a:t>with</a:t>
            </a:r>
            <a:r>
              <a:rPr dirty="0" spc="-160"/>
              <a:t> </a:t>
            </a:r>
            <a:r>
              <a:rPr dirty="0" spc="-45"/>
              <a:t>incentive,</a:t>
            </a:r>
            <a:r>
              <a:rPr dirty="0" spc="-160"/>
              <a:t> </a:t>
            </a:r>
            <a:r>
              <a:rPr dirty="0" spc="-105"/>
              <a:t>a</a:t>
            </a:r>
            <a:r>
              <a:rPr dirty="0" spc="-165"/>
              <a:t> </a:t>
            </a:r>
            <a:r>
              <a:rPr dirty="0" spc="-55"/>
              <a:t>mini</a:t>
            </a:r>
            <a:r>
              <a:rPr dirty="0" spc="-160"/>
              <a:t> </a:t>
            </a:r>
            <a:r>
              <a:rPr dirty="0"/>
              <a:t>clip</a:t>
            </a:r>
            <a:r>
              <a:rPr dirty="0" spc="-160"/>
              <a:t> </a:t>
            </a:r>
            <a:r>
              <a:rPr dirty="0"/>
              <a:t>of</a:t>
            </a:r>
            <a:r>
              <a:rPr dirty="0" spc="-160"/>
              <a:t> </a:t>
            </a:r>
            <a:r>
              <a:rPr dirty="0" spc="-25"/>
              <a:t>the </a:t>
            </a:r>
            <a:r>
              <a:rPr dirty="0" spc="-45"/>
              <a:t>experience</a:t>
            </a:r>
            <a:r>
              <a:rPr dirty="0" spc="-180"/>
              <a:t> </a:t>
            </a:r>
            <a:r>
              <a:rPr dirty="0" spc="-25"/>
              <a:t>that</a:t>
            </a:r>
            <a:r>
              <a:rPr dirty="0" spc="-180"/>
              <a:t> </a:t>
            </a:r>
            <a:r>
              <a:rPr dirty="0" spc="-10"/>
              <a:t>Cult</a:t>
            </a:r>
            <a:r>
              <a:rPr dirty="0" spc="-180"/>
              <a:t> </a:t>
            </a:r>
            <a:r>
              <a:rPr dirty="0"/>
              <a:t>fit</a:t>
            </a:r>
            <a:r>
              <a:rPr dirty="0" spc="-180"/>
              <a:t> </a:t>
            </a:r>
            <a:r>
              <a:rPr dirty="0" spc="-25"/>
              <a:t>can</a:t>
            </a:r>
            <a:r>
              <a:rPr dirty="0" spc="-180"/>
              <a:t> </a:t>
            </a:r>
            <a:r>
              <a:rPr dirty="0" spc="-10"/>
              <a:t>help</a:t>
            </a:r>
            <a:r>
              <a:rPr dirty="0" spc="-175"/>
              <a:t> </a:t>
            </a:r>
            <a:r>
              <a:rPr dirty="0" spc="-10"/>
              <a:t>referee </a:t>
            </a:r>
            <a:r>
              <a:rPr dirty="0" spc="-125"/>
              <a:t>make</a:t>
            </a:r>
            <a:r>
              <a:rPr dirty="0" spc="-175"/>
              <a:t> </a:t>
            </a:r>
            <a:r>
              <a:rPr dirty="0" spc="-70"/>
              <a:t>an</a:t>
            </a:r>
            <a:r>
              <a:rPr dirty="0" spc="-170"/>
              <a:t> </a:t>
            </a:r>
            <a:r>
              <a:rPr dirty="0" spc="-30"/>
              <a:t>informed</a:t>
            </a:r>
            <a:r>
              <a:rPr dirty="0" spc="-170"/>
              <a:t> </a:t>
            </a:r>
            <a:r>
              <a:rPr dirty="0" spc="-40"/>
              <a:t>decision.</a:t>
            </a:r>
            <a:r>
              <a:rPr dirty="0" spc="-170"/>
              <a:t> </a:t>
            </a:r>
            <a:r>
              <a:rPr dirty="0" spc="-60"/>
              <a:t>The</a:t>
            </a:r>
            <a:r>
              <a:rPr dirty="0" spc="-170"/>
              <a:t> </a:t>
            </a:r>
            <a:r>
              <a:rPr dirty="0" spc="-10"/>
              <a:t>white </a:t>
            </a:r>
            <a:r>
              <a:rPr dirty="0" spc="-30"/>
              <a:t>space</a:t>
            </a:r>
            <a:r>
              <a:rPr dirty="0" spc="-200"/>
              <a:t> </a:t>
            </a:r>
            <a:r>
              <a:rPr dirty="0" spc="-25"/>
              <a:t>can</a:t>
            </a:r>
            <a:r>
              <a:rPr dirty="0" spc="-195"/>
              <a:t> </a:t>
            </a:r>
            <a:r>
              <a:rPr dirty="0" spc="-20"/>
              <a:t>be</a:t>
            </a:r>
            <a:r>
              <a:rPr dirty="0" spc="-195"/>
              <a:t> </a:t>
            </a:r>
            <a:r>
              <a:rPr dirty="0" spc="-10"/>
              <a:t>better</a:t>
            </a:r>
            <a:r>
              <a:rPr dirty="0" spc="-200"/>
              <a:t> </a:t>
            </a:r>
            <a:r>
              <a:rPr dirty="0" spc="-10"/>
              <a:t>utilized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3849" y="7390981"/>
            <a:ext cx="5969635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200" spc="-825">
                <a:solidFill>
                  <a:srgbClr val="FFFFFF"/>
                </a:solidFill>
              </a:rPr>
              <a:t>Thank</a:t>
            </a:r>
            <a:r>
              <a:rPr dirty="0" sz="9200" spc="-885">
                <a:solidFill>
                  <a:srgbClr val="FFFFFF"/>
                </a:solidFill>
              </a:rPr>
              <a:t> </a:t>
            </a:r>
            <a:r>
              <a:rPr dirty="0" sz="9200" spc="-745">
                <a:solidFill>
                  <a:srgbClr val="FFFFFF"/>
                </a:solidFill>
              </a:rPr>
              <a:t>You</a:t>
            </a:r>
            <a:endParaRPr sz="9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Abhishek Banerjee</dc:creator>
  <cp:keywords>DAGU7rbEiCw,BAFyJSdQCHI</cp:keywords>
  <dc:title>Product Overview</dc:title>
  <dcterms:created xsi:type="dcterms:W3CDTF">2025-01-29T19:21:55Z</dcterms:created>
  <dcterms:modified xsi:type="dcterms:W3CDTF">2025-01-29T19:21:55Z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2024-11-03T00:00:00Z</vt:filetime>
  </property>
  <property fmtid="{D5CDD505-2E9C-101B-9397-08002B2CF9AE}" pid="3" name="Creator">
    <vt:lpwstr>Canva</vt:lpwstr>
  </property>
  <property fmtid="{D5CDD505-2E9C-101B-9397-08002B2CF9AE}" pid="4" name="LastSaved">
    <vt:filetime>2025-01-29T00:00:00Z</vt:filetime>
  </property>
  <property fmtid="{D5CDD505-2E9C-101B-9397-08002B2CF9AE}" pid="5" name="Producer">
    <vt:lpwstr>Canva</vt:lpwstr>
  </property>
</Properties>
</file>