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62301" y="192023"/>
            <a:ext cx="1013713" cy="17830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04666" y="207263"/>
            <a:ext cx="834961" cy="178307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49546" y="197230"/>
            <a:ext cx="1144473" cy="17830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08371" y="207263"/>
            <a:ext cx="1598168" cy="178307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5507482" y="368807"/>
            <a:ext cx="1504315" cy="3175"/>
          </a:xfrm>
          <a:custGeom>
            <a:avLst/>
            <a:gdLst/>
            <a:ahLst/>
            <a:cxnLst/>
            <a:rect l="l" t="t" r="r" b="b"/>
            <a:pathLst>
              <a:path w="1504315" h="3175">
                <a:moveTo>
                  <a:pt x="1504188" y="0"/>
                </a:moveTo>
                <a:lnTo>
                  <a:pt x="0" y="0"/>
                </a:lnTo>
                <a:lnTo>
                  <a:pt x="0" y="3047"/>
                </a:lnTo>
                <a:lnTo>
                  <a:pt x="1504188" y="3047"/>
                </a:lnTo>
                <a:lnTo>
                  <a:pt x="150418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24394" y="197230"/>
            <a:ext cx="2014854" cy="178308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75393" y="189229"/>
            <a:ext cx="989215" cy="178308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0" y="726948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635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409699" cy="12100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62301" y="192023"/>
            <a:ext cx="1013713" cy="17830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04666" y="207263"/>
            <a:ext cx="834961" cy="178307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49546" y="197230"/>
            <a:ext cx="1142822" cy="17830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08371" y="207263"/>
            <a:ext cx="1518793" cy="178307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47559" y="188087"/>
            <a:ext cx="2014854" cy="178307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298177" y="188087"/>
            <a:ext cx="1041082" cy="178307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9297034" y="349504"/>
            <a:ext cx="954405" cy="3175"/>
          </a:xfrm>
          <a:custGeom>
            <a:avLst/>
            <a:gdLst/>
            <a:ahLst/>
            <a:cxnLst/>
            <a:rect l="l" t="t" r="r" b="b"/>
            <a:pathLst>
              <a:path w="954404" h="3175">
                <a:moveTo>
                  <a:pt x="954024" y="0"/>
                </a:moveTo>
                <a:lnTo>
                  <a:pt x="0" y="0"/>
                </a:lnTo>
                <a:lnTo>
                  <a:pt x="0" y="3048"/>
                </a:lnTo>
                <a:lnTo>
                  <a:pt x="954024" y="3048"/>
                </a:lnTo>
                <a:lnTo>
                  <a:pt x="95402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726948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635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409699" cy="12100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62301" y="192023"/>
            <a:ext cx="1013713" cy="17830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62301" y="192023"/>
            <a:ext cx="1013713" cy="17830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304666" y="207263"/>
            <a:ext cx="834961" cy="17830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91333" y="1226057"/>
            <a:ext cx="5059934" cy="3798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24.png"/><Relationship Id="rId7" Type="http://schemas.openxmlformats.org/officeDocument/2006/relationships/image" Target="../media/image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7.png"/><Relationship Id="rId4" Type="http://schemas.openxmlformats.org/officeDocument/2006/relationships/image" Target="../media/image16.png"/><Relationship Id="rId9" Type="http://schemas.openxmlformats.org/officeDocument/2006/relationships/image" Target="../media/image26.jp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47.png"/><Relationship Id="rId39" Type="http://schemas.openxmlformats.org/officeDocument/2006/relationships/image" Target="../media/image60.png"/><Relationship Id="rId21" Type="http://schemas.openxmlformats.org/officeDocument/2006/relationships/image" Target="../media/image42.png"/><Relationship Id="rId34" Type="http://schemas.openxmlformats.org/officeDocument/2006/relationships/image" Target="../media/image55.png"/><Relationship Id="rId42" Type="http://schemas.openxmlformats.org/officeDocument/2006/relationships/image" Target="../media/image63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29" Type="http://schemas.openxmlformats.org/officeDocument/2006/relationships/image" Target="../media/image50.png"/><Relationship Id="rId41" Type="http://schemas.openxmlformats.org/officeDocument/2006/relationships/image" Target="../media/image6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11" Type="http://schemas.openxmlformats.org/officeDocument/2006/relationships/image" Target="../media/image32.png"/><Relationship Id="rId24" Type="http://schemas.openxmlformats.org/officeDocument/2006/relationships/image" Target="../media/image45.png"/><Relationship Id="rId32" Type="http://schemas.openxmlformats.org/officeDocument/2006/relationships/image" Target="../media/image53.png"/><Relationship Id="rId37" Type="http://schemas.openxmlformats.org/officeDocument/2006/relationships/image" Target="../media/image58.png"/><Relationship Id="rId40" Type="http://schemas.openxmlformats.org/officeDocument/2006/relationships/image" Target="../media/image61.png"/><Relationship Id="rId5" Type="http://schemas.openxmlformats.org/officeDocument/2006/relationships/image" Target="../media/image17.png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28" Type="http://schemas.openxmlformats.org/officeDocument/2006/relationships/image" Target="../media/image49.png"/><Relationship Id="rId36" Type="http://schemas.openxmlformats.org/officeDocument/2006/relationships/image" Target="../media/image57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31" Type="http://schemas.openxmlformats.org/officeDocument/2006/relationships/image" Target="../media/image52.png"/><Relationship Id="rId44" Type="http://schemas.openxmlformats.org/officeDocument/2006/relationships/image" Target="../media/image65.png"/><Relationship Id="rId4" Type="http://schemas.openxmlformats.org/officeDocument/2006/relationships/image" Target="../media/image16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Relationship Id="rId27" Type="http://schemas.openxmlformats.org/officeDocument/2006/relationships/image" Target="../media/image48.png"/><Relationship Id="rId30" Type="http://schemas.openxmlformats.org/officeDocument/2006/relationships/image" Target="../media/image51.png"/><Relationship Id="rId35" Type="http://schemas.openxmlformats.org/officeDocument/2006/relationships/image" Target="../media/image56.png"/><Relationship Id="rId43" Type="http://schemas.openxmlformats.org/officeDocument/2006/relationships/image" Target="../media/image64.png"/><Relationship Id="rId8" Type="http://schemas.openxmlformats.org/officeDocument/2006/relationships/image" Target="../media/image29.png"/><Relationship Id="rId3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5" Type="http://schemas.openxmlformats.org/officeDocument/2006/relationships/image" Target="../media/image46.png"/><Relationship Id="rId33" Type="http://schemas.openxmlformats.org/officeDocument/2006/relationships/image" Target="../media/image54.png"/><Relationship Id="rId38" Type="http://schemas.openxmlformats.org/officeDocument/2006/relationships/image" Target="../media/image5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jpg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6.png"/><Relationship Id="rId5" Type="http://schemas.openxmlformats.org/officeDocument/2006/relationships/image" Target="../media/image6.png"/><Relationship Id="rId10" Type="http://schemas.openxmlformats.org/officeDocument/2006/relationships/image" Target="../media/image69.jpg"/><Relationship Id="rId4" Type="http://schemas.openxmlformats.org/officeDocument/2006/relationships/image" Target="../media/image5.png"/><Relationship Id="rId9" Type="http://schemas.openxmlformats.org/officeDocument/2006/relationships/image" Target="../media/image68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jpg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73.jpg"/><Relationship Id="rId5" Type="http://schemas.openxmlformats.org/officeDocument/2006/relationships/image" Target="../media/image6.png"/><Relationship Id="rId10" Type="http://schemas.openxmlformats.org/officeDocument/2006/relationships/image" Target="../media/image72.jpg"/><Relationship Id="rId4" Type="http://schemas.openxmlformats.org/officeDocument/2006/relationships/image" Target="../media/image5.png"/><Relationship Id="rId9" Type="http://schemas.openxmlformats.org/officeDocument/2006/relationships/image" Target="../media/image71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jpg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6.png"/><Relationship Id="rId5" Type="http://schemas.openxmlformats.org/officeDocument/2006/relationships/image" Target="../media/image6.png"/><Relationship Id="rId10" Type="http://schemas.openxmlformats.org/officeDocument/2006/relationships/image" Target="../media/image76.jpg"/><Relationship Id="rId4" Type="http://schemas.openxmlformats.org/officeDocument/2006/relationships/image" Target="../media/image5.png"/><Relationship Id="rId9" Type="http://schemas.openxmlformats.org/officeDocument/2006/relationships/image" Target="../media/image7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77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142617" y="207263"/>
            <a:ext cx="1078865" cy="178435"/>
            <a:chOff x="2142617" y="207263"/>
            <a:chExt cx="1078865" cy="17843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2998" y="207263"/>
              <a:ext cx="1078102" cy="17830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42617" y="368807"/>
              <a:ext cx="995680" cy="3175"/>
            </a:xfrm>
            <a:custGeom>
              <a:avLst/>
              <a:gdLst/>
              <a:ahLst/>
              <a:cxnLst/>
              <a:rect l="l" t="t" r="r" b="b"/>
              <a:pathLst>
                <a:path w="995680" h="3175">
                  <a:moveTo>
                    <a:pt x="995171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995171" y="3047"/>
                  </a:lnTo>
                  <a:lnTo>
                    <a:pt x="995171" y="0"/>
                  </a:lnTo>
                  <a:close/>
                </a:path>
              </a:pathLst>
            </a:custGeom>
            <a:solidFill>
              <a:srgbClr val="FC95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43021" y="193878"/>
            <a:ext cx="834961" cy="1786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88282" y="207263"/>
            <a:ext cx="1144142" cy="17830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6725" y="197230"/>
            <a:ext cx="1519174" cy="17830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85914" y="197230"/>
            <a:ext cx="2014854" cy="17830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36658" y="197230"/>
            <a:ext cx="982891" cy="17830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0" y="726948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6350">
            <a:solidFill>
              <a:srgbClr val="FC954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62400" y="2627886"/>
            <a:ext cx="6040754" cy="701344"/>
          </a:xfrm>
          <a:prstGeom prst="rect">
            <a:avLst/>
          </a:prstGeom>
        </p:spPr>
      </p:pic>
      <p:pic>
        <p:nvPicPr>
          <p:cNvPr id="13" name="object 13" descr="Amazon dark Logo PNG Transparent &amp; SVG Vector - Freebie Supply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47394" y="2204973"/>
            <a:ext cx="2214372" cy="1661160"/>
          </a:xfrm>
          <a:prstGeom prst="rect">
            <a:avLst/>
          </a:prstGeom>
        </p:spPr>
      </p:pic>
      <p:pic>
        <p:nvPicPr>
          <p:cNvPr id="15" name="object 15" descr="Computer Icons User Profile Avatar PNG, Clipart, Avatar, Black, Black And  White, Circle, Computer Icons Free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049000" y="5800349"/>
            <a:ext cx="1140726" cy="105537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2" cstate="print"/>
          <a:srcRect r="25162" b="96"/>
          <a:stretch>
            <a:fillRect/>
          </a:stretch>
        </p:blipFill>
        <p:spPr>
          <a:xfrm>
            <a:off x="5231891" y="3633217"/>
            <a:ext cx="2148841" cy="31851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22CC70F-74A6-B015-2C46-694A63E216D0}"/>
              </a:ext>
            </a:extLst>
          </p:cNvPr>
          <p:cNvSpPr txBox="1"/>
          <p:nvPr/>
        </p:nvSpPr>
        <p:spPr>
          <a:xfrm>
            <a:off x="10972800" y="6328034"/>
            <a:ext cx="1447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Mayank Kumar</a:t>
            </a:r>
            <a:endParaRPr lang="en-IN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04032" y="207263"/>
            <a:ext cx="876935" cy="178435"/>
            <a:chOff x="3304032" y="207263"/>
            <a:chExt cx="876935" cy="1784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4667" y="207263"/>
              <a:ext cx="876109" cy="17830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4032" y="368807"/>
              <a:ext cx="779145" cy="3175"/>
            </a:xfrm>
            <a:custGeom>
              <a:avLst/>
              <a:gdLst/>
              <a:ahLst/>
              <a:cxnLst/>
              <a:rect l="l" t="t" r="r" b="b"/>
              <a:pathLst>
                <a:path w="779145" h="3175">
                  <a:moveTo>
                    <a:pt x="778763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778763" y="3047"/>
                  </a:lnTo>
                  <a:lnTo>
                    <a:pt x="778763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8282" y="207263"/>
            <a:ext cx="1142491" cy="17830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46725" y="197485"/>
            <a:ext cx="1519174" cy="1783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85914" y="197230"/>
            <a:ext cx="2014854" cy="1783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36658" y="197230"/>
            <a:ext cx="982891" cy="17830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0"/>
            <a:ext cx="12192000" cy="1210310"/>
            <a:chOff x="0" y="0"/>
            <a:chExt cx="12192000" cy="1210310"/>
          </a:xfrm>
        </p:grpSpPr>
        <p:sp>
          <p:nvSpPr>
            <p:cNvPr id="10" name="object 10"/>
            <p:cNvSpPr/>
            <p:nvPr/>
          </p:nvSpPr>
          <p:spPr>
            <a:xfrm>
              <a:off x="0" y="726948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6350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 descr="Amazon dark Logo PNG Transparent &amp; SVG Vector - Freebie Supply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1409699" cy="1210055"/>
            </a:xfrm>
            <a:prstGeom prst="rect">
              <a:avLst/>
            </a:prstGeom>
          </p:spPr>
        </p:pic>
      </p:grpSp>
      <p:pic>
        <p:nvPicPr>
          <p:cNvPr id="12" name="object 12" descr="Amazon Store in India: How Bezos Established the Ecommerce Giant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9268" y="4488179"/>
            <a:ext cx="3742944" cy="2196084"/>
          </a:xfrm>
          <a:prstGeom prst="rect">
            <a:avLst/>
          </a:prstGeom>
        </p:spPr>
      </p:pic>
      <p:pic>
        <p:nvPicPr>
          <p:cNvPr id="13" name="object 13" descr="The Most Frequently Purchased Categories From Amazon In 20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419843" y="1604772"/>
            <a:ext cx="2595372" cy="3648455"/>
          </a:xfrm>
          <a:prstGeom prst="rect">
            <a:avLst/>
          </a:prstGeom>
        </p:spPr>
      </p:pic>
      <p:pic>
        <p:nvPicPr>
          <p:cNvPr id="14" name="object 14" descr="Projected Amazon annual total revenue 2022 | Statista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195571" y="4460747"/>
            <a:ext cx="2991612" cy="222351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076945" y="5388050"/>
            <a:ext cx="207772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9900"/>
                </a:solidFill>
                <a:latin typeface="Calibri"/>
                <a:cs typeface="Calibri"/>
              </a:rPr>
              <a:t>Value</a:t>
            </a:r>
            <a:r>
              <a:rPr sz="1800" spc="-35" dirty="0">
                <a:solidFill>
                  <a:srgbClr val="FF99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9900"/>
                </a:solidFill>
                <a:latin typeface="Calibri"/>
                <a:cs typeface="Calibri"/>
              </a:rPr>
              <a:t>Proposition: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Low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Price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Fast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Delivery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wide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selection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products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7703" y="835914"/>
            <a:ext cx="11378565" cy="3555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381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It’s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American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multinational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company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popular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products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e-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commerce,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computing,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digital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streaming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fields.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Founded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Jeff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Bezos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Washington,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back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1994,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today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big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5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American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info-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tech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companies.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Its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revenue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2021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around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$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470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Billion.</a:t>
            </a:r>
            <a:endParaRPr sz="1800">
              <a:latin typeface="Calibri"/>
              <a:cs typeface="Calibri"/>
            </a:endParaRPr>
          </a:p>
          <a:p>
            <a:pPr marL="70485" marR="2588895" algn="just">
              <a:lnSpc>
                <a:spcPct val="100000"/>
              </a:lnSpc>
              <a:spcBef>
                <a:spcPts val="79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Its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Indian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subsidiary,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Amazon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India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onboarded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over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lakh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sellers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22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million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prime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customers.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Worldwide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1.468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million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employees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(2021)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continues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grow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over</a:t>
            </a:r>
            <a:endParaRPr sz="1800">
              <a:latin typeface="Calibri"/>
              <a:cs typeface="Calibri"/>
            </a:endParaRPr>
          </a:p>
          <a:p>
            <a:pPr marL="70485" algn="just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2.7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billion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visits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Jan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2022.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categories,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amazon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holds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90%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market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share.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20"/>
              </a:spcBef>
            </a:pPr>
            <a:endParaRPr sz="1800">
              <a:latin typeface="Calibri"/>
              <a:cs typeface="Calibri"/>
            </a:endParaRPr>
          </a:p>
          <a:p>
            <a:pPr marL="7048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Its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also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big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market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price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research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centre:</a:t>
            </a:r>
            <a:endParaRPr sz="1800">
              <a:latin typeface="Calibri"/>
              <a:cs typeface="Calibri"/>
            </a:endParaRPr>
          </a:p>
          <a:p>
            <a:pPr marL="356870" indent="-286385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66%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Indian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urban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active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users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researched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online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before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buying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products.</a:t>
            </a:r>
            <a:endParaRPr sz="1800">
              <a:latin typeface="Calibri"/>
              <a:cs typeface="Calibri"/>
            </a:endParaRPr>
          </a:p>
          <a:p>
            <a:pPr marL="356870" indent="-286385">
              <a:lnSpc>
                <a:spcPct val="100000"/>
              </a:lnSpc>
              <a:buFont typeface="Arial MT"/>
              <a:buChar char="•"/>
              <a:tabLst>
                <a:tab pos="35687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52%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online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researchers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visited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Amazon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their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research.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  <a:tabLst>
                <a:tab pos="3956685" algn="l"/>
              </a:tabLst>
            </a:pPr>
            <a:r>
              <a:rPr sz="1800" spc="-10" dirty="0">
                <a:solidFill>
                  <a:srgbClr val="FF9900"/>
                </a:solidFill>
                <a:latin typeface="Calibri"/>
                <a:cs typeface="Calibri"/>
              </a:rPr>
              <a:t>Competitors split:</a:t>
            </a:r>
            <a:r>
              <a:rPr sz="1800" dirty="0">
                <a:solidFill>
                  <a:srgbClr val="FF9900"/>
                </a:solidFill>
                <a:latin typeface="Calibri"/>
                <a:cs typeface="Calibri"/>
              </a:rPr>
              <a:t>	Global</a:t>
            </a:r>
            <a:r>
              <a:rPr sz="1800" spc="-45" dirty="0">
                <a:solidFill>
                  <a:srgbClr val="FF99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9900"/>
                </a:solidFill>
                <a:latin typeface="Calibri"/>
                <a:cs typeface="Calibri"/>
              </a:rPr>
              <a:t>Revenue: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4666" y="207263"/>
            <a:ext cx="834961" cy="17830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249039" y="197230"/>
            <a:ext cx="1204595" cy="178435"/>
            <a:chOff x="4249039" y="197230"/>
            <a:chExt cx="1204595" cy="17843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9547" y="197230"/>
              <a:ext cx="1203909" cy="17830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249039" y="358520"/>
              <a:ext cx="1111250" cy="3175"/>
            </a:xfrm>
            <a:custGeom>
              <a:avLst/>
              <a:gdLst/>
              <a:ahLst/>
              <a:cxnLst/>
              <a:rect l="l" t="t" r="r" b="b"/>
              <a:pathLst>
                <a:path w="1111250" h="3175">
                  <a:moveTo>
                    <a:pt x="1110996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1110996" y="3048"/>
                  </a:lnTo>
                  <a:lnTo>
                    <a:pt x="1110996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46725" y="197485"/>
            <a:ext cx="1519174" cy="1783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85914" y="197230"/>
            <a:ext cx="2014854" cy="1783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36658" y="197230"/>
            <a:ext cx="982891" cy="17830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0"/>
            <a:ext cx="12192000" cy="6692265"/>
            <a:chOff x="0" y="0"/>
            <a:chExt cx="12192000" cy="6692265"/>
          </a:xfrm>
        </p:grpSpPr>
        <p:sp>
          <p:nvSpPr>
            <p:cNvPr id="10" name="object 10"/>
            <p:cNvSpPr/>
            <p:nvPr/>
          </p:nvSpPr>
          <p:spPr>
            <a:xfrm>
              <a:off x="0" y="726948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6350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 descr="Amazon dark Logo PNG Transparent &amp; SVG Vector - Freebie Supply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1409699" cy="121005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00812" y="917447"/>
              <a:ext cx="11276330" cy="5774690"/>
            </a:xfrm>
            <a:custGeom>
              <a:avLst/>
              <a:gdLst/>
              <a:ahLst/>
              <a:cxnLst/>
              <a:rect l="l" t="t" r="r" b="b"/>
              <a:pathLst>
                <a:path w="11276330" h="5774690">
                  <a:moveTo>
                    <a:pt x="5204460" y="870458"/>
                  </a:moveTo>
                  <a:lnTo>
                    <a:pt x="5203164" y="822871"/>
                  </a:lnTo>
                  <a:lnTo>
                    <a:pt x="5199367" y="775957"/>
                  </a:lnTo>
                  <a:lnTo>
                    <a:pt x="5193106" y="729767"/>
                  </a:lnTo>
                  <a:lnTo>
                    <a:pt x="5184445" y="684390"/>
                  </a:lnTo>
                  <a:lnTo>
                    <a:pt x="5173472" y="639876"/>
                  </a:lnTo>
                  <a:lnTo>
                    <a:pt x="5160226" y="596303"/>
                  </a:lnTo>
                  <a:lnTo>
                    <a:pt x="5144808" y="553720"/>
                  </a:lnTo>
                  <a:lnTo>
                    <a:pt x="5127244" y="512216"/>
                  </a:lnTo>
                  <a:lnTo>
                    <a:pt x="5107635" y="471843"/>
                  </a:lnTo>
                  <a:lnTo>
                    <a:pt x="5086020" y="432676"/>
                  </a:lnTo>
                  <a:lnTo>
                    <a:pt x="5062486" y="394766"/>
                  </a:lnTo>
                  <a:lnTo>
                    <a:pt x="5037086" y="358190"/>
                  </a:lnTo>
                  <a:lnTo>
                    <a:pt x="5009896" y="323011"/>
                  </a:lnTo>
                  <a:lnTo>
                    <a:pt x="4980978" y="289293"/>
                  </a:lnTo>
                  <a:lnTo>
                    <a:pt x="4950384" y="257111"/>
                  </a:lnTo>
                  <a:lnTo>
                    <a:pt x="4918214" y="226529"/>
                  </a:lnTo>
                  <a:lnTo>
                    <a:pt x="4884496" y="197612"/>
                  </a:lnTo>
                  <a:lnTo>
                    <a:pt x="4849317" y="170421"/>
                  </a:lnTo>
                  <a:lnTo>
                    <a:pt x="4812741" y="145021"/>
                  </a:lnTo>
                  <a:lnTo>
                    <a:pt x="4774831" y="121488"/>
                  </a:lnTo>
                  <a:lnTo>
                    <a:pt x="4735665" y="99872"/>
                  </a:lnTo>
                  <a:lnTo>
                    <a:pt x="4695291" y="80264"/>
                  </a:lnTo>
                  <a:lnTo>
                    <a:pt x="4653788" y="62699"/>
                  </a:lnTo>
                  <a:lnTo>
                    <a:pt x="4611205" y="47282"/>
                  </a:lnTo>
                  <a:lnTo>
                    <a:pt x="4567631" y="34036"/>
                  </a:lnTo>
                  <a:lnTo>
                    <a:pt x="4523117" y="23063"/>
                  </a:lnTo>
                  <a:lnTo>
                    <a:pt x="4477740" y="14401"/>
                  </a:lnTo>
                  <a:lnTo>
                    <a:pt x="4431550" y="8140"/>
                  </a:lnTo>
                  <a:lnTo>
                    <a:pt x="4384637" y="4343"/>
                  </a:lnTo>
                  <a:lnTo>
                    <a:pt x="4337050" y="3048"/>
                  </a:lnTo>
                  <a:lnTo>
                    <a:pt x="867422" y="3048"/>
                  </a:lnTo>
                  <a:lnTo>
                    <a:pt x="819823" y="4343"/>
                  </a:lnTo>
                  <a:lnTo>
                    <a:pt x="772896" y="8140"/>
                  </a:lnTo>
                  <a:lnTo>
                    <a:pt x="726719" y="14401"/>
                  </a:lnTo>
                  <a:lnTo>
                    <a:pt x="681342" y="23063"/>
                  </a:lnTo>
                  <a:lnTo>
                    <a:pt x="636828" y="34036"/>
                  </a:lnTo>
                  <a:lnTo>
                    <a:pt x="593242" y="47282"/>
                  </a:lnTo>
                  <a:lnTo>
                    <a:pt x="550672" y="62699"/>
                  </a:lnTo>
                  <a:lnTo>
                    <a:pt x="509168" y="80264"/>
                  </a:lnTo>
                  <a:lnTo>
                    <a:pt x="468795" y="99872"/>
                  </a:lnTo>
                  <a:lnTo>
                    <a:pt x="429615" y="121488"/>
                  </a:lnTo>
                  <a:lnTo>
                    <a:pt x="391706" y="145021"/>
                  </a:lnTo>
                  <a:lnTo>
                    <a:pt x="355130" y="170421"/>
                  </a:lnTo>
                  <a:lnTo>
                    <a:pt x="319951" y="197612"/>
                  </a:lnTo>
                  <a:lnTo>
                    <a:pt x="286245" y="226529"/>
                  </a:lnTo>
                  <a:lnTo>
                    <a:pt x="254063" y="257111"/>
                  </a:lnTo>
                  <a:lnTo>
                    <a:pt x="223469" y="289293"/>
                  </a:lnTo>
                  <a:lnTo>
                    <a:pt x="194551" y="323011"/>
                  </a:lnTo>
                  <a:lnTo>
                    <a:pt x="167360" y="358190"/>
                  </a:lnTo>
                  <a:lnTo>
                    <a:pt x="141960" y="394766"/>
                  </a:lnTo>
                  <a:lnTo>
                    <a:pt x="118427" y="432676"/>
                  </a:lnTo>
                  <a:lnTo>
                    <a:pt x="96812" y="471843"/>
                  </a:lnTo>
                  <a:lnTo>
                    <a:pt x="77203" y="512216"/>
                  </a:lnTo>
                  <a:lnTo>
                    <a:pt x="59639" y="553720"/>
                  </a:lnTo>
                  <a:lnTo>
                    <a:pt x="44221" y="596303"/>
                  </a:lnTo>
                  <a:lnTo>
                    <a:pt x="30975" y="639876"/>
                  </a:lnTo>
                  <a:lnTo>
                    <a:pt x="20002" y="684390"/>
                  </a:lnTo>
                  <a:lnTo>
                    <a:pt x="11341" y="729767"/>
                  </a:lnTo>
                  <a:lnTo>
                    <a:pt x="5080" y="775957"/>
                  </a:lnTo>
                  <a:lnTo>
                    <a:pt x="1282" y="822871"/>
                  </a:lnTo>
                  <a:lnTo>
                    <a:pt x="0" y="870458"/>
                  </a:lnTo>
                  <a:lnTo>
                    <a:pt x="0" y="4907013"/>
                  </a:lnTo>
                  <a:lnTo>
                    <a:pt x="1282" y="4954613"/>
                  </a:lnTo>
                  <a:lnTo>
                    <a:pt x="5080" y="5001539"/>
                  </a:lnTo>
                  <a:lnTo>
                    <a:pt x="11341" y="5047716"/>
                  </a:lnTo>
                  <a:lnTo>
                    <a:pt x="20002" y="5093093"/>
                  </a:lnTo>
                  <a:lnTo>
                    <a:pt x="30975" y="5137607"/>
                  </a:lnTo>
                  <a:lnTo>
                    <a:pt x="44221" y="5181193"/>
                  </a:lnTo>
                  <a:lnTo>
                    <a:pt x="59639" y="5223764"/>
                  </a:lnTo>
                  <a:lnTo>
                    <a:pt x="77203" y="5265267"/>
                  </a:lnTo>
                  <a:lnTo>
                    <a:pt x="96812" y="5305641"/>
                  </a:lnTo>
                  <a:lnTo>
                    <a:pt x="118427" y="5344820"/>
                  </a:lnTo>
                  <a:lnTo>
                    <a:pt x="141960" y="5382730"/>
                  </a:lnTo>
                  <a:lnTo>
                    <a:pt x="167360" y="5419306"/>
                  </a:lnTo>
                  <a:lnTo>
                    <a:pt x="194551" y="5454485"/>
                  </a:lnTo>
                  <a:lnTo>
                    <a:pt x="223469" y="5488190"/>
                  </a:lnTo>
                  <a:lnTo>
                    <a:pt x="254063" y="5520372"/>
                  </a:lnTo>
                  <a:lnTo>
                    <a:pt x="286245" y="5550967"/>
                  </a:lnTo>
                  <a:lnTo>
                    <a:pt x="319951" y="5579884"/>
                  </a:lnTo>
                  <a:lnTo>
                    <a:pt x="355130" y="5607075"/>
                  </a:lnTo>
                  <a:lnTo>
                    <a:pt x="391706" y="5632475"/>
                  </a:lnTo>
                  <a:lnTo>
                    <a:pt x="429615" y="5656008"/>
                  </a:lnTo>
                  <a:lnTo>
                    <a:pt x="468795" y="5677624"/>
                  </a:lnTo>
                  <a:lnTo>
                    <a:pt x="509168" y="5697232"/>
                  </a:lnTo>
                  <a:lnTo>
                    <a:pt x="550672" y="5714797"/>
                  </a:lnTo>
                  <a:lnTo>
                    <a:pt x="593242" y="5730214"/>
                  </a:lnTo>
                  <a:lnTo>
                    <a:pt x="636828" y="5743460"/>
                  </a:lnTo>
                  <a:lnTo>
                    <a:pt x="681342" y="5754433"/>
                  </a:lnTo>
                  <a:lnTo>
                    <a:pt x="726719" y="5763095"/>
                  </a:lnTo>
                  <a:lnTo>
                    <a:pt x="772896" y="5769356"/>
                  </a:lnTo>
                  <a:lnTo>
                    <a:pt x="819823" y="5773153"/>
                  </a:lnTo>
                  <a:lnTo>
                    <a:pt x="867422" y="5774436"/>
                  </a:lnTo>
                  <a:lnTo>
                    <a:pt x="4337050" y="5774436"/>
                  </a:lnTo>
                  <a:lnTo>
                    <a:pt x="4384637" y="5773153"/>
                  </a:lnTo>
                  <a:lnTo>
                    <a:pt x="4431550" y="5769356"/>
                  </a:lnTo>
                  <a:lnTo>
                    <a:pt x="4477740" y="5763095"/>
                  </a:lnTo>
                  <a:lnTo>
                    <a:pt x="4523117" y="5754433"/>
                  </a:lnTo>
                  <a:lnTo>
                    <a:pt x="4567631" y="5743460"/>
                  </a:lnTo>
                  <a:lnTo>
                    <a:pt x="4611205" y="5730214"/>
                  </a:lnTo>
                  <a:lnTo>
                    <a:pt x="4653788" y="5714797"/>
                  </a:lnTo>
                  <a:lnTo>
                    <a:pt x="4695291" y="5697232"/>
                  </a:lnTo>
                  <a:lnTo>
                    <a:pt x="4735665" y="5677624"/>
                  </a:lnTo>
                  <a:lnTo>
                    <a:pt x="4774831" y="5656008"/>
                  </a:lnTo>
                  <a:lnTo>
                    <a:pt x="4812741" y="5632475"/>
                  </a:lnTo>
                  <a:lnTo>
                    <a:pt x="4849317" y="5607075"/>
                  </a:lnTo>
                  <a:lnTo>
                    <a:pt x="4884496" y="5579884"/>
                  </a:lnTo>
                  <a:lnTo>
                    <a:pt x="4918214" y="5550967"/>
                  </a:lnTo>
                  <a:lnTo>
                    <a:pt x="4950384" y="5520372"/>
                  </a:lnTo>
                  <a:lnTo>
                    <a:pt x="4980978" y="5488190"/>
                  </a:lnTo>
                  <a:lnTo>
                    <a:pt x="5009896" y="5454485"/>
                  </a:lnTo>
                  <a:lnTo>
                    <a:pt x="5037086" y="5419306"/>
                  </a:lnTo>
                  <a:lnTo>
                    <a:pt x="5062486" y="5382730"/>
                  </a:lnTo>
                  <a:lnTo>
                    <a:pt x="5086020" y="5344820"/>
                  </a:lnTo>
                  <a:lnTo>
                    <a:pt x="5107635" y="5305641"/>
                  </a:lnTo>
                  <a:lnTo>
                    <a:pt x="5127244" y="5265267"/>
                  </a:lnTo>
                  <a:lnTo>
                    <a:pt x="5144808" y="5223764"/>
                  </a:lnTo>
                  <a:lnTo>
                    <a:pt x="5160226" y="5181193"/>
                  </a:lnTo>
                  <a:lnTo>
                    <a:pt x="5173472" y="5137607"/>
                  </a:lnTo>
                  <a:lnTo>
                    <a:pt x="5184445" y="5093093"/>
                  </a:lnTo>
                  <a:lnTo>
                    <a:pt x="5193106" y="5047716"/>
                  </a:lnTo>
                  <a:lnTo>
                    <a:pt x="5199367" y="5001539"/>
                  </a:lnTo>
                  <a:lnTo>
                    <a:pt x="5203164" y="4954613"/>
                  </a:lnTo>
                  <a:lnTo>
                    <a:pt x="5204460" y="4907013"/>
                  </a:lnTo>
                  <a:lnTo>
                    <a:pt x="5204460" y="870458"/>
                  </a:lnTo>
                  <a:close/>
                </a:path>
                <a:path w="11276330" h="5774690">
                  <a:moveTo>
                    <a:pt x="11276076" y="867664"/>
                  </a:moveTo>
                  <a:lnTo>
                    <a:pt x="11274781" y="820064"/>
                  </a:lnTo>
                  <a:lnTo>
                    <a:pt x="11270983" y="773137"/>
                  </a:lnTo>
                  <a:lnTo>
                    <a:pt x="11264710" y="726935"/>
                  </a:lnTo>
                  <a:lnTo>
                    <a:pt x="11256061" y="681545"/>
                  </a:lnTo>
                  <a:lnTo>
                    <a:pt x="11245075" y="637019"/>
                  </a:lnTo>
                  <a:lnTo>
                    <a:pt x="11231829" y="593432"/>
                  </a:lnTo>
                  <a:lnTo>
                    <a:pt x="11216399" y="550849"/>
                  </a:lnTo>
                  <a:lnTo>
                    <a:pt x="11198835" y="509320"/>
                  </a:lnTo>
                  <a:lnTo>
                    <a:pt x="11179213" y="468934"/>
                  </a:lnTo>
                  <a:lnTo>
                    <a:pt x="11157598" y="429755"/>
                  </a:lnTo>
                  <a:lnTo>
                    <a:pt x="11134065" y="391833"/>
                  </a:lnTo>
                  <a:lnTo>
                    <a:pt x="11108652" y="355257"/>
                  </a:lnTo>
                  <a:lnTo>
                    <a:pt x="11081449" y="320065"/>
                  </a:lnTo>
                  <a:lnTo>
                    <a:pt x="11052518" y="286346"/>
                  </a:lnTo>
                  <a:lnTo>
                    <a:pt x="11021924" y="254152"/>
                  </a:lnTo>
                  <a:lnTo>
                    <a:pt x="10989729" y="223558"/>
                  </a:lnTo>
                  <a:lnTo>
                    <a:pt x="10956011" y="194627"/>
                  </a:lnTo>
                  <a:lnTo>
                    <a:pt x="10920819" y="167424"/>
                  </a:lnTo>
                  <a:lnTo>
                    <a:pt x="10884243" y="142011"/>
                  </a:lnTo>
                  <a:lnTo>
                    <a:pt x="10846321" y="118478"/>
                  </a:lnTo>
                  <a:lnTo>
                    <a:pt x="10807141" y="96862"/>
                  </a:lnTo>
                  <a:lnTo>
                    <a:pt x="10766755" y="77241"/>
                  </a:lnTo>
                  <a:lnTo>
                    <a:pt x="10725226" y="59677"/>
                  </a:lnTo>
                  <a:lnTo>
                    <a:pt x="10682643" y="44246"/>
                  </a:lnTo>
                  <a:lnTo>
                    <a:pt x="10639057" y="31000"/>
                  </a:lnTo>
                  <a:lnTo>
                    <a:pt x="10594531" y="20015"/>
                  </a:lnTo>
                  <a:lnTo>
                    <a:pt x="10549141" y="11366"/>
                  </a:lnTo>
                  <a:lnTo>
                    <a:pt x="10502938" y="5092"/>
                  </a:lnTo>
                  <a:lnTo>
                    <a:pt x="10456012" y="1295"/>
                  </a:lnTo>
                  <a:lnTo>
                    <a:pt x="10408412" y="0"/>
                  </a:lnTo>
                  <a:lnTo>
                    <a:pt x="6937756" y="0"/>
                  </a:lnTo>
                  <a:lnTo>
                    <a:pt x="6890144" y="1295"/>
                  </a:lnTo>
                  <a:lnTo>
                    <a:pt x="6843217" y="5092"/>
                  </a:lnTo>
                  <a:lnTo>
                    <a:pt x="6797014" y="11366"/>
                  </a:lnTo>
                  <a:lnTo>
                    <a:pt x="6751625" y="20015"/>
                  </a:lnTo>
                  <a:lnTo>
                    <a:pt x="6707098" y="31000"/>
                  </a:lnTo>
                  <a:lnTo>
                    <a:pt x="6663512" y="44246"/>
                  </a:lnTo>
                  <a:lnTo>
                    <a:pt x="6620929" y="59677"/>
                  </a:lnTo>
                  <a:lnTo>
                    <a:pt x="6579400" y="77241"/>
                  </a:lnTo>
                  <a:lnTo>
                    <a:pt x="6539014" y="96862"/>
                  </a:lnTo>
                  <a:lnTo>
                    <a:pt x="6499834" y="118478"/>
                  </a:lnTo>
                  <a:lnTo>
                    <a:pt x="6461912" y="142011"/>
                  </a:lnTo>
                  <a:lnTo>
                    <a:pt x="6425336" y="167424"/>
                  </a:lnTo>
                  <a:lnTo>
                    <a:pt x="6390145" y="194627"/>
                  </a:lnTo>
                  <a:lnTo>
                    <a:pt x="6356426" y="223558"/>
                  </a:lnTo>
                  <a:lnTo>
                    <a:pt x="6324232" y="254152"/>
                  </a:lnTo>
                  <a:lnTo>
                    <a:pt x="6293637" y="286346"/>
                  </a:lnTo>
                  <a:lnTo>
                    <a:pt x="6264707" y="320065"/>
                  </a:lnTo>
                  <a:lnTo>
                    <a:pt x="6237503" y="355244"/>
                  </a:lnTo>
                  <a:lnTo>
                    <a:pt x="6212090" y="391833"/>
                  </a:lnTo>
                  <a:lnTo>
                    <a:pt x="6188557" y="429755"/>
                  </a:lnTo>
                  <a:lnTo>
                    <a:pt x="6166942" y="468934"/>
                  </a:lnTo>
                  <a:lnTo>
                    <a:pt x="6147320" y="509320"/>
                  </a:lnTo>
                  <a:lnTo>
                    <a:pt x="6129756" y="550849"/>
                  </a:lnTo>
                  <a:lnTo>
                    <a:pt x="6114326" y="593432"/>
                  </a:lnTo>
                  <a:lnTo>
                    <a:pt x="6101080" y="637019"/>
                  </a:lnTo>
                  <a:lnTo>
                    <a:pt x="6090094" y="681545"/>
                  </a:lnTo>
                  <a:lnTo>
                    <a:pt x="6081446" y="726935"/>
                  </a:lnTo>
                  <a:lnTo>
                    <a:pt x="6075172" y="773137"/>
                  </a:lnTo>
                  <a:lnTo>
                    <a:pt x="6071374" y="820064"/>
                  </a:lnTo>
                  <a:lnTo>
                    <a:pt x="6070092" y="867664"/>
                  </a:lnTo>
                  <a:lnTo>
                    <a:pt x="6070092" y="4903698"/>
                  </a:lnTo>
                  <a:lnTo>
                    <a:pt x="6071374" y="4951311"/>
                  </a:lnTo>
                  <a:lnTo>
                    <a:pt x="6075172" y="4998250"/>
                  </a:lnTo>
                  <a:lnTo>
                    <a:pt x="6081446" y="5044452"/>
                  </a:lnTo>
                  <a:lnTo>
                    <a:pt x="6090094" y="5089842"/>
                  </a:lnTo>
                  <a:lnTo>
                    <a:pt x="6101080" y="5134368"/>
                  </a:lnTo>
                  <a:lnTo>
                    <a:pt x="6114326" y="5177955"/>
                  </a:lnTo>
                  <a:lnTo>
                    <a:pt x="6129756" y="5220551"/>
                  </a:lnTo>
                  <a:lnTo>
                    <a:pt x="6147320" y="5262067"/>
                  </a:lnTo>
                  <a:lnTo>
                    <a:pt x="6166942" y="5302453"/>
                  </a:lnTo>
                  <a:lnTo>
                    <a:pt x="6188557" y="5341645"/>
                  </a:lnTo>
                  <a:lnTo>
                    <a:pt x="6212090" y="5379567"/>
                  </a:lnTo>
                  <a:lnTo>
                    <a:pt x="6237503" y="5416143"/>
                  </a:lnTo>
                  <a:lnTo>
                    <a:pt x="6264707" y="5451335"/>
                  </a:lnTo>
                  <a:lnTo>
                    <a:pt x="6293637" y="5485066"/>
                  </a:lnTo>
                  <a:lnTo>
                    <a:pt x="6324232" y="5517248"/>
                  </a:lnTo>
                  <a:lnTo>
                    <a:pt x="6356426" y="5547842"/>
                  </a:lnTo>
                  <a:lnTo>
                    <a:pt x="6390145" y="5576773"/>
                  </a:lnTo>
                  <a:lnTo>
                    <a:pt x="6425336" y="5603976"/>
                  </a:lnTo>
                  <a:lnTo>
                    <a:pt x="6461912" y="5629389"/>
                  </a:lnTo>
                  <a:lnTo>
                    <a:pt x="6499834" y="5652922"/>
                  </a:lnTo>
                  <a:lnTo>
                    <a:pt x="6539014" y="5674538"/>
                  </a:lnTo>
                  <a:lnTo>
                    <a:pt x="6579400" y="5694159"/>
                  </a:lnTo>
                  <a:lnTo>
                    <a:pt x="6620929" y="5711723"/>
                  </a:lnTo>
                  <a:lnTo>
                    <a:pt x="6663512" y="5727154"/>
                  </a:lnTo>
                  <a:lnTo>
                    <a:pt x="6707098" y="5740400"/>
                  </a:lnTo>
                  <a:lnTo>
                    <a:pt x="6751625" y="5751385"/>
                  </a:lnTo>
                  <a:lnTo>
                    <a:pt x="6797014" y="5760034"/>
                  </a:lnTo>
                  <a:lnTo>
                    <a:pt x="6843217" y="5766308"/>
                  </a:lnTo>
                  <a:lnTo>
                    <a:pt x="6890144" y="5770105"/>
                  </a:lnTo>
                  <a:lnTo>
                    <a:pt x="6937756" y="5771388"/>
                  </a:lnTo>
                  <a:lnTo>
                    <a:pt x="10408412" y="5771388"/>
                  </a:lnTo>
                  <a:lnTo>
                    <a:pt x="10456012" y="5770105"/>
                  </a:lnTo>
                  <a:lnTo>
                    <a:pt x="10502938" y="5766308"/>
                  </a:lnTo>
                  <a:lnTo>
                    <a:pt x="10549141" y="5760034"/>
                  </a:lnTo>
                  <a:lnTo>
                    <a:pt x="10594531" y="5751385"/>
                  </a:lnTo>
                  <a:lnTo>
                    <a:pt x="10639057" y="5740400"/>
                  </a:lnTo>
                  <a:lnTo>
                    <a:pt x="10682643" y="5727154"/>
                  </a:lnTo>
                  <a:lnTo>
                    <a:pt x="10725226" y="5711723"/>
                  </a:lnTo>
                  <a:lnTo>
                    <a:pt x="10766755" y="5694159"/>
                  </a:lnTo>
                  <a:lnTo>
                    <a:pt x="10807141" y="5674538"/>
                  </a:lnTo>
                  <a:lnTo>
                    <a:pt x="10846321" y="5652922"/>
                  </a:lnTo>
                  <a:lnTo>
                    <a:pt x="10884243" y="5629389"/>
                  </a:lnTo>
                  <a:lnTo>
                    <a:pt x="10920819" y="5603976"/>
                  </a:lnTo>
                  <a:lnTo>
                    <a:pt x="10956011" y="5576773"/>
                  </a:lnTo>
                  <a:lnTo>
                    <a:pt x="10989729" y="5547842"/>
                  </a:lnTo>
                  <a:lnTo>
                    <a:pt x="11021924" y="5517248"/>
                  </a:lnTo>
                  <a:lnTo>
                    <a:pt x="11052518" y="5485066"/>
                  </a:lnTo>
                  <a:lnTo>
                    <a:pt x="11081449" y="5451335"/>
                  </a:lnTo>
                  <a:lnTo>
                    <a:pt x="11108652" y="5416143"/>
                  </a:lnTo>
                  <a:lnTo>
                    <a:pt x="11134065" y="5379567"/>
                  </a:lnTo>
                  <a:lnTo>
                    <a:pt x="11157598" y="5341645"/>
                  </a:lnTo>
                  <a:lnTo>
                    <a:pt x="11179213" y="5302453"/>
                  </a:lnTo>
                  <a:lnTo>
                    <a:pt x="11198835" y="5262067"/>
                  </a:lnTo>
                  <a:lnTo>
                    <a:pt x="11216399" y="5220551"/>
                  </a:lnTo>
                  <a:lnTo>
                    <a:pt x="11231829" y="5177955"/>
                  </a:lnTo>
                  <a:lnTo>
                    <a:pt x="11245075" y="5134368"/>
                  </a:lnTo>
                  <a:lnTo>
                    <a:pt x="11256061" y="5089842"/>
                  </a:lnTo>
                  <a:lnTo>
                    <a:pt x="11264710" y="5044452"/>
                  </a:lnTo>
                  <a:lnTo>
                    <a:pt x="11270983" y="4998250"/>
                  </a:lnTo>
                  <a:lnTo>
                    <a:pt x="11274781" y="4951311"/>
                  </a:lnTo>
                  <a:lnTo>
                    <a:pt x="11276076" y="4903698"/>
                  </a:lnTo>
                  <a:lnTo>
                    <a:pt x="11276076" y="867664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82647" y="1308480"/>
              <a:ext cx="676656" cy="2286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82647" y="1582800"/>
              <a:ext cx="393192" cy="2286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44775" y="1582800"/>
              <a:ext cx="2332863" cy="2286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82647" y="1857120"/>
              <a:ext cx="1574419" cy="2286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1642" y="2560269"/>
              <a:ext cx="1320037" cy="22890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01673" y="2560269"/>
              <a:ext cx="103631" cy="22890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91642" y="2835275"/>
              <a:ext cx="5090541" cy="228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91642" y="3109595"/>
              <a:ext cx="4983226" cy="228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1642" y="3383915"/>
              <a:ext cx="5080254" cy="2286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1642" y="3658234"/>
              <a:ext cx="4641469" cy="2286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91642" y="3932554"/>
              <a:ext cx="3731005" cy="2286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408161" y="1305178"/>
              <a:ext cx="612648" cy="2286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408161" y="1579499"/>
              <a:ext cx="390905" cy="2286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668766" y="1579499"/>
              <a:ext cx="1517650" cy="2286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408161" y="1853514"/>
              <a:ext cx="1593977" cy="22890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563232" y="2549398"/>
              <a:ext cx="1373631" cy="2286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563232" y="2823413"/>
              <a:ext cx="4583049" cy="22890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563232" y="3098292"/>
              <a:ext cx="4936109" cy="2286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563232" y="3372611"/>
              <a:ext cx="4718684" cy="2286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563232" y="3646932"/>
              <a:ext cx="4815205" cy="2286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1282171" y="3646932"/>
              <a:ext cx="103631" cy="2286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333988" y="3646932"/>
              <a:ext cx="246888" cy="2286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563232" y="3921252"/>
              <a:ext cx="4739894" cy="2286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563232" y="4195571"/>
              <a:ext cx="1017689" cy="2286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563232" y="4506721"/>
              <a:ext cx="1327403" cy="2286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563232" y="4781041"/>
              <a:ext cx="2237104" cy="2286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563232" y="5055361"/>
              <a:ext cx="4226686" cy="2286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563232" y="5330063"/>
              <a:ext cx="1038009" cy="2286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563232" y="5604357"/>
              <a:ext cx="4699508" cy="2286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563232" y="5878677"/>
              <a:ext cx="2273807" cy="22859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91642" y="4453458"/>
              <a:ext cx="1327404" cy="22890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91642" y="4728336"/>
              <a:ext cx="4750562" cy="2286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91642" y="5002657"/>
              <a:ext cx="4277360" cy="2286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91642" y="5276977"/>
              <a:ext cx="4974336" cy="2286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91642" y="5551322"/>
              <a:ext cx="4598797" cy="2286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91642" y="5825642"/>
              <a:ext cx="1087983" cy="228600"/>
            </a:xfrm>
            <a:prstGeom prst="rect">
              <a:avLst/>
            </a:prstGeom>
          </p:spPr>
        </p:pic>
        <p:pic>
          <p:nvPicPr>
            <p:cNvPr id="49" name="object 49" descr="Homemaker Or Housewife: Two Sides Of The Same Coin? | SHEROES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986016" y="1176527"/>
              <a:ext cx="1150619" cy="1100327"/>
            </a:xfrm>
            <a:prstGeom prst="rect">
              <a:avLst/>
            </a:prstGeom>
          </p:spPr>
        </p:pic>
        <p:pic>
          <p:nvPicPr>
            <p:cNvPr id="50" name="object 50" descr="IFIM PGDM Working Professional 201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912875" y="1168895"/>
              <a:ext cx="1099578" cy="112243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283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9900"/>
                </a:solidFill>
              </a:rPr>
              <a:t>The</a:t>
            </a:r>
            <a:r>
              <a:rPr sz="1800" spc="-25" dirty="0">
                <a:solidFill>
                  <a:srgbClr val="FF9900"/>
                </a:solidFill>
              </a:rPr>
              <a:t> </a:t>
            </a:r>
            <a:r>
              <a:rPr sz="1800" dirty="0">
                <a:solidFill>
                  <a:srgbClr val="FF9900"/>
                </a:solidFill>
              </a:rPr>
              <a:t>User</a:t>
            </a:r>
            <a:r>
              <a:rPr sz="1800" spc="-25" dirty="0">
                <a:solidFill>
                  <a:srgbClr val="FF9900"/>
                </a:solidFill>
              </a:rPr>
              <a:t> </a:t>
            </a:r>
            <a:r>
              <a:rPr sz="1800" dirty="0">
                <a:solidFill>
                  <a:srgbClr val="FF9900"/>
                </a:solidFill>
              </a:rPr>
              <a:t>Flow</a:t>
            </a:r>
            <a:r>
              <a:rPr sz="1800" spc="-20" dirty="0">
                <a:solidFill>
                  <a:srgbClr val="FF9900"/>
                </a:solidFill>
              </a:rPr>
              <a:t> </a:t>
            </a:r>
            <a:r>
              <a:rPr sz="1800" dirty="0">
                <a:solidFill>
                  <a:srgbClr val="FF9900"/>
                </a:solidFill>
              </a:rPr>
              <a:t>to</a:t>
            </a:r>
            <a:r>
              <a:rPr sz="1800" spc="-15" dirty="0">
                <a:solidFill>
                  <a:srgbClr val="FF9900"/>
                </a:solidFill>
              </a:rPr>
              <a:t> </a:t>
            </a:r>
            <a:r>
              <a:rPr sz="1800" dirty="0">
                <a:solidFill>
                  <a:srgbClr val="FF9900"/>
                </a:solidFill>
              </a:rPr>
              <a:t>Order</a:t>
            </a:r>
            <a:r>
              <a:rPr sz="1800" spc="-25" dirty="0">
                <a:solidFill>
                  <a:srgbClr val="FF9900"/>
                </a:solidFill>
              </a:rPr>
              <a:t> </a:t>
            </a:r>
            <a:r>
              <a:rPr sz="1800" dirty="0">
                <a:solidFill>
                  <a:srgbClr val="FF9900"/>
                </a:solidFill>
              </a:rPr>
              <a:t>a</a:t>
            </a:r>
            <a:r>
              <a:rPr sz="1800" spc="-30" dirty="0">
                <a:solidFill>
                  <a:srgbClr val="FF9900"/>
                </a:solidFill>
              </a:rPr>
              <a:t> </a:t>
            </a:r>
            <a:r>
              <a:rPr sz="1800" spc="-10" dirty="0">
                <a:solidFill>
                  <a:srgbClr val="FF9900"/>
                </a:solidFill>
              </a:rPr>
              <a:t>Product</a:t>
            </a:r>
            <a:endParaRPr sz="1800"/>
          </a:p>
        </p:txBody>
      </p:sp>
      <p:sp>
        <p:nvSpPr>
          <p:cNvPr id="3" name="object 3"/>
          <p:cNvSpPr/>
          <p:nvPr/>
        </p:nvSpPr>
        <p:spPr>
          <a:xfrm>
            <a:off x="156971" y="3537203"/>
            <a:ext cx="1466215" cy="567055"/>
          </a:xfrm>
          <a:custGeom>
            <a:avLst/>
            <a:gdLst/>
            <a:ahLst/>
            <a:cxnLst/>
            <a:rect l="l" t="t" r="r" b="b"/>
            <a:pathLst>
              <a:path w="1466215" h="567054">
                <a:moveTo>
                  <a:pt x="0" y="94488"/>
                </a:moveTo>
                <a:lnTo>
                  <a:pt x="7425" y="57703"/>
                </a:lnTo>
                <a:lnTo>
                  <a:pt x="27674" y="27670"/>
                </a:lnTo>
                <a:lnTo>
                  <a:pt x="57708" y="7423"/>
                </a:lnTo>
                <a:lnTo>
                  <a:pt x="94488" y="0"/>
                </a:lnTo>
                <a:lnTo>
                  <a:pt x="1371600" y="0"/>
                </a:lnTo>
                <a:lnTo>
                  <a:pt x="1408384" y="7423"/>
                </a:lnTo>
                <a:lnTo>
                  <a:pt x="1438417" y="27670"/>
                </a:lnTo>
                <a:lnTo>
                  <a:pt x="1458664" y="57703"/>
                </a:lnTo>
                <a:lnTo>
                  <a:pt x="1466088" y="94488"/>
                </a:lnTo>
                <a:lnTo>
                  <a:pt x="1466088" y="472440"/>
                </a:lnTo>
                <a:lnTo>
                  <a:pt x="1458664" y="509224"/>
                </a:lnTo>
                <a:lnTo>
                  <a:pt x="1438417" y="539257"/>
                </a:lnTo>
                <a:lnTo>
                  <a:pt x="1408384" y="559504"/>
                </a:lnTo>
                <a:lnTo>
                  <a:pt x="1371600" y="566928"/>
                </a:lnTo>
                <a:lnTo>
                  <a:pt x="94488" y="566928"/>
                </a:lnTo>
                <a:lnTo>
                  <a:pt x="57708" y="559504"/>
                </a:lnTo>
                <a:lnTo>
                  <a:pt x="27674" y="539257"/>
                </a:lnTo>
                <a:lnTo>
                  <a:pt x="7425" y="509224"/>
                </a:lnTo>
                <a:lnTo>
                  <a:pt x="0" y="472440"/>
                </a:lnTo>
                <a:lnTo>
                  <a:pt x="0" y="94488"/>
                </a:lnTo>
                <a:close/>
              </a:path>
            </a:pathLst>
          </a:custGeom>
          <a:ln w="127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1652" y="3656838"/>
            <a:ext cx="1035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Homepage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45664" y="2383535"/>
            <a:ext cx="1042669" cy="457200"/>
          </a:xfrm>
          <a:custGeom>
            <a:avLst/>
            <a:gdLst/>
            <a:ahLst/>
            <a:cxnLst/>
            <a:rect l="l" t="t" r="r" b="b"/>
            <a:pathLst>
              <a:path w="1042670" h="4572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966215" y="0"/>
                </a:lnTo>
                <a:lnTo>
                  <a:pt x="995856" y="5994"/>
                </a:lnTo>
                <a:lnTo>
                  <a:pt x="1020079" y="22336"/>
                </a:lnTo>
                <a:lnTo>
                  <a:pt x="1036421" y="46559"/>
                </a:lnTo>
                <a:lnTo>
                  <a:pt x="1042415" y="76200"/>
                </a:lnTo>
                <a:lnTo>
                  <a:pt x="1042415" y="381000"/>
                </a:lnTo>
                <a:lnTo>
                  <a:pt x="1036421" y="410640"/>
                </a:lnTo>
                <a:lnTo>
                  <a:pt x="1020079" y="434863"/>
                </a:lnTo>
                <a:lnTo>
                  <a:pt x="995856" y="451205"/>
                </a:lnTo>
                <a:lnTo>
                  <a:pt x="966215" y="457200"/>
                </a:lnTo>
                <a:lnTo>
                  <a:pt x="76200" y="457200"/>
                </a:lnTo>
                <a:lnTo>
                  <a:pt x="46559" y="451205"/>
                </a:lnTo>
                <a:lnTo>
                  <a:pt x="22336" y="434863"/>
                </a:lnTo>
                <a:lnTo>
                  <a:pt x="5994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127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97607" y="2999232"/>
            <a:ext cx="2049780" cy="457200"/>
          </a:xfrm>
          <a:custGeom>
            <a:avLst/>
            <a:gdLst/>
            <a:ahLst/>
            <a:cxnLst/>
            <a:rect l="l" t="t" r="r" b="b"/>
            <a:pathLst>
              <a:path w="2049779" h="4572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1973580" y="0"/>
                </a:lnTo>
                <a:lnTo>
                  <a:pt x="2003220" y="5994"/>
                </a:lnTo>
                <a:lnTo>
                  <a:pt x="2027443" y="22336"/>
                </a:lnTo>
                <a:lnTo>
                  <a:pt x="2043785" y="46559"/>
                </a:lnTo>
                <a:lnTo>
                  <a:pt x="2049780" y="76200"/>
                </a:lnTo>
                <a:lnTo>
                  <a:pt x="2049780" y="381000"/>
                </a:lnTo>
                <a:lnTo>
                  <a:pt x="2043785" y="410640"/>
                </a:lnTo>
                <a:lnTo>
                  <a:pt x="2027443" y="434863"/>
                </a:lnTo>
                <a:lnTo>
                  <a:pt x="2003220" y="451205"/>
                </a:lnTo>
                <a:lnTo>
                  <a:pt x="1973580" y="457200"/>
                </a:lnTo>
                <a:lnTo>
                  <a:pt x="76200" y="457200"/>
                </a:lnTo>
                <a:lnTo>
                  <a:pt x="46559" y="451205"/>
                </a:lnTo>
                <a:lnTo>
                  <a:pt x="22336" y="434863"/>
                </a:lnTo>
                <a:lnTo>
                  <a:pt x="5994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127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23060" y="3782567"/>
            <a:ext cx="464184" cy="76200"/>
          </a:xfrm>
          <a:custGeom>
            <a:avLst/>
            <a:gdLst/>
            <a:ahLst/>
            <a:cxnLst/>
            <a:rect l="l" t="t" r="r" b="b"/>
            <a:pathLst>
              <a:path w="464185" h="76200">
                <a:moveTo>
                  <a:pt x="387731" y="0"/>
                </a:moveTo>
                <a:lnTo>
                  <a:pt x="387731" y="76199"/>
                </a:lnTo>
                <a:lnTo>
                  <a:pt x="451231" y="44449"/>
                </a:lnTo>
                <a:lnTo>
                  <a:pt x="400431" y="44449"/>
                </a:lnTo>
                <a:lnTo>
                  <a:pt x="400431" y="31749"/>
                </a:lnTo>
                <a:lnTo>
                  <a:pt x="451231" y="31749"/>
                </a:lnTo>
                <a:lnTo>
                  <a:pt x="387731" y="0"/>
                </a:lnTo>
                <a:close/>
              </a:path>
              <a:path w="464185" h="76200">
                <a:moveTo>
                  <a:pt x="387731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387731" y="44449"/>
                </a:lnTo>
                <a:lnTo>
                  <a:pt x="387731" y="31749"/>
                </a:lnTo>
                <a:close/>
              </a:path>
              <a:path w="464185" h="76200">
                <a:moveTo>
                  <a:pt x="451231" y="31749"/>
                </a:moveTo>
                <a:lnTo>
                  <a:pt x="400431" y="31749"/>
                </a:lnTo>
                <a:lnTo>
                  <a:pt x="400431" y="44449"/>
                </a:lnTo>
                <a:lnTo>
                  <a:pt x="451231" y="44449"/>
                </a:lnTo>
                <a:lnTo>
                  <a:pt x="463931" y="38099"/>
                </a:lnTo>
                <a:lnTo>
                  <a:pt x="451231" y="31749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25267" y="3857244"/>
            <a:ext cx="1283335" cy="386080"/>
          </a:xfrm>
          <a:custGeom>
            <a:avLst/>
            <a:gdLst/>
            <a:ahLst/>
            <a:cxnLst/>
            <a:rect l="l" t="t" r="r" b="b"/>
            <a:pathLst>
              <a:path w="1283335" h="386079">
                <a:moveTo>
                  <a:pt x="0" y="64261"/>
                </a:moveTo>
                <a:lnTo>
                  <a:pt x="5058" y="39272"/>
                </a:lnTo>
                <a:lnTo>
                  <a:pt x="18843" y="18843"/>
                </a:lnTo>
                <a:lnTo>
                  <a:pt x="39272" y="5058"/>
                </a:lnTo>
                <a:lnTo>
                  <a:pt x="64262" y="0"/>
                </a:lnTo>
                <a:lnTo>
                  <a:pt x="1218945" y="0"/>
                </a:lnTo>
                <a:lnTo>
                  <a:pt x="1243935" y="5058"/>
                </a:lnTo>
                <a:lnTo>
                  <a:pt x="1264364" y="18843"/>
                </a:lnTo>
                <a:lnTo>
                  <a:pt x="1278149" y="39272"/>
                </a:lnTo>
                <a:lnTo>
                  <a:pt x="1283208" y="64261"/>
                </a:lnTo>
                <a:lnTo>
                  <a:pt x="1283208" y="321309"/>
                </a:lnTo>
                <a:lnTo>
                  <a:pt x="1278149" y="346299"/>
                </a:lnTo>
                <a:lnTo>
                  <a:pt x="1264364" y="366728"/>
                </a:lnTo>
                <a:lnTo>
                  <a:pt x="1243935" y="380513"/>
                </a:lnTo>
                <a:lnTo>
                  <a:pt x="1218945" y="385571"/>
                </a:lnTo>
                <a:lnTo>
                  <a:pt x="64262" y="385571"/>
                </a:lnTo>
                <a:lnTo>
                  <a:pt x="39272" y="380513"/>
                </a:lnTo>
                <a:lnTo>
                  <a:pt x="18843" y="366728"/>
                </a:lnTo>
                <a:lnTo>
                  <a:pt x="5058" y="346299"/>
                </a:lnTo>
                <a:lnTo>
                  <a:pt x="0" y="321309"/>
                </a:lnTo>
                <a:lnTo>
                  <a:pt x="0" y="64261"/>
                </a:lnTo>
                <a:close/>
              </a:path>
            </a:pathLst>
          </a:custGeom>
          <a:ln w="127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97607" y="4572000"/>
            <a:ext cx="2049780" cy="603885"/>
          </a:xfrm>
          <a:custGeom>
            <a:avLst/>
            <a:gdLst/>
            <a:ahLst/>
            <a:cxnLst/>
            <a:rect l="l" t="t" r="r" b="b"/>
            <a:pathLst>
              <a:path w="2049779" h="603885">
                <a:moveTo>
                  <a:pt x="0" y="100583"/>
                </a:moveTo>
                <a:lnTo>
                  <a:pt x="7911" y="61454"/>
                </a:lnTo>
                <a:lnTo>
                  <a:pt x="29479" y="29479"/>
                </a:lnTo>
                <a:lnTo>
                  <a:pt x="61454" y="7911"/>
                </a:lnTo>
                <a:lnTo>
                  <a:pt x="100584" y="0"/>
                </a:lnTo>
                <a:lnTo>
                  <a:pt x="1949195" y="0"/>
                </a:lnTo>
                <a:lnTo>
                  <a:pt x="1988325" y="7911"/>
                </a:lnTo>
                <a:lnTo>
                  <a:pt x="2020300" y="29479"/>
                </a:lnTo>
                <a:lnTo>
                  <a:pt x="2041868" y="61454"/>
                </a:lnTo>
                <a:lnTo>
                  <a:pt x="2049780" y="100583"/>
                </a:lnTo>
                <a:lnTo>
                  <a:pt x="2049780" y="502919"/>
                </a:lnTo>
                <a:lnTo>
                  <a:pt x="2041868" y="542049"/>
                </a:lnTo>
                <a:lnTo>
                  <a:pt x="2020300" y="574024"/>
                </a:lnTo>
                <a:lnTo>
                  <a:pt x="1988325" y="595592"/>
                </a:lnTo>
                <a:lnTo>
                  <a:pt x="1949195" y="603504"/>
                </a:lnTo>
                <a:lnTo>
                  <a:pt x="100584" y="603504"/>
                </a:lnTo>
                <a:lnTo>
                  <a:pt x="61454" y="595592"/>
                </a:lnTo>
                <a:lnTo>
                  <a:pt x="29479" y="574024"/>
                </a:lnTo>
                <a:lnTo>
                  <a:pt x="7911" y="542049"/>
                </a:lnTo>
                <a:lnTo>
                  <a:pt x="0" y="502919"/>
                </a:lnTo>
                <a:lnTo>
                  <a:pt x="0" y="100583"/>
                </a:lnTo>
                <a:close/>
              </a:path>
            </a:pathLst>
          </a:custGeom>
          <a:ln w="127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86355" y="2240279"/>
            <a:ext cx="2272665" cy="3161030"/>
          </a:xfrm>
          <a:prstGeom prst="rect">
            <a:avLst/>
          </a:prstGeom>
          <a:ln w="12700">
            <a:solidFill>
              <a:srgbClr val="FF9900"/>
            </a:solidFill>
          </a:ln>
        </p:spPr>
        <p:txBody>
          <a:bodyPr vert="horz" wrap="square" lIns="0" tIns="220345" rIns="0" bIns="0" rtlCol="0">
            <a:spAutoFit/>
          </a:bodyPr>
          <a:lstStyle/>
          <a:p>
            <a:pPr marR="104139" algn="ctr">
              <a:lnSpc>
                <a:spcPct val="100000"/>
              </a:lnSpc>
              <a:spcBef>
                <a:spcPts val="173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Search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Recommendations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15"/>
              </a:spcBef>
            </a:pPr>
            <a:endParaRPr sz="1800">
              <a:latin typeface="Calibri"/>
              <a:cs typeface="Calibri"/>
            </a:endParaRPr>
          </a:p>
          <a:p>
            <a:pPr marR="106045" algn="ctr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Sale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Ads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800">
              <a:latin typeface="Calibri"/>
              <a:cs typeface="Calibri"/>
            </a:endParaRPr>
          </a:p>
          <a:p>
            <a:pPr marL="341630" marR="335915" algn="ctr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app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research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/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comparisons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358640" y="3590290"/>
            <a:ext cx="2173605" cy="461009"/>
            <a:chOff x="4358640" y="3590290"/>
            <a:chExt cx="2173605" cy="461009"/>
          </a:xfrm>
        </p:grpSpPr>
        <p:sp>
          <p:nvSpPr>
            <p:cNvPr id="12" name="object 12"/>
            <p:cNvSpPr/>
            <p:nvPr/>
          </p:nvSpPr>
          <p:spPr>
            <a:xfrm>
              <a:off x="4358640" y="3782568"/>
              <a:ext cx="613410" cy="76200"/>
            </a:xfrm>
            <a:custGeom>
              <a:avLst/>
              <a:gdLst/>
              <a:ahLst/>
              <a:cxnLst/>
              <a:rect l="l" t="t" r="r" b="b"/>
              <a:pathLst>
                <a:path w="613410" h="76200">
                  <a:moveTo>
                    <a:pt x="536956" y="0"/>
                  </a:moveTo>
                  <a:lnTo>
                    <a:pt x="536956" y="76199"/>
                  </a:lnTo>
                  <a:lnTo>
                    <a:pt x="600456" y="44449"/>
                  </a:lnTo>
                  <a:lnTo>
                    <a:pt x="549656" y="44449"/>
                  </a:lnTo>
                  <a:lnTo>
                    <a:pt x="549656" y="31749"/>
                  </a:lnTo>
                  <a:lnTo>
                    <a:pt x="600456" y="31749"/>
                  </a:lnTo>
                  <a:lnTo>
                    <a:pt x="536956" y="0"/>
                  </a:lnTo>
                  <a:close/>
                </a:path>
                <a:path w="613410" h="76200">
                  <a:moveTo>
                    <a:pt x="536956" y="31749"/>
                  </a:moveTo>
                  <a:lnTo>
                    <a:pt x="0" y="31749"/>
                  </a:lnTo>
                  <a:lnTo>
                    <a:pt x="0" y="44449"/>
                  </a:lnTo>
                  <a:lnTo>
                    <a:pt x="536956" y="44449"/>
                  </a:lnTo>
                  <a:lnTo>
                    <a:pt x="536956" y="31749"/>
                  </a:lnTo>
                  <a:close/>
                </a:path>
                <a:path w="613410" h="76200">
                  <a:moveTo>
                    <a:pt x="600456" y="31749"/>
                  </a:moveTo>
                  <a:lnTo>
                    <a:pt x="549656" y="31749"/>
                  </a:lnTo>
                  <a:lnTo>
                    <a:pt x="549656" y="44449"/>
                  </a:lnTo>
                  <a:lnTo>
                    <a:pt x="600456" y="44449"/>
                  </a:lnTo>
                  <a:lnTo>
                    <a:pt x="613156" y="38099"/>
                  </a:lnTo>
                  <a:lnTo>
                    <a:pt x="600456" y="31749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71288" y="3596640"/>
              <a:ext cx="1554480" cy="448309"/>
            </a:xfrm>
            <a:custGeom>
              <a:avLst/>
              <a:gdLst/>
              <a:ahLst/>
              <a:cxnLst/>
              <a:rect l="l" t="t" r="r" b="b"/>
              <a:pathLst>
                <a:path w="1554479" h="448310">
                  <a:moveTo>
                    <a:pt x="0" y="74676"/>
                  </a:moveTo>
                  <a:lnTo>
                    <a:pt x="5863" y="45594"/>
                  </a:lnTo>
                  <a:lnTo>
                    <a:pt x="21859" y="21859"/>
                  </a:lnTo>
                  <a:lnTo>
                    <a:pt x="45594" y="5863"/>
                  </a:lnTo>
                  <a:lnTo>
                    <a:pt x="74675" y="0"/>
                  </a:lnTo>
                  <a:lnTo>
                    <a:pt x="1479803" y="0"/>
                  </a:lnTo>
                  <a:lnTo>
                    <a:pt x="1508885" y="5863"/>
                  </a:lnTo>
                  <a:lnTo>
                    <a:pt x="1532620" y="21859"/>
                  </a:lnTo>
                  <a:lnTo>
                    <a:pt x="1548616" y="45594"/>
                  </a:lnTo>
                  <a:lnTo>
                    <a:pt x="1554480" y="74676"/>
                  </a:lnTo>
                  <a:lnTo>
                    <a:pt x="1554480" y="373380"/>
                  </a:lnTo>
                  <a:lnTo>
                    <a:pt x="1548616" y="402461"/>
                  </a:lnTo>
                  <a:lnTo>
                    <a:pt x="1532620" y="426196"/>
                  </a:lnTo>
                  <a:lnTo>
                    <a:pt x="1508885" y="442192"/>
                  </a:lnTo>
                  <a:lnTo>
                    <a:pt x="1479803" y="448056"/>
                  </a:lnTo>
                  <a:lnTo>
                    <a:pt x="74675" y="448056"/>
                  </a:lnTo>
                  <a:lnTo>
                    <a:pt x="45594" y="442192"/>
                  </a:lnTo>
                  <a:lnTo>
                    <a:pt x="21859" y="426196"/>
                  </a:lnTo>
                  <a:lnTo>
                    <a:pt x="5863" y="402461"/>
                  </a:lnTo>
                  <a:lnTo>
                    <a:pt x="0" y="373380"/>
                  </a:lnTo>
                  <a:lnTo>
                    <a:pt x="0" y="74676"/>
                  </a:lnTo>
                  <a:close/>
                </a:path>
              </a:pathLst>
            </a:custGeom>
            <a:ln w="12699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118861" y="3656838"/>
            <a:ext cx="1259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Page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855208" y="2417064"/>
            <a:ext cx="1554480" cy="448309"/>
          </a:xfrm>
          <a:custGeom>
            <a:avLst/>
            <a:gdLst/>
            <a:ahLst/>
            <a:cxnLst/>
            <a:rect l="l" t="t" r="r" b="b"/>
            <a:pathLst>
              <a:path w="1554479" h="448310">
                <a:moveTo>
                  <a:pt x="0" y="74675"/>
                </a:moveTo>
                <a:lnTo>
                  <a:pt x="5863" y="45594"/>
                </a:lnTo>
                <a:lnTo>
                  <a:pt x="21859" y="21859"/>
                </a:lnTo>
                <a:lnTo>
                  <a:pt x="45594" y="5863"/>
                </a:lnTo>
                <a:lnTo>
                  <a:pt x="74675" y="0"/>
                </a:lnTo>
                <a:lnTo>
                  <a:pt x="1479803" y="0"/>
                </a:lnTo>
                <a:lnTo>
                  <a:pt x="1508885" y="5863"/>
                </a:lnTo>
                <a:lnTo>
                  <a:pt x="1532620" y="21859"/>
                </a:lnTo>
                <a:lnTo>
                  <a:pt x="1548616" y="45594"/>
                </a:lnTo>
                <a:lnTo>
                  <a:pt x="1554480" y="74675"/>
                </a:lnTo>
                <a:lnTo>
                  <a:pt x="1554480" y="373380"/>
                </a:lnTo>
                <a:lnTo>
                  <a:pt x="1548616" y="402461"/>
                </a:lnTo>
                <a:lnTo>
                  <a:pt x="1532620" y="426196"/>
                </a:lnTo>
                <a:lnTo>
                  <a:pt x="1508885" y="442192"/>
                </a:lnTo>
                <a:lnTo>
                  <a:pt x="1479803" y="448056"/>
                </a:lnTo>
                <a:lnTo>
                  <a:pt x="74675" y="448056"/>
                </a:lnTo>
                <a:lnTo>
                  <a:pt x="45594" y="442192"/>
                </a:lnTo>
                <a:lnTo>
                  <a:pt x="21859" y="426196"/>
                </a:lnTo>
                <a:lnTo>
                  <a:pt x="5863" y="402461"/>
                </a:lnTo>
                <a:lnTo>
                  <a:pt x="0" y="373380"/>
                </a:lnTo>
                <a:lnTo>
                  <a:pt x="0" y="74675"/>
                </a:lnTo>
                <a:close/>
              </a:path>
            </a:pathLst>
          </a:custGeom>
          <a:ln w="127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090284" y="2475991"/>
            <a:ext cx="1087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Add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Cart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801356" y="2436876"/>
            <a:ext cx="1554480" cy="407034"/>
          </a:xfrm>
          <a:custGeom>
            <a:avLst/>
            <a:gdLst/>
            <a:ahLst/>
            <a:cxnLst/>
            <a:rect l="l" t="t" r="r" b="b"/>
            <a:pathLst>
              <a:path w="1554479" h="407035">
                <a:moveTo>
                  <a:pt x="0" y="67818"/>
                </a:moveTo>
                <a:lnTo>
                  <a:pt x="5328" y="41415"/>
                </a:lnTo>
                <a:lnTo>
                  <a:pt x="19859" y="19859"/>
                </a:lnTo>
                <a:lnTo>
                  <a:pt x="41415" y="5328"/>
                </a:lnTo>
                <a:lnTo>
                  <a:pt x="67818" y="0"/>
                </a:lnTo>
                <a:lnTo>
                  <a:pt x="1486662" y="0"/>
                </a:lnTo>
                <a:lnTo>
                  <a:pt x="1513064" y="5328"/>
                </a:lnTo>
                <a:lnTo>
                  <a:pt x="1534620" y="19859"/>
                </a:lnTo>
                <a:lnTo>
                  <a:pt x="1549151" y="41415"/>
                </a:lnTo>
                <a:lnTo>
                  <a:pt x="1554479" y="67818"/>
                </a:lnTo>
                <a:lnTo>
                  <a:pt x="1554479" y="339089"/>
                </a:lnTo>
                <a:lnTo>
                  <a:pt x="1549151" y="365492"/>
                </a:lnTo>
                <a:lnTo>
                  <a:pt x="1534620" y="387048"/>
                </a:lnTo>
                <a:lnTo>
                  <a:pt x="1513064" y="401579"/>
                </a:lnTo>
                <a:lnTo>
                  <a:pt x="1486662" y="406908"/>
                </a:lnTo>
                <a:lnTo>
                  <a:pt x="67818" y="406908"/>
                </a:lnTo>
                <a:lnTo>
                  <a:pt x="41415" y="401579"/>
                </a:lnTo>
                <a:lnTo>
                  <a:pt x="19859" y="387048"/>
                </a:lnTo>
                <a:lnTo>
                  <a:pt x="5328" y="365492"/>
                </a:lnTo>
                <a:lnTo>
                  <a:pt x="0" y="339089"/>
                </a:lnTo>
                <a:lnTo>
                  <a:pt x="0" y="67818"/>
                </a:lnTo>
                <a:close/>
              </a:path>
            </a:pathLst>
          </a:custGeom>
          <a:ln w="127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133715" y="2475991"/>
            <a:ext cx="891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Checkout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118604" y="3605784"/>
            <a:ext cx="1554480" cy="448309"/>
          </a:xfrm>
          <a:custGeom>
            <a:avLst/>
            <a:gdLst/>
            <a:ahLst/>
            <a:cxnLst/>
            <a:rect l="l" t="t" r="r" b="b"/>
            <a:pathLst>
              <a:path w="1554479" h="448310">
                <a:moveTo>
                  <a:pt x="0" y="74675"/>
                </a:moveTo>
                <a:lnTo>
                  <a:pt x="5863" y="45594"/>
                </a:lnTo>
                <a:lnTo>
                  <a:pt x="21859" y="21859"/>
                </a:lnTo>
                <a:lnTo>
                  <a:pt x="45594" y="5863"/>
                </a:lnTo>
                <a:lnTo>
                  <a:pt x="74675" y="0"/>
                </a:lnTo>
                <a:lnTo>
                  <a:pt x="1479803" y="0"/>
                </a:lnTo>
                <a:lnTo>
                  <a:pt x="1508885" y="5863"/>
                </a:lnTo>
                <a:lnTo>
                  <a:pt x="1532620" y="21859"/>
                </a:lnTo>
                <a:lnTo>
                  <a:pt x="1548616" y="45594"/>
                </a:lnTo>
                <a:lnTo>
                  <a:pt x="1554479" y="74675"/>
                </a:lnTo>
                <a:lnTo>
                  <a:pt x="1554479" y="373379"/>
                </a:lnTo>
                <a:lnTo>
                  <a:pt x="1548616" y="402461"/>
                </a:lnTo>
                <a:lnTo>
                  <a:pt x="1532620" y="426196"/>
                </a:lnTo>
                <a:lnTo>
                  <a:pt x="1508885" y="442192"/>
                </a:lnTo>
                <a:lnTo>
                  <a:pt x="1479803" y="448055"/>
                </a:lnTo>
                <a:lnTo>
                  <a:pt x="74675" y="448055"/>
                </a:lnTo>
                <a:lnTo>
                  <a:pt x="45594" y="442192"/>
                </a:lnTo>
                <a:lnTo>
                  <a:pt x="21859" y="426196"/>
                </a:lnTo>
                <a:lnTo>
                  <a:pt x="5863" y="402461"/>
                </a:lnTo>
                <a:lnTo>
                  <a:pt x="0" y="373379"/>
                </a:lnTo>
                <a:lnTo>
                  <a:pt x="0" y="74675"/>
                </a:lnTo>
                <a:close/>
              </a:path>
            </a:pathLst>
          </a:custGeom>
          <a:ln w="127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469251" y="3665601"/>
            <a:ext cx="8547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Buy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Now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44464" y="2430526"/>
            <a:ext cx="5786755" cy="1436370"/>
            <a:chOff x="5744464" y="2430526"/>
            <a:chExt cx="5786755" cy="1436370"/>
          </a:xfrm>
        </p:grpSpPr>
        <p:sp>
          <p:nvSpPr>
            <p:cNvPr id="22" name="object 22"/>
            <p:cNvSpPr/>
            <p:nvPr/>
          </p:nvSpPr>
          <p:spPr>
            <a:xfrm>
              <a:off x="5744464" y="2602991"/>
              <a:ext cx="2055495" cy="1263650"/>
            </a:xfrm>
            <a:custGeom>
              <a:avLst/>
              <a:gdLst/>
              <a:ahLst/>
              <a:cxnLst/>
              <a:rect l="l" t="t" r="r" b="b"/>
              <a:pathLst>
                <a:path w="2055495" h="1263650">
                  <a:moveTo>
                    <a:pt x="888606" y="262128"/>
                  </a:moveTo>
                  <a:lnTo>
                    <a:pt x="805561" y="281432"/>
                  </a:lnTo>
                  <a:lnTo>
                    <a:pt x="825792" y="305854"/>
                  </a:lnTo>
                  <a:lnTo>
                    <a:pt x="0" y="989838"/>
                  </a:lnTo>
                  <a:lnTo>
                    <a:pt x="8128" y="999629"/>
                  </a:lnTo>
                  <a:lnTo>
                    <a:pt x="833907" y="315645"/>
                  </a:lnTo>
                  <a:lnTo>
                    <a:pt x="854202" y="340106"/>
                  </a:lnTo>
                  <a:lnTo>
                    <a:pt x="872921" y="297688"/>
                  </a:lnTo>
                  <a:lnTo>
                    <a:pt x="888606" y="262128"/>
                  </a:lnTo>
                  <a:close/>
                </a:path>
                <a:path w="2055495" h="1263650">
                  <a:moveTo>
                    <a:pt x="1363065" y="1231773"/>
                  </a:moveTo>
                  <a:lnTo>
                    <a:pt x="1310640" y="1231773"/>
                  </a:lnTo>
                  <a:lnTo>
                    <a:pt x="1297901" y="1231773"/>
                  </a:lnTo>
                  <a:lnTo>
                    <a:pt x="1297432" y="1263396"/>
                  </a:lnTo>
                  <a:lnTo>
                    <a:pt x="1363065" y="1231773"/>
                  </a:lnTo>
                  <a:close/>
                </a:path>
                <a:path w="2055495" h="1263650">
                  <a:moveTo>
                    <a:pt x="1374140" y="1226439"/>
                  </a:moveTo>
                  <a:lnTo>
                    <a:pt x="1298575" y="1187196"/>
                  </a:lnTo>
                  <a:lnTo>
                    <a:pt x="1298206" y="1211326"/>
                  </a:lnTo>
                  <a:lnTo>
                    <a:pt x="1298092" y="1218895"/>
                  </a:lnTo>
                  <a:lnTo>
                    <a:pt x="781431" y="1211326"/>
                  </a:lnTo>
                  <a:lnTo>
                    <a:pt x="781278" y="1218895"/>
                  </a:lnTo>
                  <a:lnTo>
                    <a:pt x="781177" y="1224026"/>
                  </a:lnTo>
                  <a:lnTo>
                    <a:pt x="1297901" y="1231595"/>
                  </a:lnTo>
                  <a:lnTo>
                    <a:pt x="1310640" y="1231595"/>
                  </a:lnTo>
                  <a:lnTo>
                    <a:pt x="1363446" y="1231595"/>
                  </a:lnTo>
                  <a:lnTo>
                    <a:pt x="1374140" y="1226439"/>
                  </a:lnTo>
                  <a:close/>
                </a:path>
                <a:path w="2055495" h="1263650">
                  <a:moveTo>
                    <a:pt x="2055495" y="38100"/>
                  </a:moveTo>
                  <a:lnTo>
                    <a:pt x="2042795" y="31750"/>
                  </a:lnTo>
                  <a:lnTo>
                    <a:pt x="1979295" y="0"/>
                  </a:lnTo>
                  <a:lnTo>
                    <a:pt x="1979295" y="31750"/>
                  </a:lnTo>
                  <a:lnTo>
                    <a:pt x="1665224" y="31750"/>
                  </a:lnTo>
                  <a:lnTo>
                    <a:pt x="1665224" y="44450"/>
                  </a:lnTo>
                  <a:lnTo>
                    <a:pt x="1979295" y="44450"/>
                  </a:lnTo>
                  <a:lnTo>
                    <a:pt x="1979295" y="76200"/>
                  </a:lnTo>
                  <a:lnTo>
                    <a:pt x="2042795" y="44450"/>
                  </a:lnTo>
                  <a:lnTo>
                    <a:pt x="2055495" y="3810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970008" y="2436876"/>
              <a:ext cx="1554480" cy="407034"/>
            </a:xfrm>
            <a:custGeom>
              <a:avLst/>
              <a:gdLst/>
              <a:ahLst/>
              <a:cxnLst/>
              <a:rect l="l" t="t" r="r" b="b"/>
              <a:pathLst>
                <a:path w="1554479" h="407035">
                  <a:moveTo>
                    <a:pt x="0" y="67818"/>
                  </a:moveTo>
                  <a:lnTo>
                    <a:pt x="5328" y="41415"/>
                  </a:lnTo>
                  <a:lnTo>
                    <a:pt x="19859" y="19859"/>
                  </a:lnTo>
                  <a:lnTo>
                    <a:pt x="41415" y="5328"/>
                  </a:lnTo>
                  <a:lnTo>
                    <a:pt x="67818" y="0"/>
                  </a:lnTo>
                  <a:lnTo>
                    <a:pt x="1486662" y="0"/>
                  </a:lnTo>
                  <a:lnTo>
                    <a:pt x="1513064" y="5328"/>
                  </a:lnTo>
                  <a:lnTo>
                    <a:pt x="1534620" y="19859"/>
                  </a:lnTo>
                  <a:lnTo>
                    <a:pt x="1549151" y="41415"/>
                  </a:lnTo>
                  <a:lnTo>
                    <a:pt x="1554480" y="67818"/>
                  </a:lnTo>
                  <a:lnTo>
                    <a:pt x="1554480" y="339089"/>
                  </a:lnTo>
                  <a:lnTo>
                    <a:pt x="1549151" y="365492"/>
                  </a:lnTo>
                  <a:lnTo>
                    <a:pt x="1534620" y="387048"/>
                  </a:lnTo>
                  <a:lnTo>
                    <a:pt x="1513064" y="401579"/>
                  </a:lnTo>
                  <a:lnTo>
                    <a:pt x="1486662" y="406908"/>
                  </a:lnTo>
                  <a:lnTo>
                    <a:pt x="67818" y="406908"/>
                  </a:lnTo>
                  <a:lnTo>
                    <a:pt x="41415" y="401579"/>
                  </a:lnTo>
                  <a:lnTo>
                    <a:pt x="19859" y="387048"/>
                  </a:lnTo>
                  <a:lnTo>
                    <a:pt x="5328" y="365492"/>
                  </a:lnTo>
                  <a:lnTo>
                    <a:pt x="0" y="339089"/>
                  </a:lnTo>
                  <a:lnTo>
                    <a:pt x="0" y="67818"/>
                  </a:lnTo>
                  <a:close/>
                </a:path>
              </a:pathLst>
            </a:custGeom>
            <a:ln w="12700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0141966" y="2475991"/>
            <a:ext cx="1214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Enter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Details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861804" y="3293364"/>
            <a:ext cx="1772920" cy="448309"/>
          </a:xfrm>
          <a:custGeom>
            <a:avLst/>
            <a:gdLst/>
            <a:ahLst/>
            <a:cxnLst/>
            <a:rect l="l" t="t" r="r" b="b"/>
            <a:pathLst>
              <a:path w="1772920" h="448310">
                <a:moveTo>
                  <a:pt x="0" y="54990"/>
                </a:moveTo>
                <a:lnTo>
                  <a:pt x="4323" y="33593"/>
                </a:lnTo>
                <a:lnTo>
                  <a:pt x="16113" y="16113"/>
                </a:lnTo>
                <a:lnTo>
                  <a:pt x="33593" y="4323"/>
                </a:lnTo>
                <a:lnTo>
                  <a:pt x="54991" y="0"/>
                </a:lnTo>
                <a:lnTo>
                  <a:pt x="1717421" y="0"/>
                </a:lnTo>
                <a:lnTo>
                  <a:pt x="1738818" y="4323"/>
                </a:lnTo>
                <a:lnTo>
                  <a:pt x="1756298" y="16113"/>
                </a:lnTo>
                <a:lnTo>
                  <a:pt x="1768088" y="33593"/>
                </a:lnTo>
                <a:lnTo>
                  <a:pt x="1772412" y="54990"/>
                </a:lnTo>
                <a:lnTo>
                  <a:pt x="1772412" y="393065"/>
                </a:lnTo>
                <a:lnTo>
                  <a:pt x="1768088" y="414462"/>
                </a:lnTo>
                <a:lnTo>
                  <a:pt x="1756298" y="431942"/>
                </a:lnTo>
                <a:lnTo>
                  <a:pt x="1738818" y="443732"/>
                </a:lnTo>
                <a:lnTo>
                  <a:pt x="1717421" y="448056"/>
                </a:lnTo>
                <a:lnTo>
                  <a:pt x="54991" y="448056"/>
                </a:lnTo>
                <a:lnTo>
                  <a:pt x="33593" y="443732"/>
                </a:lnTo>
                <a:lnTo>
                  <a:pt x="16113" y="431942"/>
                </a:lnTo>
                <a:lnTo>
                  <a:pt x="4323" y="414462"/>
                </a:lnTo>
                <a:lnTo>
                  <a:pt x="0" y="393065"/>
                </a:lnTo>
                <a:lnTo>
                  <a:pt x="0" y="54990"/>
                </a:lnTo>
                <a:close/>
              </a:path>
            </a:pathLst>
          </a:custGeom>
          <a:ln w="12699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082021" y="3353561"/>
            <a:ext cx="1334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Payment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Page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457943" y="4192523"/>
            <a:ext cx="2066925" cy="448309"/>
          </a:xfrm>
          <a:custGeom>
            <a:avLst/>
            <a:gdLst/>
            <a:ahLst/>
            <a:cxnLst/>
            <a:rect l="l" t="t" r="r" b="b"/>
            <a:pathLst>
              <a:path w="2066925" h="448310">
                <a:moveTo>
                  <a:pt x="0" y="74675"/>
                </a:moveTo>
                <a:lnTo>
                  <a:pt x="5863" y="45594"/>
                </a:lnTo>
                <a:lnTo>
                  <a:pt x="21859" y="21859"/>
                </a:lnTo>
                <a:lnTo>
                  <a:pt x="45594" y="5863"/>
                </a:lnTo>
                <a:lnTo>
                  <a:pt x="74675" y="0"/>
                </a:lnTo>
                <a:lnTo>
                  <a:pt x="1991867" y="0"/>
                </a:lnTo>
                <a:lnTo>
                  <a:pt x="2020949" y="5863"/>
                </a:lnTo>
                <a:lnTo>
                  <a:pt x="2044684" y="21859"/>
                </a:lnTo>
                <a:lnTo>
                  <a:pt x="2060680" y="45594"/>
                </a:lnTo>
                <a:lnTo>
                  <a:pt x="2066544" y="74675"/>
                </a:lnTo>
                <a:lnTo>
                  <a:pt x="2066544" y="373380"/>
                </a:lnTo>
                <a:lnTo>
                  <a:pt x="2060680" y="402461"/>
                </a:lnTo>
                <a:lnTo>
                  <a:pt x="2044684" y="426196"/>
                </a:lnTo>
                <a:lnTo>
                  <a:pt x="2020949" y="442192"/>
                </a:lnTo>
                <a:lnTo>
                  <a:pt x="1991867" y="448056"/>
                </a:lnTo>
                <a:lnTo>
                  <a:pt x="74675" y="448056"/>
                </a:lnTo>
                <a:lnTo>
                  <a:pt x="45594" y="442192"/>
                </a:lnTo>
                <a:lnTo>
                  <a:pt x="21859" y="426196"/>
                </a:lnTo>
                <a:lnTo>
                  <a:pt x="5863" y="402461"/>
                </a:lnTo>
                <a:lnTo>
                  <a:pt x="0" y="373380"/>
                </a:lnTo>
                <a:lnTo>
                  <a:pt x="0" y="74675"/>
                </a:lnTo>
                <a:close/>
              </a:path>
            </a:pathLst>
          </a:custGeom>
          <a:ln w="127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738486" y="4251782"/>
            <a:ext cx="15081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Summary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891144" y="2602992"/>
            <a:ext cx="3331845" cy="2945130"/>
            <a:chOff x="7891144" y="2602992"/>
            <a:chExt cx="3331845" cy="2945130"/>
          </a:xfrm>
        </p:grpSpPr>
        <p:sp>
          <p:nvSpPr>
            <p:cNvPr id="30" name="object 30"/>
            <p:cNvSpPr/>
            <p:nvPr/>
          </p:nvSpPr>
          <p:spPr>
            <a:xfrm>
              <a:off x="7891145" y="2602991"/>
              <a:ext cx="2894330" cy="1589405"/>
            </a:xfrm>
            <a:custGeom>
              <a:avLst/>
              <a:gdLst/>
              <a:ahLst/>
              <a:cxnLst/>
              <a:rect l="l" t="t" r="r" b="b"/>
              <a:pathLst>
                <a:path w="2894329" h="1589404">
                  <a:moveTo>
                    <a:pt x="686689" y="240792"/>
                  </a:moveTo>
                  <a:lnTo>
                    <a:pt x="607441" y="272161"/>
                  </a:lnTo>
                  <a:lnTo>
                    <a:pt x="631088" y="293331"/>
                  </a:lnTo>
                  <a:lnTo>
                    <a:pt x="0" y="999109"/>
                  </a:lnTo>
                  <a:lnTo>
                    <a:pt x="9398" y="1007491"/>
                  </a:lnTo>
                  <a:lnTo>
                    <a:pt x="640600" y="301853"/>
                  </a:lnTo>
                  <a:lnTo>
                    <a:pt x="664210" y="322961"/>
                  </a:lnTo>
                  <a:lnTo>
                    <a:pt x="674903" y="283845"/>
                  </a:lnTo>
                  <a:lnTo>
                    <a:pt x="686689" y="240792"/>
                  </a:lnTo>
                  <a:close/>
                </a:path>
                <a:path w="2894329" h="1589404">
                  <a:moveTo>
                    <a:pt x="2080133" y="38100"/>
                  </a:moveTo>
                  <a:lnTo>
                    <a:pt x="2067433" y="31750"/>
                  </a:lnTo>
                  <a:lnTo>
                    <a:pt x="2003933" y="0"/>
                  </a:lnTo>
                  <a:lnTo>
                    <a:pt x="2003933" y="31750"/>
                  </a:lnTo>
                  <a:lnTo>
                    <a:pt x="1464691" y="31750"/>
                  </a:lnTo>
                  <a:lnTo>
                    <a:pt x="1464691" y="44450"/>
                  </a:lnTo>
                  <a:lnTo>
                    <a:pt x="2003933" y="44450"/>
                  </a:lnTo>
                  <a:lnTo>
                    <a:pt x="2003933" y="76200"/>
                  </a:lnTo>
                  <a:lnTo>
                    <a:pt x="2067433" y="44450"/>
                  </a:lnTo>
                  <a:lnTo>
                    <a:pt x="2080133" y="38100"/>
                  </a:lnTo>
                  <a:close/>
                </a:path>
                <a:path w="2894329" h="1589404">
                  <a:moveTo>
                    <a:pt x="2861945" y="1141603"/>
                  </a:moveTo>
                  <a:lnTo>
                    <a:pt x="2850896" y="1135253"/>
                  </a:lnTo>
                  <a:lnTo>
                    <a:pt x="2632214" y="1519504"/>
                  </a:lnTo>
                  <a:lnTo>
                    <a:pt x="2604643" y="1503807"/>
                  </a:lnTo>
                  <a:lnTo>
                    <a:pt x="2600071" y="1588897"/>
                  </a:lnTo>
                  <a:lnTo>
                    <a:pt x="2670937" y="1541526"/>
                  </a:lnTo>
                  <a:lnTo>
                    <a:pt x="2662669" y="1536827"/>
                  </a:lnTo>
                  <a:lnTo>
                    <a:pt x="2643301" y="1525803"/>
                  </a:lnTo>
                  <a:lnTo>
                    <a:pt x="2861945" y="1141603"/>
                  </a:lnTo>
                  <a:close/>
                </a:path>
                <a:path w="2894329" h="1589404">
                  <a:moveTo>
                    <a:pt x="2894203" y="615061"/>
                  </a:moveTo>
                  <a:lnTo>
                    <a:pt x="2862453" y="615061"/>
                  </a:lnTo>
                  <a:lnTo>
                    <a:pt x="2862453" y="240792"/>
                  </a:lnTo>
                  <a:lnTo>
                    <a:pt x="2849753" y="240792"/>
                  </a:lnTo>
                  <a:lnTo>
                    <a:pt x="2849753" y="615061"/>
                  </a:lnTo>
                  <a:lnTo>
                    <a:pt x="2818003" y="615061"/>
                  </a:lnTo>
                  <a:lnTo>
                    <a:pt x="2856103" y="691261"/>
                  </a:lnTo>
                  <a:lnTo>
                    <a:pt x="2887853" y="627761"/>
                  </a:lnTo>
                  <a:lnTo>
                    <a:pt x="2894203" y="615061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150095" y="5093208"/>
              <a:ext cx="2066925" cy="448309"/>
            </a:xfrm>
            <a:custGeom>
              <a:avLst/>
              <a:gdLst/>
              <a:ahLst/>
              <a:cxnLst/>
              <a:rect l="l" t="t" r="r" b="b"/>
              <a:pathLst>
                <a:path w="2066925" h="448310">
                  <a:moveTo>
                    <a:pt x="0" y="74676"/>
                  </a:moveTo>
                  <a:lnTo>
                    <a:pt x="5863" y="45594"/>
                  </a:lnTo>
                  <a:lnTo>
                    <a:pt x="21859" y="21859"/>
                  </a:lnTo>
                  <a:lnTo>
                    <a:pt x="45594" y="5863"/>
                  </a:lnTo>
                  <a:lnTo>
                    <a:pt x="74675" y="0"/>
                  </a:lnTo>
                  <a:lnTo>
                    <a:pt x="1991868" y="0"/>
                  </a:lnTo>
                  <a:lnTo>
                    <a:pt x="2020949" y="5863"/>
                  </a:lnTo>
                  <a:lnTo>
                    <a:pt x="2044684" y="21859"/>
                  </a:lnTo>
                  <a:lnTo>
                    <a:pt x="2060680" y="45594"/>
                  </a:lnTo>
                  <a:lnTo>
                    <a:pt x="2066544" y="74676"/>
                  </a:lnTo>
                  <a:lnTo>
                    <a:pt x="2066544" y="373380"/>
                  </a:lnTo>
                  <a:lnTo>
                    <a:pt x="2060680" y="402461"/>
                  </a:lnTo>
                  <a:lnTo>
                    <a:pt x="2044684" y="426196"/>
                  </a:lnTo>
                  <a:lnTo>
                    <a:pt x="2020949" y="442192"/>
                  </a:lnTo>
                  <a:lnTo>
                    <a:pt x="1991868" y="448056"/>
                  </a:lnTo>
                  <a:lnTo>
                    <a:pt x="74675" y="448056"/>
                  </a:lnTo>
                  <a:lnTo>
                    <a:pt x="45594" y="442192"/>
                  </a:lnTo>
                  <a:lnTo>
                    <a:pt x="21859" y="426196"/>
                  </a:lnTo>
                  <a:lnTo>
                    <a:pt x="5863" y="402461"/>
                  </a:lnTo>
                  <a:lnTo>
                    <a:pt x="0" y="373380"/>
                  </a:lnTo>
                  <a:lnTo>
                    <a:pt x="0" y="74676"/>
                  </a:lnTo>
                  <a:close/>
                </a:path>
              </a:pathLst>
            </a:custGeom>
            <a:ln w="12700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9262618" y="5153405"/>
            <a:ext cx="1842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Confirmation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183368" y="4637023"/>
            <a:ext cx="313690" cy="456565"/>
          </a:xfrm>
          <a:custGeom>
            <a:avLst/>
            <a:gdLst/>
            <a:ahLst/>
            <a:cxnLst/>
            <a:rect l="l" t="t" r="r" b="b"/>
            <a:pathLst>
              <a:path w="313690" h="456564">
                <a:moveTo>
                  <a:pt x="11302" y="371856"/>
                </a:moveTo>
                <a:lnTo>
                  <a:pt x="0" y="456311"/>
                </a:lnTo>
                <a:lnTo>
                  <a:pt x="74422" y="414781"/>
                </a:lnTo>
                <a:lnTo>
                  <a:pt x="63590" y="407415"/>
                </a:lnTo>
                <a:lnTo>
                  <a:pt x="41021" y="407415"/>
                </a:lnTo>
                <a:lnTo>
                  <a:pt x="30479" y="400303"/>
                </a:lnTo>
                <a:lnTo>
                  <a:pt x="37644" y="389770"/>
                </a:lnTo>
                <a:lnTo>
                  <a:pt x="11302" y="371856"/>
                </a:lnTo>
                <a:close/>
              </a:path>
              <a:path w="313690" h="456564">
                <a:moveTo>
                  <a:pt x="37644" y="389770"/>
                </a:moveTo>
                <a:lnTo>
                  <a:pt x="30479" y="400303"/>
                </a:lnTo>
                <a:lnTo>
                  <a:pt x="41021" y="407415"/>
                </a:lnTo>
                <a:lnTo>
                  <a:pt x="48159" y="396921"/>
                </a:lnTo>
                <a:lnTo>
                  <a:pt x="37644" y="389770"/>
                </a:lnTo>
                <a:close/>
              </a:path>
              <a:path w="313690" h="456564">
                <a:moveTo>
                  <a:pt x="48159" y="396921"/>
                </a:moveTo>
                <a:lnTo>
                  <a:pt x="41021" y="407415"/>
                </a:lnTo>
                <a:lnTo>
                  <a:pt x="63590" y="407415"/>
                </a:lnTo>
                <a:lnTo>
                  <a:pt x="48159" y="396921"/>
                </a:lnTo>
                <a:close/>
              </a:path>
              <a:path w="313690" h="456564">
                <a:moveTo>
                  <a:pt x="302767" y="0"/>
                </a:moveTo>
                <a:lnTo>
                  <a:pt x="37644" y="389770"/>
                </a:lnTo>
                <a:lnTo>
                  <a:pt x="48159" y="396921"/>
                </a:lnTo>
                <a:lnTo>
                  <a:pt x="313308" y="7112"/>
                </a:lnTo>
                <a:lnTo>
                  <a:pt x="30276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4666" y="207263"/>
            <a:ext cx="834961" cy="1783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49546" y="197230"/>
            <a:ext cx="1142822" cy="17830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507482" y="207263"/>
            <a:ext cx="1599565" cy="178435"/>
            <a:chOff x="5507482" y="207263"/>
            <a:chExt cx="1599565" cy="17843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8371" y="207263"/>
              <a:ext cx="1598168" cy="1783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507482" y="368807"/>
              <a:ext cx="1504315" cy="3175"/>
            </a:xfrm>
            <a:custGeom>
              <a:avLst/>
              <a:gdLst/>
              <a:ahLst/>
              <a:cxnLst/>
              <a:rect l="l" t="t" r="r" b="b"/>
              <a:pathLst>
                <a:path w="1504315" h="3175">
                  <a:moveTo>
                    <a:pt x="150418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1504188" y="3047"/>
                  </a:lnTo>
                  <a:lnTo>
                    <a:pt x="1504188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24394" y="197230"/>
            <a:ext cx="2014854" cy="1783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75393" y="189229"/>
            <a:ext cx="982560" cy="17830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0" y="726948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635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0218" y="1876805"/>
            <a:ext cx="1838325" cy="678180"/>
          </a:xfrm>
          <a:custGeom>
            <a:avLst/>
            <a:gdLst/>
            <a:ahLst/>
            <a:cxnLst/>
            <a:rect l="l" t="t" r="r" b="b"/>
            <a:pathLst>
              <a:path w="1838325" h="678180">
                <a:moveTo>
                  <a:pt x="0" y="113030"/>
                </a:moveTo>
                <a:lnTo>
                  <a:pt x="8883" y="69008"/>
                </a:lnTo>
                <a:lnTo>
                  <a:pt x="33107" y="33083"/>
                </a:lnTo>
                <a:lnTo>
                  <a:pt x="69035" y="8874"/>
                </a:lnTo>
                <a:lnTo>
                  <a:pt x="113029" y="0"/>
                </a:lnTo>
                <a:lnTo>
                  <a:pt x="1724914" y="0"/>
                </a:lnTo>
                <a:lnTo>
                  <a:pt x="1768935" y="8874"/>
                </a:lnTo>
                <a:lnTo>
                  <a:pt x="1804860" y="33083"/>
                </a:lnTo>
                <a:lnTo>
                  <a:pt x="1829069" y="69008"/>
                </a:lnTo>
                <a:lnTo>
                  <a:pt x="1837944" y="113030"/>
                </a:lnTo>
                <a:lnTo>
                  <a:pt x="1837944" y="565150"/>
                </a:lnTo>
                <a:lnTo>
                  <a:pt x="1829069" y="609117"/>
                </a:lnTo>
                <a:lnTo>
                  <a:pt x="1804860" y="645048"/>
                </a:lnTo>
                <a:lnTo>
                  <a:pt x="1768935" y="669288"/>
                </a:lnTo>
                <a:lnTo>
                  <a:pt x="1724914" y="678180"/>
                </a:lnTo>
                <a:lnTo>
                  <a:pt x="113029" y="678180"/>
                </a:lnTo>
                <a:lnTo>
                  <a:pt x="69035" y="669288"/>
                </a:lnTo>
                <a:lnTo>
                  <a:pt x="33107" y="645048"/>
                </a:lnTo>
                <a:lnTo>
                  <a:pt x="8883" y="609117"/>
                </a:lnTo>
                <a:lnTo>
                  <a:pt x="0" y="565150"/>
                </a:lnTo>
                <a:lnTo>
                  <a:pt x="0" y="113030"/>
                </a:lnTo>
                <a:close/>
              </a:path>
            </a:pathLst>
          </a:custGeom>
          <a:ln w="254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26719" y="2054478"/>
            <a:ext cx="623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Roboto"/>
                <a:cs typeface="Roboto"/>
              </a:rPr>
              <a:t>Doing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7170" y="3783329"/>
            <a:ext cx="1838325" cy="680085"/>
          </a:xfrm>
          <a:custGeom>
            <a:avLst/>
            <a:gdLst/>
            <a:ahLst/>
            <a:cxnLst/>
            <a:rect l="l" t="t" r="r" b="b"/>
            <a:pathLst>
              <a:path w="1838325" h="680085">
                <a:moveTo>
                  <a:pt x="0" y="113284"/>
                </a:moveTo>
                <a:lnTo>
                  <a:pt x="8903" y="69169"/>
                </a:lnTo>
                <a:lnTo>
                  <a:pt x="33181" y="33162"/>
                </a:lnTo>
                <a:lnTo>
                  <a:pt x="69190" y="8895"/>
                </a:lnTo>
                <a:lnTo>
                  <a:pt x="113283" y="0"/>
                </a:lnTo>
                <a:lnTo>
                  <a:pt x="1724660" y="0"/>
                </a:lnTo>
                <a:lnTo>
                  <a:pt x="1768774" y="8895"/>
                </a:lnTo>
                <a:lnTo>
                  <a:pt x="1804781" y="33162"/>
                </a:lnTo>
                <a:lnTo>
                  <a:pt x="1829048" y="69169"/>
                </a:lnTo>
                <a:lnTo>
                  <a:pt x="1837944" y="113284"/>
                </a:lnTo>
                <a:lnTo>
                  <a:pt x="1837944" y="566420"/>
                </a:lnTo>
                <a:lnTo>
                  <a:pt x="1829048" y="610534"/>
                </a:lnTo>
                <a:lnTo>
                  <a:pt x="1804781" y="646541"/>
                </a:lnTo>
                <a:lnTo>
                  <a:pt x="1768774" y="670808"/>
                </a:lnTo>
                <a:lnTo>
                  <a:pt x="1724660" y="679704"/>
                </a:lnTo>
                <a:lnTo>
                  <a:pt x="113283" y="679704"/>
                </a:lnTo>
                <a:lnTo>
                  <a:pt x="69190" y="670808"/>
                </a:lnTo>
                <a:lnTo>
                  <a:pt x="33181" y="646541"/>
                </a:lnTo>
                <a:lnTo>
                  <a:pt x="8903" y="610534"/>
                </a:lnTo>
                <a:lnTo>
                  <a:pt x="0" y="566420"/>
                </a:lnTo>
                <a:lnTo>
                  <a:pt x="0" y="113284"/>
                </a:lnTo>
                <a:close/>
              </a:path>
            </a:pathLst>
          </a:custGeom>
          <a:ln w="254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80110" y="3962780"/>
            <a:ext cx="9124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Roboto"/>
                <a:cs typeface="Roboto"/>
              </a:rPr>
              <a:t>Thinking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7170" y="5016246"/>
            <a:ext cx="1849120" cy="629920"/>
          </a:xfrm>
          <a:custGeom>
            <a:avLst/>
            <a:gdLst/>
            <a:ahLst/>
            <a:cxnLst/>
            <a:rect l="l" t="t" r="r" b="b"/>
            <a:pathLst>
              <a:path w="1849120" h="629920">
                <a:moveTo>
                  <a:pt x="0" y="104901"/>
                </a:moveTo>
                <a:lnTo>
                  <a:pt x="8243" y="64079"/>
                </a:lnTo>
                <a:lnTo>
                  <a:pt x="30724" y="30733"/>
                </a:lnTo>
                <a:lnTo>
                  <a:pt x="64068" y="8247"/>
                </a:lnTo>
                <a:lnTo>
                  <a:pt x="104901" y="0"/>
                </a:lnTo>
                <a:lnTo>
                  <a:pt x="1743710" y="0"/>
                </a:lnTo>
                <a:lnTo>
                  <a:pt x="1784532" y="8247"/>
                </a:lnTo>
                <a:lnTo>
                  <a:pt x="1817877" y="30733"/>
                </a:lnTo>
                <a:lnTo>
                  <a:pt x="1840364" y="64079"/>
                </a:lnTo>
                <a:lnTo>
                  <a:pt x="1848612" y="104901"/>
                </a:lnTo>
                <a:lnTo>
                  <a:pt x="1848612" y="524509"/>
                </a:lnTo>
                <a:lnTo>
                  <a:pt x="1840364" y="565343"/>
                </a:lnTo>
                <a:lnTo>
                  <a:pt x="1817878" y="598687"/>
                </a:lnTo>
                <a:lnTo>
                  <a:pt x="1784532" y="621168"/>
                </a:lnTo>
                <a:lnTo>
                  <a:pt x="1743710" y="629411"/>
                </a:lnTo>
                <a:lnTo>
                  <a:pt x="104901" y="629411"/>
                </a:lnTo>
                <a:lnTo>
                  <a:pt x="64068" y="621168"/>
                </a:lnTo>
                <a:lnTo>
                  <a:pt x="30724" y="598687"/>
                </a:lnTo>
                <a:lnTo>
                  <a:pt x="8243" y="565343"/>
                </a:lnTo>
                <a:lnTo>
                  <a:pt x="0" y="524509"/>
                </a:lnTo>
                <a:lnTo>
                  <a:pt x="0" y="104901"/>
                </a:lnTo>
                <a:close/>
              </a:path>
            </a:pathLst>
          </a:custGeom>
          <a:ln w="25399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54176" y="5171058"/>
            <a:ext cx="770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Roboto"/>
                <a:cs typeface="Roboto"/>
              </a:rPr>
              <a:t>Feeling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99410" y="738377"/>
            <a:ext cx="1667510" cy="559435"/>
          </a:xfrm>
          <a:custGeom>
            <a:avLst/>
            <a:gdLst/>
            <a:ahLst/>
            <a:cxnLst/>
            <a:rect l="l" t="t" r="r" b="b"/>
            <a:pathLst>
              <a:path w="1667510" h="559435">
                <a:moveTo>
                  <a:pt x="0" y="0"/>
                </a:moveTo>
                <a:lnTo>
                  <a:pt x="1387602" y="0"/>
                </a:lnTo>
                <a:lnTo>
                  <a:pt x="1667255" y="279654"/>
                </a:lnTo>
                <a:lnTo>
                  <a:pt x="1387602" y="559308"/>
                </a:lnTo>
                <a:lnTo>
                  <a:pt x="0" y="5593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2296" y="726948"/>
            <a:ext cx="11872595" cy="6131560"/>
          </a:xfrm>
          <a:custGeom>
            <a:avLst/>
            <a:gdLst/>
            <a:ahLst/>
            <a:cxnLst/>
            <a:rect l="l" t="t" r="r" b="b"/>
            <a:pathLst>
              <a:path w="11872595" h="6131559">
                <a:moveTo>
                  <a:pt x="2161032" y="19812"/>
                </a:moveTo>
                <a:lnTo>
                  <a:pt x="2161032" y="6131052"/>
                </a:lnTo>
              </a:path>
              <a:path w="11872595" h="6131559">
                <a:moveTo>
                  <a:pt x="0" y="4977383"/>
                </a:moveTo>
                <a:lnTo>
                  <a:pt x="11872087" y="4977383"/>
                </a:lnTo>
              </a:path>
              <a:path w="11872595" h="6131559">
                <a:moveTo>
                  <a:pt x="0" y="4211701"/>
                </a:moveTo>
                <a:lnTo>
                  <a:pt x="11815318" y="4198620"/>
                </a:lnTo>
              </a:path>
              <a:path w="11872595" h="6131559">
                <a:moveTo>
                  <a:pt x="57911" y="2749296"/>
                </a:moveTo>
                <a:lnTo>
                  <a:pt x="11816461" y="2749296"/>
                </a:lnTo>
              </a:path>
              <a:path w="11872595" h="6131559">
                <a:moveTo>
                  <a:pt x="4815840" y="0"/>
                </a:moveTo>
                <a:lnTo>
                  <a:pt x="4815840" y="6120140"/>
                </a:lnTo>
              </a:path>
              <a:path w="11872595" h="6131559">
                <a:moveTo>
                  <a:pt x="8397240" y="0"/>
                </a:moveTo>
                <a:lnTo>
                  <a:pt x="8397240" y="6131051"/>
                </a:lnTo>
              </a:path>
            </a:pathLst>
          </a:custGeom>
          <a:ln w="6350">
            <a:solidFill>
              <a:srgbClr val="FF99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088639" y="857250"/>
            <a:ext cx="1146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Roboto"/>
                <a:cs typeface="Roboto"/>
              </a:rPr>
              <a:t>Opens</a:t>
            </a:r>
            <a:r>
              <a:rPr sz="1800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Roboto"/>
                <a:cs typeface="Roboto"/>
              </a:rPr>
              <a:t>App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17170" y="5822441"/>
            <a:ext cx="1838325" cy="733425"/>
          </a:xfrm>
          <a:custGeom>
            <a:avLst/>
            <a:gdLst/>
            <a:ahLst/>
            <a:cxnLst/>
            <a:rect l="l" t="t" r="r" b="b"/>
            <a:pathLst>
              <a:path w="1838325" h="733425">
                <a:moveTo>
                  <a:pt x="0" y="122174"/>
                </a:moveTo>
                <a:lnTo>
                  <a:pt x="9601" y="74618"/>
                </a:lnTo>
                <a:lnTo>
                  <a:pt x="35783" y="35783"/>
                </a:lnTo>
                <a:lnTo>
                  <a:pt x="74618" y="9601"/>
                </a:lnTo>
                <a:lnTo>
                  <a:pt x="122173" y="0"/>
                </a:lnTo>
                <a:lnTo>
                  <a:pt x="1715770" y="0"/>
                </a:lnTo>
                <a:lnTo>
                  <a:pt x="1763309" y="9601"/>
                </a:lnTo>
                <a:lnTo>
                  <a:pt x="1802145" y="35783"/>
                </a:lnTo>
                <a:lnTo>
                  <a:pt x="1828337" y="74618"/>
                </a:lnTo>
                <a:lnTo>
                  <a:pt x="1837944" y="122174"/>
                </a:lnTo>
                <a:lnTo>
                  <a:pt x="1837944" y="610870"/>
                </a:lnTo>
                <a:lnTo>
                  <a:pt x="1828337" y="658425"/>
                </a:lnTo>
                <a:lnTo>
                  <a:pt x="1802145" y="697260"/>
                </a:lnTo>
                <a:lnTo>
                  <a:pt x="1763309" y="723442"/>
                </a:lnTo>
                <a:lnTo>
                  <a:pt x="1715770" y="733044"/>
                </a:lnTo>
                <a:lnTo>
                  <a:pt x="122173" y="733044"/>
                </a:lnTo>
                <a:lnTo>
                  <a:pt x="74618" y="723442"/>
                </a:lnTo>
                <a:lnTo>
                  <a:pt x="35783" y="697260"/>
                </a:lnTo>
                <a:lnTo>
                  <a:pt x="9601" y="658425"/>
                </a:lnTo>
                <a:lnTo>
                  <a:pt x="0" y="610870"/>
                </a:lnTo>
                <a:lnTo>
                  <a:pt x="0" y="122174"/>
                </a:lnTo>
                <a:close/>
              </a:path>
            </a:pathLst>
          </a:custGeom>
          <a:ln w="254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35051" y="5891580"/>
            <a:ext cx="14027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2090" marR="5080" indent="-20002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Roboto"/>
                <a:cs typeface="Roboto"/>
              </a:rPr>
              <a:t>Pain</a:t>
            </a:r>
            <a:r>
              <a:rPr sz="1800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FFFFFF"/>
                </a:solidFill>
                <a:latin typeface="Roboto"/>
                <a:cs typeface="Roboto"/>
              </a:rPr>
              <a:t>Points</a:t>
            </a:r>
            <a:r>
              <a:rPr sz="18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Roboto"/>
                <a:cs typeface="Roboto"/>
              </a:rPr>
              <a:t>&amp; </a:t>
            </a:r>
            <a:r>
              <a:rPr sz="1800" spc="-10" dirty="0">
                <a:solidFill>
                  <a:srgbClr val="FFFFFF"/>
                </a:solidFill>
                <a:latin typeface="Roboto"/>
                <a:cs typeface="Roboto"/>
              </a:rPr>
              <a:t>Solutions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91966" y="5060950"/>
            <a:ext cx="5130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FB8018"/>
                </a:solidFill>
                <a:latin typeface="Segoe UI Emoji"/>
                <a:cs typeface="Segoe UI Emoji"/>
              </a:rPr>
              <a:t>😲</a:t>
            </a:r>
            <a:endParaRPr sz="2800">
              <a:latin typeface="Segoe UI Emoji"/>
              <a:cs typeface="Segoe UI Emoj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95465" y="5029327"/>
            <a:ext cx="5842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270" dirty="0">
                <a:solidFill>
                  <a:srgbClr val="FB8018"/>
                </a:solidFill>
                <a:latin typeface="Segoe UI Emoji"/>
                <a:cs typeface="Segoe UI Emoji"/>
              </a:rPr>
              <a:t>☺️</a:t>
            </a:r>
            <a:endParaRPr sz="3200">
              <a:latin typeface="Segoe UI Emoji"/>
              <a:cs typeface="Segoe UI Emoj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843643" y="4953380"/>
            <a:ext cx="6534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solidFill>
                  <a:srgbClr val="FB8018"/>
                </a:solidFill>
                <a:latin typeface="Segoe UI Emoji"/>
                <a:cs typeface="Segoe UI Emoji"/>
              </a:rPr>
              <a:t>😁</a:t>
            </a:r>
            <a:endParaRPr sz="3600">
              <a:latin typeface="Segoe UI Emoji"/>
              <a:cs typeface="Segoe UI Emoj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791961" y="733805"/>
            <a:ext cx="2047239" cy="563880"/>
          </a:xfrm>
          <a:custGeom>
            <a:avLst/>
            <a:gdLst/>
            <a:ahLst/>
            <a:cxnLst/>
            <a:rect l="l" t="t" r="r" b="b"/>
            <a:pathLst>
              <a:path w="2047240" h="563880">
                <a:moveTo>
                  <a:pt x="0" y="0"/>
                </a:moveTo>
                <a:lnTo>
                  <a:pt x="1764791" y="0"/>
                </a:lnTo>
                <a:lnTo>
                  <a:pt x="2046732" y="281940"/>
                </a:lnTo>
                <a:lnTo>
                  <a:pt x="1764791" y="563880"/>
                </a:lnTo>
                <a:lnTo>
                  <a:pt x="0" y="56388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372859" y="854455"/>
            <a:ext cx="741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Roboto"/>
                <a:cs typeface="Roboto"/>
              </a:rPr>
              <a:t>Search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323069" y="747522"/>
            <a:ext cx="1668780" cy="550545"/>
          </a:xfrm>
          <a:custGeom>
            <a:avLst/>
            <a:gdLst/>
            <a:ahLst/>
            <a:cxnLst/>
            <a:rect l="l" t="t" r="r" b="b"/>
            <a:pathLst>
              <a:path w="1668779" h="550544">
                <a:moveTo>
                  <a:pt x="0" y="0"/>
                </a:moveTo>
                <a:lnTo>
                  <a:pt x="1393698" y="0"/>
                </a:lnTo>
                <a:lnTo>
                  <a:pt x="1668779" y="275081"/>
                </a:lnTo>
                <a:lnTo>
                  <a:pt x="1393698" y="550163"/>
                </a:lnTo>
                <a:lnTo>
                  <a:pt x="0" y="550163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688194" y="861186"/>
            <a:ext cx="802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Roboto"/>
                <a:cs typeface="Roboto"/>
              </a:rPr>
              <a:t>Results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0"/>
            <a:ext cx="11901170" cy="6842125"/>
            <a:chOff x="0" y="0"/>
            <a:chExt cx="11901170" cy="6842125"/>
          </a:xfrm>
        </p:grpSpPr>
        <p:sp>
          <p:nvSpPr>
            <p:cNvPr id="29" name="object 29"/>
            <p:cNvSpPr/>
            <p:nvPr/>
          </p:nvSpPr>
          <p:spPr>
            <a:xfrm>
              <a:off x="11897867" y="726948"/>
              <a:ext cx="0" cy="6115050"/>
            </a:xfrm>
            <a:custGeom>
              <a:avLst/>
              <a:gdLst/>
              <a:ahLst/>
              <a:cxnLst/>
              <a:rect l="l" t="t" r="r" b="b"/>
              <a:pathLst>
                <a:path h="6115050">
                  <a:moveTo>
                    <a:pt x="0" y="0"/>
                  </a:moveTo>
                  <a:lnTo>
                    <a:pt x="0" y="6114859"/>
                  </a:lnTo>
                </a:path>
              </a:pathLst>
            </a:custGeom>
            <a:ln w="6350">
              <a:solidFill>
                <a:srgbClr val="FF99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 descr="Amazon dark Logo PNG Transparent &amp; SVG Vector - Freebie Supply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1409699" cy="121005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01339" y="1373124"/>
              <a:ext cx="920496" cy="204368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49924" y="1368552"/>
              <a:ext cx="926592" cy="205892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89591" y="1363980"/>
              <a:ext cx="934211" cy="207873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441192" y="1635251"/>
              <a:ext cx="6840220" cy="0"/>
            </a:xfrm>
            <a:custGeom>
              <a:avLst/>
              <a:gdLst/>
              <a:ahLst/>
              <a:cxnLst/>
              <a:rect l="l" t="t" r="r" b="b"/>
              <a:pathLst>
                <a:path w="6840220">
                  <a:moveTo>
                    <a:pt x="0" y="0"/>
                  </a:moveTo>
                  <a:lnTo>
                    <a:pt x="243840" y="0"/>
                  </a:lnTo>
                </a:path>
                <a:path w="6840220">
                  <a:moveTo>
                    <a:pt x="6595872" y="0"/>
                  </a:moveTo>
                  <a:lnTo>
                    <a:pt x="6839711" y="0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375154" y="3810380"/>
            <a:ext cx="224536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Wow</a:t>
            </a:r>
            <a:r>
              <a:rPr sz="1600" spc="-1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those</a:t>
            </a:r>
            <a:r>
              <a:rPr sz="1600" spc="-2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are</a:t>
            </a:r>
            <a:r>
              <a:rPr sz="1600" spc="-2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spc="-20" dirty="0">
                <a:solidFill>
                  <a:srgbClr val="FB8018"/>
                </a:solidFill>
                <a:latin typeface="Roboto"/>
                <a:cs typeface="Roboto"/>
              </a:rPr>
              <a:t>some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awesome</a:t>
            </a:r>
            <a:r>
              <a:rPr sz="1600" spc="-4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deals.</a:t>
            </a:r>
            <a:r>
              <a:rPr sz="1600" spc="-4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Do</a:t>
            </a:r>
            <a:r>
              <a:rPr sz="1600" spc="-4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spc="-20" dirty="0">
                <a:solidFill>
                  <a:srgbClr val="FB8018"/>
                </a:solidFill>
                <a:latin typeface="Roboto"/>
                <a:cs typeface="Roboto"/>
              </a:rPr>
              <a:t>they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have</a:t>
            </a:r>
            <a:r>
              <a:rPr sz="1600" spc="-1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it</a:t>
            </a:r>
            <a:r>
              <a:rPr sz="1600" spc="-3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on</a:t>
            </a:r>
            <a:r>
              <a:rPr sz="1600" spc="-1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gym</a:t>
            </a:r>
            <a:r>
              <a:rPr sz="1600" spc="-2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FB8018"/>
                </a:solidFill>
                <a:latin typeface="Roboto"/>
                <a:cs typeface="Roboto"/>
              </a:rPr>
              <a:t>gloves?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155184" y="3807967"/>
            <a:ext cx="305625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I</a:t>
            </a:r>
            <a:r>
              <a:rPr sz="1600" spc="-3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like</a:t>
            </a:r>
            <a:r>
              <a:rPr sz="1600" spc="-4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the</a:t>
            </a:r>
            <a:r>
              <a:rPr sz="1600" spc="-3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suggestions.</a:t>
            </a:r>
            <a:r>
              <a:rPr sz="1600" spc="-2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FB8018"/>
                </a:solidFill>
                <a:latin typeface="Roboto"/>
                <a:cs typeface="Roboto"/>
              </a:rPr>
              <a:t>Don’t</a:t>
            </a:r>
            <a:r>
              <a:rPr sz="1600" spc="-3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spc="-20" dirty="0">
                <a:solidFill>
                  <a:srgbClr val="FB8018"/>
                </a:solidFill>
                <a:latin typeface="Roboto"/>
                <a:cs typeface="Roboto"/>
              </a:rPr>
              <a:t>want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wrist</a:t>
            </a:r>
            <a:r>
              <a:rPr sz="1600" spc="-5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support</a:t>
            </a:r>
            <a:r>
              <a:rPr sz="1600" spc="-3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for</a:t>
            </a:r>
            <a:r>
              <a:rPr sz="1600" spc="-3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FB8018"/>
                </a:solidFill>
                <a:latin typeface="Roboto"/>
                <a:cs typeface="Roboto"/>
              </a:rPr>
              <a:t>now.</a:t>
            </a:r>
            <a:r>
              <a:rPr sz="1600" spc="-3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Lets</a:t>
            </a:r>
            <a:r>
              <a:rPr sz="1600" spc="-4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spc="-20" dirty="0">
                <a:solidFill>
                  <a:srgbClr val="FB8018"/>
                </a:solidFill>
                <a:latin typeface="Roboto"/>
                <a:cs typeface="Roboto"/>
              </a:rPr>
              <a:t>check </a:t>
            </a:r>
            <a:r>
              <a:rPr sz="1600" spc="-10" dirty="0">
                <a:solidFill>
                  <a:srgbClr val="FB8018"/>
                </a:solidFill>
                <a:latin typeface="Roboto"/>
                <a:cs typeface="Roboto"/>
              </a:rPr>
              <a:t>“gym</a:t>
            </a:r>
            <a:r>
              <a:rPr sz="1600" spc="-3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gloves</a:t>
            </a:r>
            <a:r>
              <a:rPr sz="1600" spc="-3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for</a:t>
            </a:r>
            <a:r>
              <a:rPr sz="1600" spc="-3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spc="-20" dirty="0">
                <a:solidFill>
                  <a:srgbClr val="FB8018"/>
                </a:solidFill>
                <a:latin typeface="Roboto"/>
                <a:cs typeface="Roboto"/>
              </a:rPr>
              <a:t>men”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598789" y="3871340"/>
            <a:ext cx="30073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These</a:t>
            </a:r>
            <a:r>
              <a:rPr sz="1600" spc="-2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are</a:t>
            </a:r>
            <a:r>
              <a:rPr sz="1600" spc="-3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awesome</a:t>
            </a:r>
            <a:r>
              <a:rPr sz="1600" spc="-2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choices</a:t>
            </a:r>
            <a:r>
              <a:rPr sz="1600" spc="-3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spc="-25" dirty="0">
                <a:solidFill>
                  <a:srgbClr val="FB8018"/>
                </a:solidFill>
                <a:latin typeface="Roboto"/>
                <a:cs typeface="Roboto"/>
              </a:rPr>
              <a:t>and </a:t>
            </a:r>
            <a:r>
              <a:rPr sz="1600" spc="-10" dirty="0">
                <a:solidFill>
                  <a:srgbClr val="FB8018"/>
                </a:solidFill>
                <a:latin typeface="Roboto"/>
                <a:cs typeface="Roboto"/>
              </a:rPr>
              <a:t>deals!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4666" y="207263"/>
            <a:ext cx="834961" cy="1783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49546" y="197230"/>
            <a:ext cx="1142822" cy="17830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507482" y="207263"/>
            <a:ext cx="1599565" cy="178435"/>
            <a:chOff x="5507482" y="207263"/>
            <a:chExt cx="1599565" cy="17843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8371" y="207263"/>
              <a:ext cx="1598168" cy="1783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507482" y="368807"/>
              <a:ext cx="1504315" cy="3175"/>
            </a:xfrm>
            <a:custGeom>
              <a:avLst/>
              <a:gdLst/>
              <a:ahLst/>
              <a:cxnLst/>
              <a:rect l="l" t="t" r="r" b="b"/>
              <a:pathLst>
                <a:path w="1504315" h="3175">
                  <a:moveTo>
                    <a:pt x="150418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1504188" y="3047"/>
                  </a:lnTo>
                  <a:lnTo>
                    <a:pt x="1504188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24394" y="197230"/>
            <a:ext cx="2014854" cy="1783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75393" y="189229"/>
            <a:ext cx="989215" cy="17830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0" y="726948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635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0218" y="1876805"/>
            <a:ext cx="1838325" cy="678180"/>
          </a:xfrm>
          <a:custGeom>
            <a:avLst/>
            <a:gdLst/>
            <a:ahLst/>
            <a:cxnLst/>
            <a:rect l="l" t="t" r="r" b="b"/>
            <a:pathLst>
              <a:path w="1838325" h="678180">
                <a:moveTo>
                  <a:pt x="0" y="113030"/>
                </a:moveTo>
                <a:lnTo>
                  <a:pt x="8883" y="69008"/>
                </a:lnTo>
                <a:lnTo>
                  <a:pt x="33107" y="33083"/>
                </a:lnTo>
                <a:lnTo>
                  <a:pt x="69035" y="8874"/>
                </a:lnTo>
                <a:lnTo>
                  <a:pt x="113029" y="0"/>
                </a:lnTo>
                <a:lnTo>
                  <a:pt x="1724914" y="0"/>
                </a:lnTo>
                <a:lnTo>
                  <a:pt x="1768935" y="8874"/>
                </a:lnTo>
                <a:lnTo>
                  <a:pt x="1804860" y="33083"/>
                </a:lnTo>
                <a:lnTo>
                  <a:pt x="1829069" y="69008"/>
                </a:lnTo>
                <a:lnTo>
                  <a:pt x="1837944" y="113030"/>
                </a:lnTo>
                <a:lnTo>
                  <a:pt x="1837944" y="565150"/>
                </a:lnTo>
                <a:lnTo>
                  <a:pt x="1829069" y="609117"/>
                </a:lnTo>
                <a:lnTo>
                  <a:pt x="1804860" y="645048"/>
                </a:lnTo>
                <a:lnTo>
                  <a:pt x="1768935" y="669288"/>
                </a:lnTo>
                <a:lnTo>
                  <a:pt x="1724914" y="678180"/>
                </a:lnTo>
                <a:lnTo>
                  <a:pt x="113029" y="678180"/>
                </a:lnTo>
                <a:lnTo>
                  <a:pt x="69035" y="669288"/>
                </a:lnTo>
                <a:lnTo>
                  <a:pt x="33107" y="645048"/>
                </a:lnTo>
                <a:lnTo>
                  <a:pt x="8883" y="609117"/>
                </a:lnTo>
                <a:lnTo>
                  <a:pt x="0" y="565150"/>
                </a:lnTo>
                <a:lnTo>
                  <a:pt x="0" y="113030"/>
                </a:lnTo>
                <a:close/>
              </a:path>
            </a:pathLst>
          </a:custGeom>
          <a:ln w="254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26719" y="2054478"/>
            <a:ext cx="623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Roboto"/>
                <a:cs typeface="Roboto"/>
              </a:rPr>
              <a:t>Doing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7170" y="3783329"/>
            <a:ext cx="1838325" cy="680085"/>
          </a:xfrm>
          <a:custGeom>
            <a:avLst/>
            <a:gdLst/>
            <a:ahLst/>
            <a:cxnLst/>
            <a:rect l="l" t="t" r="r" b="b"/>
            <a:pathLst>
              <a:path w="1838325" h="680085">
                <a:moveTo>
                  <a:pt x="0" y="113284"/>
                </a:moveTo>
                <a:lnTo>
                  <a:pt x="8903" y="69169"/>
                </a:lnTo>
                <a:lnTo>
                  <a:pt x="33181" y="33162"/>
                </a:lnTo>
                <a:lnTo>
                  <a:pt x="69190" y="8895"/>
                </a:lnTo>
                <a:lnTo>
                  <a:pt x="113283" y="0"/>
                </a:lnTo>
                <a:lnTo>
                  <a:pt x="1724660" y="0"/>
                </a:lnTo>
                <a:lnTo>
                  <a:pt x="1768774" y="8895"/>
                </a:lnTo>
                <a:lnTo>
                  <a:pt x="1804781" y="33162"/>
                </a:lnTo>
                <a:lnTo>
                  <a:pt x="1829048" y="69169"/>
                </a:lnTo>
                <a:lnTo>
                  <a:pt x="1837944" y="113284"/>
                </a:lnTo>
                <a:lnTo>
                  <a:pt x="1837944" y="566420"/>
                </a:lnTo>
                <a:lnTo>
                  <a:pt x="1829048" y="610534"/>
                </a:lnTo>
                <a:lnTo>
                  <a:pt x="1804781" y="646541"/>
                </a:lnTo>
                <a:lnTo>
                  <a:pt x="1768774" y="670808"/>
                </a:lnTo>
                <a:lnTo>
                  <a:pt x="1724660" y="679704"/>
                </a:lnTo>
                <a:lnTo>
                  <a:pt x="113283" y="679704"/>
                </a:lnTo>
                <a:lnTo>
                  <a:pt x="69190" y="670808"/>
                </a:lnTo>
                <a:lnTo>
                  <a:pt x="33181" y="646541"/>
                </a:lnTo>
                <a:lnTo>
                  <a:pt x="8903" y="610534"/>
                </a:lnTo>
                <a:lnTo>
                  <a:pt x="0" y="566420"/>
                </a:lnTo>
                <a:lnTo>
                  <a:pt x="0" y="113284"/>
                </a:lnTo>
                <a:close/>
              </a:path>
            </a:pathLst>
          </a:custGeom>
          <a:ln w="254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80110" y="3962780"/>
            <a:ext cx="9124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Roboto"/>
                <a:cs typeface="Roboto"/>
              </a:rPr>
              <a:t>Thinking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7170" y="5016246"/>
            <a:ext cx="1849120" cy="629920"/>
          </a:xfrm>
          <a:custGeom>
            <a:avLst/>
            <a:gdLst/>
            <a:ahLst/>
            <a:cxnLst/>
            <a:rect l="l" t="t" r="r" b="b"/>
            <a:pathLst>
              <a:path w="1849120" h="629920">
                <a:moveTo>
                  <a:pt x="0" y="104901"/>
                </a:moveTo>
                <a:lnTo>
                  <a:pt x="8243" y="64079"/>
                </a:lnTo>
                <a:lnTo>
                  <a:pt x="30724" y="30733"/>
                </a:lnTo>
                <a:lnTo>
                  <a:pt x="64068" y="8247"/>
                </a:lnTo>
                <a:lnTo>
                  <a:pt x="104901" y="0"/>
                </a:lnTo>
                <a:lnTo>
                  <a:pt x="1743710" y="0"/>
                </a:lnTo>
                <a:lnTo>
                  <a:pt x="1784532" y="8247"/>
                </a:lnTo>
                <a:lnTo>
                  <a:pt x="1817877" y="30733"/>
                </a:lnTo>
                <a:lnTo>
                  <a:pt x="1840364" y="64079"/>
                </a:lnTo>
                <a:lnTo>
                  <a:pt x="1848612" y="104901"/>
                </a:lnTo>
                <a:lnTo>
                  <a:pt x="1848612" y="524509"/>
                </a:lnTo>
                <a:lnTo>
                  <a:pt x="1840364" y="565343"/>
                </a:lnTo>
                <a:lnTo>
                  <a:pt x="1817878" y="598687"/>
                </a:lnTo>
                <a:lnTo>
                  <a:pt x="1784532" y="621168"/>
                </a:lnTo>
                <a:lnTo>
                  <a:pt x="1743710" y="629411"/>
                </a:lnTo>
                <a:lnTo>
                  <a:pt x="104901" y="629411"/>
                </a:lnTo>
                <a:lnTo>
                  <a:pt x="64068" y="621168"/>
                </a:lnTo>
                <a:lnTo>
                  <a:pt x="30724" y="598687"/>
                </a:lnTo>
                <a:lnTo>
                  <a:pt x="8243" y="565343"/>
                </a:lnTo>
                <a:lnTo>
                  <a:pt x="0" y="524509"/>
                </a:lnTo>
                <a:lnTo>
                  <a:pt x="0" y="104901"/>
                </a:lnTo>
                <a:close/>
              </a:path>
            </a:pathLst>
          </a:custGeom>
          <a:ln w="25399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52652" y="5171058"/>
            <a:ext cx="773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Roboto"/>
                <a:cs typeface="Roboto"/>
              </a:rPr>
              <a:t>Feeling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92729" y="755141"/>
            <a:ext cx="1838325" cy="559435"/>
          </a:xfrm>
          <a:custGeom>
            <a:avLst/>
            <a:gdLst/>
            <a:ahLst/>
            <a:cxnLst/>
            <a:rect l="l" t="t" r="r" b="b"/>
            <a:pathLst>
              <a:path w="1838325" h="559435">
                <a:moveTo>
                  <a:pt x="0" y="0"/>
                </a:moveTo>
                <a:lnTo>
                  <a:pt x="1558290" y="0"/>
                </a:lnTo>
                <a:lnTo>
                  <a:pt x="1837944" y="279654"/>
                </a:lnTo>
                <a:lnTo>
                  <a:pt x="1558290" y="559308"/>
                </a:lnTo>
                <a:lnTo>
                  <a:pt x="0" y="5593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79121" y="723773"/>
            <a:ext cx="11878945" cy="6137910"/>
            <a:chOff x="79121" y="723773"/>
            <a:chExt cx="11878945" cy="6137910"/>
          </a:xfrm>
        </p:grpSpPr>
        <p:sp>
          <p:nvSpPr>
            <p:cNvPr id="18" name="object 18"/>
            <p:cNvSpPr/>
            <p:nvPr/>
          </p:nvSpPr>
          <p:spPr>
            <a:xfrm>
              <a:off x="82296" y="726948"/>
              <a:ext cx="11872595" cy="6131560"/>
            </a:xfrm>
            <a:custGeom>
              <a:avLst/>
              <a:gdLst/>
              <a:ahLst/>
              <a:cxnLst/>
              <a:rect l="l" t="t" r="r" b="b"/>
              <a:pathLst>
                <a:path w="11872595" h="6131559">
                  <a:moveTo>
                    <a:pt x="2161032" y="19812"/>
                  </a:moveTo>
                  <a:lnTo>
                    <a:pt x="2161032" y="6131052"/>
                  </a:lnTo>
                </a:path>
                <a:path w="11872595" h="6131559">
                  <a:moveTo>
                    <a:pt x="0" y="4977383"/>
                  </a:moveTo>
                  <a:lnTo>
                    <a:pt x="11872087" y="4977383"/>
                  </a:lnTo>
                </a:path>
                <a:path w="11872595" h="6131559">
                  <a:moveTo>
                    <a:pt x="0" y="4211701"/>
                  </a:moveTo>
                  <a:lnTo>
                    <a:pt x="11815318" y="4198620"/>
                  </a:lnTo>
                </a:path>
                <a:path w="11872595" h="6131559">
                  <a:moveTo>
                    <a:pt x="57911" y="2749296"/>
                  </a:moveTo>
                  <a:lnTo>
                    <a:pt x="11816461" y="2749296"/>
                  </a:lnTo>
                </a:path>
                <a:path w="11872595" h="6131559">
                  <a:moveTo>
                    <a:pt x="4815840" y="0"/>
                  </a:moveTo>
                  <a:lnTo>
                    <a:pt x="4815840" y="6120140"/>
                  </a:lnTo>
                </a:path>
                <a:path w="11872595" h="6131559">
                  <a:moveTo>
                    <a:pt x="8397240" y="0"/>
                  </a:moveTo>
                  <a:lnTo>
                    <a:pt x="8397240" y="6131051"/>
                  </a:lnTo>
                </a:path>
              </a:pathLst>
            </a:custGeom>
            <a:ln w="6350">
              <a:solidFill>
                <a:srgbClr val="FF99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05678" y="749046"/>
              <a:ext cx="2047239" cy="563880"/>
            </a:xfrm>
            <a:custGeom>
              <a:avLst/>
              <a:gdLst/>
              <a:ahLst/>
              <a:cxnLst/>
              <a:rect l="l" t="t" r="r" b="b"/>
              <a:pathLst>
                <a:path w="2047240" h="563880">
                  <a:moveTo>
                    <a:pt x="0" y="0"/>
                  </a:moveTo>
                  <a:lnTo>
                    <a:pt x="1764792" y="0"/>
                  </a:lnTo>
                  <a:lnTo>
                    <a:pt x="2046731" y="281939"/>
                  </a:lnTo>
                  <a:lnTo>
                    <a:pt x="1764792" y="563879"/>
                  </a:lnTo>
                  <a:lnTo>
                    <a:pt x="0" y="563879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933445" y="873378"/>
            <a:ext cx="1416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Roboto"/>
                <a:cs typeface="Roboto"/>
              </a:rPr>
              <a:t>Product</a:t>
            </a:r>
            <a:r>
              <a:rPr sz="1800" spc="-6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Roboto"/>
                <a:cs typeface="Roboto"/>
              </a:rPr>
              <a:t>Page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17170" y="5822441"/>
            <a:ext cx="1838325" cy="733425"/>
          </a:xfrm>
          <a:custGeom>
            <a:avLst/>
            <a:gdLst/>
            <a:ahLst/>
            <a:cxnLst/>
            <a:rect l="l" t="t" r="r" b="b"/>
            <a:pathLst>
              <a:path w="1838325" h="733425">
                <a:moveTo>
                  <a:pt x="0" y="122174"/>
                </a:moveTo>
                <a:lnTo>
                  <a:pt x="9601" y="74618"/>
                </a:lnTo>
                <a:lnTo>
                  <a:pt x="35783" y="35783"/>
                </a:lnTo>
                <a:lnTo>
                  <a:pt x="74618" y="9601"/>
                </a:lnTo>
                <a:lnTo>
                  <a:pt x="122173" y="0"/>
                </a:lnTo>
                <a:lnTo>
                  <a:pt x="1715770" y="0"/>
                </a:lnTo>
                <a:lnTo>
                  <a:pt x="1763309" y="9601"/>
                </a:lnTo>
                <a:lnTo>
                  <a:pt x="1802145" y="35783"/>
                </a:lnTo>
                <a:lnTo>
                  <a:pt x="1828337" y="74618"/>
                </a:lnTo>
                <a:lnTo>
                  <a:pt x="1837944" y="122174"/>
                </a:lnTo>
                <a:lnTo>
                  <a:pt x="1837944" y="610870"/>
                </a:lnTo>
                <a:lnTo>
                  <a:pt x="1828337" y="658425"/>
                </a:lnTo>
                <a:lnTo>
                  <a:pt x="1802145" y="697260"/>
                </a:lnTo>
                <a:lnTo>
                  <a:pt x="1763309" y="723442"/>
                </a:lnTo>
                <a:lnTo>
                  <a:pt x="1715770" y="733044"/>
                </a:lnTo>
                <a:lnTo>
                  <a:pt x="122173" y="733044"/>
                </a:lnTo>
                <a:lnTo>
                  <a:pt x="74618" y="723442"/>
                </a:lnTo>
                <a:lnTo>
                  <a:pt x="35783" y="697260"/>
                </a:lnTo>
                <a:lnTo>
                  <a:pt x="9601" y="658425"/>
                </a:lnTo>
                <a:lnTo>
                  <a:pt x="0" y="610870"/>
                </a:lnTo>
                <a:lnTo>
                  <a:pt x="0" y="122174"/>
                </a:lnTo>
                <a:close/>
              </a:path>
            </a:pathLst>
          </a:custGeom>
          <a:ln w="254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35051" y="5891580"/>
            <a:ext cx="14027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2090" marR="5080" indent="-20002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Roboto"/>
                <a:cs typeface="Roboto"/>
              </a:rPr>
              <a:t>Pain</a:t>
            </a:r>
            <a:r>
              <a:rPr sz="1800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FFFFFF"/>
                </a:solidFill>
                <a:latin typeface="Roboto"/>
                <a:cs typeface="Roboto"/>
              </a:rPr>
              <a:t>Points</a:t>
            </a:r>
            <a:r>
              <a:rPr sz="18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Roboto"/>
                <a:cs typeface="Roboto"/>
              </a:rPr>
              <a:t>&amp; </a:t>
            </a:r>
            <a:r>
              <a:rPr sz="1800" spc="-10" dirty="0">
                <a:solidFill>
                  <a:srgbClr val="FFFFFF"/>
                </a:solidFill>
                <a:latin typeface="Roboto"/>
                <a:cs typeface="Roboto"/>
              </a:rPr>
              <a:t>Solutions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290696" y="5034533"/>
            <a:ext cx="5130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FFFFFF"/>
                </a:solidFill>
                <a:latin typeface="Segoe UI Emoji"/>
                <a:cs typeface="Segoe UI Emoji"/>
              </a:rPr>
              <a:t>😕</a:t>
            </a:r>
            <a:endParaRPr sz="2800">
              <a:latin typeface="Segoe UI Emoji"/>
              <a:cs typeface="Segoe UI Emoj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41440" y="5034483"/>
            <a:ext cx="5848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0" dirty="0">
                <a:solidFill>
                  <a:srgbClr val="FB8018"/>
                </a:solidFill>
                <a:latin typeface="Segoe UI Emoji"/>
                <a:cs typeface="Segoe UI Emoji"/>
              </a:rPr>
              <a:t>😐</a:t>
            </a:r>
            <a:endParaRPr sz="3200">
              <a:latin typeface="Segoe UI Emoji"/>
              <a:cs typeface="Segoe UI Emoj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057003" y="5054041"/>
            <a:ext cx="5848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0" dirty="0">
                <a:solidFill>
                  <a:srgbClr val="FB8018"/>
                </a:solidFill>
                <a:latin typeface="Segoe UI Emoji"/>
                <a:cs typeface="Segoe UI Emoji"/>
              </a:rPr>
              <a:t>😐</a:t>
            </a:r>
            <a:endParaRPr sz="3200">
              <a:latin typeface="Segoe UI Emoji"/>
              <a:cs typeface="Segoe UI Emoj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58814" y="869950"/>
            <a:ext cx="9982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Roboto"/>
                <a:cs typeface="Roboto"/>
              </a:rPr>
              <a:t>Checkout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544050" y="762762"/>
            <a:ext cx="1667510" cy="550545"/>
          </a:xfrm>
          <a:custGeom>
            <a:avLst/>
            <a:gdLst/>
            <a:ahLst/>
            <a:cxnLst/>
            <a:rect l="l" t="t" r="r" b="b"/>
            <a:pathLst>
              <a:path w="1667509" h="550544">
                <a:moveTo>
                  <a:pt x="0" y="0"/>
                </a:moveTo>
                <a:lnTo>
                  <a:pt x="1392174" y="0"/>
                </a:lnTo>
                <a:lnTo>
                  <a:pt x="1667255" y="275082"/>
                </a:lnTo>
                <a:lnTo>
                  <a:pt x="1392174" y="550163"/>
                </a:lnTo>
                <a:lnTo>
                  <a:pt x="0" y="55016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641205" y="876680"/>
            <a:ext cx="1334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Roboto"/>
                <a:cs typeface="Roboto"/>
              </a:rPr>
              <a:t>Enter</a:t>
            </a:r>
            <a:r>
              <a:rPr sz="1800" spc="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Roboto"/>
                <a:cs typeface="Roboto"/>
              </a:rPr>
              <a:t>Details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0" y="0"/>
            <a:ext cx="11901170" cy="6842125"/>
            <a:chOff x="0" y="0"/>
            <a:chExt cx="11901170" cy="6842125"/>
          </a:xfrm>
        </p:grpSpPr>
        <p:sp>
          <p:nvSpPr>
            <p:cNvPr id="30" name="object 30"/>
            <p:cNvSpPr/>
            <p:nvPr/>
          </p:nvSpPr>
          <p:spPr>
            <a:xfrm>
              <a:off x="11897867" y="726948"/>
              <a:ext cx="0" cy="6115050"/>
            </a:xfrm>
            <a:custGeom>
              <a:avLst/>
              <a:gdLst/>
              <a:ahLst/>
              <a:cxnLst/>
              <a:rect l="l" t="t" r="r" b="b"/>
              <a:pathLst>
                <a:path h="6115050">
                  <a:moveTo>
                    <a:pt x="0" y="0"/>
                  </a:moveTo>
                  <a:lnTo>
                    <a:pt x="0" y="6114859"/>
                  </a:lnTo>
                </a:path>
              </a:pathLst>
            </a:custGeom>
            <a:ln w="6350">
              <a:solidFill>
                <a:srgbClr val="FF99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 descr="Amazon dark Logo PNG Transparent &amp; SVG Vector - Freebie Supply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1409699" cy="121005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30423" y="1421891"/>
              <a:ext cx="914400" cy="203149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9687" y="1427988"/>
              <a:ext cx="911351" cy="202234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14871" y="1421891"/>
              <a:ext cx="911351" cy="202387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57231" y="1399032"/>
              <a:ext cx="925068" cy="205435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989831" y="2746248"/>
              <a:ext cx="281940" cy="0"/>
            </a:xfrm>
            <a:custGeom>
              <a:avLst/>
              <a:gdLst/>
              <a:ahLst/>
              <a:cxnLst/>
              <a:rect l="l" t="t" r="r" b="b"/>
              <a:pathLst>
                <a:path w="281939">
                  <a:moveTo>
                    <a:pt x="0" y="0"/>
                  </a:moveTo>
                  <a:lnTo>
                    <a:pt x="281431" y="0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349746" y="2193289"/>
              <a:ext cx="651510" cy="1151890"/>
            </a:xfrm>
            <a:custGeom>
              <a:avLst/>
              <a:gdLst/>
              <a:ahLst/>
              <a:cxnLst/>
              <a:rect l="l" t="t" r="r" b="b"/>
              <a:pathLst>
                <a:path w="651509" h="1151889">
                  <a:moveTo>
                    <a:pt x="409702" y="0"/>
                  </a:moveTo>
                  <a:lnTo>
                    <a:pt x="0" y="0"/>
                  </a:lnTo>
                  <a:lnTo>
                    <a:pt x="0" y="254000"/>
                  </a:lnTo>
                  <a:lnTo>
                    <a:pt x="409702" y="254000"/>
                  </a:lnTo>
                  <a:lnTo>
                    <a:pt x="409702" y="0"/>
                  </a:lnTo>
                  <a:close/>
                </a:path>
                <a:path w="651509" h="1151889">
                  <a:moveTo>
                    <a:pt x="600202" y="961390"/>
                  </a:moveTo>
                  <a:lnTo>
                    <a:pt x="0" y="961390"/>
                  </a:lnTo>
                  <a:lnTo>
                    <a:pt x="0" y="1151890"/>
                  </a:lnTo>
                  <a:lnTo>
                    <a:pt x="600202" y="1151890"/>
                  </a:lnTo>
                  <a:lnTo>
                    <a:pt x="600202" y="961390"/>
                  </a:lnTo>
                  <a:close/>
                </a:path>
                <a:path w="651509" h="1151889">
                  <a:moveTo>
                    <a:pt x="651002" y="652272"/>
                  </a:moveTo>
                  <a:lnTo>
                    <a:pt x="0" y="652272"/>
                  </a:lnTo>
                  <a:lnTo>
                    <a:pt x="0" y="906272"/>
                  </a:lnTo>
                  <a:lnTo>
                    <a:pt x="651002" y="906272"/>
                  </a:lnTo>
                  <a:lnTo>
                    <a:pt x="651002" y="652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0095738" y="1924050"/>
              <a:ext cx="575945" cy="0"/>
            </a:xfrm>
            <a:custGeom>
              <a:avLst/>
              <a:gdLst/>
              <a:ahLst/>
              <a:cxnLst/>
              <a:rect l="l" t="t" r="r" b="b"/>
              <a:pathLst>
                <a:path w="575945">
                  <a:moveTo>
                    <a:pt x="0" y="0"/>
                  </a:moveTo>
                  <a:lnTo>
                    <a:pt x="575436" y="0"/>
                  </a:lnTo>
                </a:path>
              </a:pathLst>
            </a:custGeom>
            <a:ln w="1079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0005060" y="3279647"/>
              <a:ext cx="140335" cy="0"/>
            </a:xfrm>
            <a:custGeom>
              <a:avLst/>
              <a:gdLst/>
              <a:ahLst/>
              <a:cxnLst/>
              <a:rect l="l" t="t" r="r" b="b"/>
              <a:pathLst>
                <a:path w="140334">
                  <a:moveTo>
                    <a:pt x="0" y="0"/>
                  </a:moveTo>
                  <a:lnTo>
                    <a:pt x="140335" y="0"/>
                  </a:lnTo>
                </a:path>
              </a:pathLst>
            </a:custGeom>
            <a:ln w="603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2411095" y="3604640"/>
            <a:ext cx="231648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I</a:t>
            </a:r>
            <a:r>
              <a:rPr sz="1600" spc="-1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like</a:t>
            </a:r>
            <a:r>
              <a:rPr sz="1600" spc="-2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this</a:t>
            </a:r>
            <a:r>
              <a:rPr sz="1600" spc="-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blue</a:t>
            </a:r>
            <a:r>
              <a:rPr sz="1600" spc="-2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FB8018"/>
                </a:solidFill>
                <a:latin typeface="Roboto"/>
                <a:cs typeface="Roboto"/>
              </a:rPr>
              <a:t>variant.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Why</a:t>
            </a:r>
            <a:r>
              <a:rPr sz="1600" spc="-10" dirty="0">
                <a:solidFill>
                  <a:srgbClr val="FB8018"/>
                </a:solidFill>
                <a:latin typeface="Roboto"/>
                <a:cs typeface="Roboto"/>
              </a:rPr>
              <a:t> doesn’t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this</a:t>
            </a:r>
            <a:r>
              <a:rPr sz="1600" spc="-2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FB8018"/>
                </a:solidFill>
                <a:latin typeface="Roboto"/>
                <a:cs typeface="Roboto"/>
              </a:rPr>
              <a:t>include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a</a:t>
            </a:r>
            <a:r>
              <a:rPr sz="1600" spc="-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size</a:t>
            </a:r>
            <a:r>
              <a:rPr sz="1600" spc="-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chart</a:t>
            </a:r>
            <a:r>
              <a:rPr sz="1600" spc="-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FB8018"/>
                </a:solidFill>
                <a:latin typeface="Roboto"/>
                <a:cs typeface="Roboto"/>
              </a:rPr>
              <a:t>description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like</a:t>
            </a:r>
            <a:r>
              <a:rPr sz="1600" spc="-3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clothes?</a:t>
            </a:r>
            <a:r>
              <a:rPr sz="1600" spc="-3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I</a:t>
            </a:r>
            <a:r>
              <a:rPr sz="1600" spc="-3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don’t</a:t>
            </a:r>
            <a:r>
              <a:rPr sz="1600" spc="-3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spc="-20" dirty="0">
                <a:solidFill>
                  <a:srgbClr val="FB8018"/>
                </a:solidFill>
                <a:latin typeface="Roboto"/>
                <a:cs typeface="Roboto"/>
              </a:rPr>
              <a:t>know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what</a:t>
            </a:r>
            <a:r>
              <a:rPr sz="1600" spc="-2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to</a:t>
            </a:r>
            <a:r>
              <a:rPr sz="1600" spc="-2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measure</a:t>
            </a:r>
            <a:r>
              <a:rPr sz="1600" spc="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spc="-25" dirty="0">
                <a:solidFill>
                  <a:srgbClr val="FB8018"/>
                </a:solidFill>
                <a:latin typeface="Roboto"/>
                <a:cs typeface="Roboto"/>
              </a:rPr>
              <a:t>now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218557" y="5960160"/>
            <a:ext cx="258762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B8018"/>
                </a:solidFill>
                <a:latin typeface="Roboto"/>
                <a:cs typeface="Roboto"/>
              </a:rPr>
              <a:t>Forgets</a:t>
            </a:r>
            <a:r>
              <a:rPr sz="1400" b="1" spc="-5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400" b="1" dirty="0">
                <a:solidFill>
                  <a:srgbClr val="FB8018"/>
                </a:solidFill>
                <a:latin typeface="Roboto"/>
                <a:cs typeface="Roboto"/>
              </a:rPr>
              <a:t>to</a:t>
            </a:r>
            <a:r>
              <a:rPr sz="1400" b="1" spc="-1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400" b="1" dirty="0">
                <a:solidFill>
                  <a:srgbClr val="FB8018"/>
                </a:solidFill>
                <a:latin typeface="Roboto"/>
                <a:cs typeface="Roboto"/>
              </a:rPr>
              <a:t>delete</a:t>
            </a:r>
            <a:r>
              <a:rPr sz="1400" b="1" spc="-4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400" b="1" dirty="0">
                <a:solidFill>
                  <a:srgbClr val="FB8018"/>
                </a:solidFill>
                <a:latin typeface="Roboto"/>
                <a:cs typeface="Roboto"/>
              </a:rPr>
              <a:t>old</a:t>
            </a:r>
            <a:r>
              <a:rPr sz="1400" b="1" spc="-2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400" b="1" spc="-10" dirty="0">
                <a:solidFill>
                  <a:srgbClr val="FB8018"/>
                </a:solidFill>
                <a:latin typeface="Roboto"/>
                <a:cs typeface="Roboto"/>
              </a:rPr>
              <a:t>addresses.</a:t>
            </a: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B8018"/>
                </a:solidFill>
                <a:latin typeface="Roboto"/>
                <a:cs typeface="Roboto"/>
              </a:rPr>
              <a:t>Simple</a:t>
            </a:r>
            <a:r>
              <a:rPr sz="1400" spc="-3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FB8018"/>
                </a:solidFill>
                <a:latin typeface="Roboto"/>
                <a:cs typeface="Roboto"/>
              </a:rPr>
              <a:t>periodical</a:t>
            </a:r>
            <a:r>
              <a:rPr sz="1400" spc="-4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FB8018"/>
                </a:solidFill>
                <a:latin typeface="Roboto"/>
                <a:cs typeface="Roboto"/>
              </a:rPr>
              <a:t>reminders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154929" y="3854272"/>
            <a:ext cx="2773045" cy="757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I</a:t>
            </a:r>
            <a:r>
              <a:rPr sz="1600" spc="-2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have</a:t>
            </a:r>
            <a:r>
              <a:rPr sz="1600" spc="-2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many</a:t>
            </a:r>
            <a:r>
              <a:rPr sz="1600" spc="-2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addresses</a:t>
            </a:r>
            <a:r>
              <a:rPr sz="1600" spc="-1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FB8018"/>
                </a:solidFill>
                <a:latin typeface="Roboto"/>
                <a:cs typeface="Roboto"/>
              </a:rPr>
              <a:t>saved.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Have</a:t>
            </a:r>
            <a:r>
              <a:rPr sz="1600" spc="1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to</a:t>
            </a:r>
            <a:r>
              <a:rPr sz="1600" spc="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delete</a:t>
            </a:r>
            <a:r>
              <a:rPr sz="1600" spc="1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a</a:t>
            </a:r>
            <a:r>
              <a:rPr sz="1600" spc="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few</a:t>
            </a:r>
            <a:r>
              <a:rPr sz="1600" spc="1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of </a:t>
            </a:r>
            <a:r>
              <a:rPr sz="1600" spc="-20" dirty="0">
                <a:solidFill>
                  <a:srgbClr val="FB8018"/>
                </a:solidFill>
                <a:latin typeface="Roboto"/>
                <a:cs typeface="Roboto"/>
              </a:rPr>
              <a:t>them </a:t>
            </a:r>
            <a:r>
              <a:rPr sz="1600" spc="-10" dirty="0">
                <a:solidFill>
                  <a:srgbClr val="FB8018"/>
                </a:solidFill>
                <a:latin typeface="Roboto"/>
                <a:cs typeface="Roboto"/>
              </a:rPr>
              <a:t>later.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608821" y="3727830"/>
            <a:ext cx="283337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I</a:t>
            </a:r>
            <a:r>
              <a:rPr sz="1600" spc="-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think</a:t>
            </a:r>
            <a:r>
              <a:rPr sz="1600" spc="-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I</a:t>
            </a:r>
            <a:r>
              <a:rPr sz="1600" spc="-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will</a:t>
            </a:r>
            <a:r>
              <a:rPr sz="1600" spc="-3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be</a:t>
            </a:r>
            <a:r>
              <a:rPr sz="1600" spc="1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at</a:t>
            </a:r>
            <a:r>
              <a:rPr sz="1600" spc="-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home</a:t>
            </a:r>
            <a:r>
              <a:rPr sz="1600" spc="1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on </a:t>
            </a:r>
            <a:r>
              <a:rPr sz="1600" spc="-20" dirty="0">
                <a:solidFill>
                  <a:srgbClr val="FB8018"/>
                </a:solidFill>
                <a:latin typeface="Roboto"/>
                <a:cs typeface="Roboto"/>
              </a:rPr>
              <a:t>that day.</a:t>
            </a:r>
            <a:r>
              <a:rPr sz="1600" spc="-2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Lets</a:t>
            </a:r>
            <a:r>
              <a:rPr sz="1600" spc="-1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select</a:t>
            </a:r>
            <a:r>
              <a:rPr sz="1600" spc="-2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other</a:t>
            </a:r>
            <a:r>
              <a:rPr sz="1600" spc="-10" dirty="0">
                <a:solidFill>
                  <a:srgbClr val="FB8018"/>
                </a:solidFill>
                <a:latin typeface="Roboto"/>
                <a:cs typeface="Roboto"/>
              </a:rPr>
              <a:t> details quickly.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335529" y="5748324"/>
            <a:ext cx="21120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B8018"/>
                </a:solidFill>
                <a:latin typeface="Roboto"/>
                <a:cs typeface="Roboto"/>
              </a:rPr>
              <a:t>Size</a:t>
            </a:r>
            <a:r>
              <a:rPr sz="1200" b="1" spc="-2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FB8018"/>
                </a:solidFill>
                <a:latin typeface="Roboto"/>
                <a:cs typeface="Roboto"/>
              </a:rPr>
              <a:t>Chart</a:t>
            </a:r>
            <a:r>
              <a:rPr sz="1200" b="1" spc="-1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FB8018"/>
                </a:solidFill>
                <a:latin typeface="Roboto"/>
                <a:cs typeface="Roboto"/>
              </a:rPr>
              <a:t>not</a:t>
            </a:r>
            <a:r>
              <a:rPr sz="1200" b="1" spc="-2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200" b="1" dirty="0">
                <a:solidFill>
                  <a:srgbClr val="FB8018"/>
                </a:solidFill>
                <a:latin typeface="Roboto"/>
                <a:cs typeface="Roboto"/>
              </a:rPr>
              <a:t>always</a:t>
            </a:r>
            <a:r>
              <a:rPr sz="1200" b="1" spc="-1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200" b="1" spc="-10" dirty="0">
                <a:solidFill>
                  <a:srgbClr val="FB8018"/>
                </a:solidFill>
                <a:latin typeface="Roboto"/>
                <a:cs typeface="Roboto"/>
              </a:rPr>
              <a:t>present.</a:t>
            </a: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solidFill>
                  <a:srgbClr val="FB8018"/>
                </a:solidFill>
                <a:latin typeface="Roboto"/>
                <a:cs typeface="Roboto"/>
              </a:rPr>
              <a:t>Inadequate</a:t>
            </a:r>
            <a:r>
              <a:rPr sz="1200" b="1" spc="-3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200" b="1" spc="-10" dirty="0">
                <a:solidFill>
                  <a:srgbClr val="FB8018"/>
                </a:solidFill>
                <a:latin typeface="Roboto"/>
                <a:cs typeface="Roboto"/>
              </a:rPr>
              <a:t>Filters</a:t>
            </a:r>
            <a:endParaRPr sz="1200">
              <a:latin typeface="Roboto"/>
              <a:cs typeface="Roboto"/>
            </a:endParaRPr>
          </a:p>
          <a:p>
            <a:pPr marL="12700" marR="8890">
              <a:lnSpc>
                <a:spcPct val="100000"/>
              </a:lnSpc>
            </a:pPr>
            <a:r>
              <a:rPr sz="1200" dirty="0">
                <a:solidFill>
                  <a:srgbClr val="FB8018"/>
                </a:solidFill>
                <a:latin typeface="Roboto"/>
                <a:cs typeface="Roboto"/>
              </a:rPr>
              <a:t>Need</a:t>
            </a:r>
            <a:r>
              <a:rPr sz="1200" spc="-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FB8018"/>
                </a:solidFill>
                <a:latin typeface="Roboto"/>
                <a:cs typeface="Roboto"/>
              </a:rPr>
              <a:t>to insert</a:t>
            </a:r>
            <a:r>
              <a:rPr sz="1200" spc="-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FB8018"/>
                </a:solidFill>
                <a:latin typeface="Roboto"/>
                <a:cs typeface="Roboto"/>
              </a:rPr>
              <a:t>size chart</a:t>
            </a:r>
            <a:r>
              <a:rPr sz="1200" spc="1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FB8018"/>
                </a:solidFill>
                <a:latin typeface="Roboto"/>
                <a:cs typeface="Roboto"/>
              </a:rPr>
              <a:t>and </a:t>
            </a:r>
            <a:r>
              <a:rPr sz="1200" dirty="0">
                <a:solidFill>
                  <a:srgbClr val="FB8018"/>
                </a:solidFill>
                <a:latin typeface="Roboto"/>
                <a:cs typeface="Roboto"/>
              </a:rPr>
              <a:t>describe</a:t>
            </a:r>
            <a:r>
              <a:rPr sz="1200" spc="-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FB8018"/>
                </a:solidFill>
                <a:latin typeface="Roboto"/>
                <a:cs typeface="Roboto"/>
              </a:rPr>
              <a:t>how to</a:t>
            </a:r>
            <a:r>
              <a:rPr sz="1200" spc="-1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FB8018"/>
                </a:solidFill>
                <a:latin typeface="Roboto"/>
                <a:cs typeface="Roboto"/>
              </a:rPr>
              <a:t>measure.</a:t>
            </a:r>
            <a:r>
              <a:rPr sz="1200" spc="1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FB8018"/>
                </a:solidFill>
                <a:latin typeface="Roboto"/>
                <a:cs typeface="Roboto"/>
              </a:rPr>
              <a:t>Add </a:t>
            </a:r>
            <a:r>
              <a:rPr sz="1200" dirty="0">
                <a:solidFill>
                  <a:srgbClr val="FB8018"/>
                </a:solidFill>
                <a:latin typeface="Roboto"/>
                <a:cs typeface="Roboto"/>
              </a:rPr>
              <a:t>desired filters</a:t>
            </a:r>
            <a:r>
              <a:rPr sz="1200" spc="-2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FB8018"/>
                </a:solidFill>
                <a:latin typeface="Roboto"/>
                <a:cs typeface="Roboto"/>
              </a:rPr>
              <a:t>to</a:t>
            </a:r>
            <a:r>
              <a:rPr sz="1200" spc="-2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FB8018"/>
                </a:solidFill>
                <a:latin typeface="Roboto"/>
                <a:cs typeface="Roboto"/>
              </a:rPr>
              <a:t>make </a:t>
            </a:r>
            <a:r>
              <a:rPr sz="1200" spc="-10" dirty="0">
                <a:solidFill>
                  <a:srgbClr val="FB8018"/>
                </a:solidFill>
                <a:latin typeface="Roboto"/>
                <a:cs typeface="Roboto"/>
              </a:rPr>
              <a:t>search </a:t>
            </a:r>
            <a:r>
              <a:rPr sz="1200" dirty="0">
                <a:solidFill>
                  <a:srgbClr val="FB8018"/>
                </a:solidFill>
                <a:latin typeface="Roboto"/>
                <a:cs typeface="Roboto"/>
              </a:rPr>
              <a:t>experience</a:t>
            </a:r>
            <a:r>
              <a:rPr sz="1200" spc="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FB8018"/>
                </a:solidFill>
                <a:latin typeface="Roboto"/>
                <a:cs typeface="Roboto"/>
              </a:rPr>
              <a:t>more</a:t>
            </a:r>
            <a:r>
              <a:rPr sz="1200" spc="-10" dirty="0">
                <a:solidFill>
                  <a:srgbClr val="FB8018"/>
                </a:solidFill>
                <a:latin typeface="Roboto"/>
                <a:cs typeface="Roboto"/>
              </a:rPr>
              <a:t> precise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4666" y="207263"/>
            <a:ext cx="834961" cy="1783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49546" y="197230"/>
            <a:ext cx="1142822" cy="17830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507482" y="207263"/>
            <a:ext cx="1599565" cy="178435"/>
            <a:chOff x="5507482" y="207263"/>
            <a:chExt cx="1599565" cy="17843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8371" y="207263"/>
              <a:ext cx="1598168" cy="1783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507482" y="368807"/>
              <a:ext cx="1504315" cy="3175"/>
            </a:xfrm>
            <a:custGeom>
              <a:avLst/>
              <a:gdLst/>
              <a:ahLst/>
              <a:cxnLst/>
              <a:rect l="l" t="t" r="r" b="b"/>
              <a:pathLst>
                <a:path w="1504315" h="3175">
                  <a:moveTo>
                    <a:pt x="150418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1504188" y="3047"/>
                  </a:lnTo>
                  <a:lnTo>
                    <a:pt x="1504188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24394" y="197230"/>
            <a:ext cx="2014854" cy="1783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75393" y="189229"/>
            <a:ext cx="982560" cy="17830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0" y="726948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635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0218" y="1876805"/>
            <a:ext cx="1838325" cy="678180"/>
          </a:xfrm>
          <a:custGeom>
            <a:avLst/>
            <a:gdLst/>
            <a:ahLst/>
            <a:cxnLst/>
            <a:rect l="l" t="t" r="r" b="b"/>
            <a:pathLst>
              <a:path w="1838325" h="678180">
                <a:moveTo>
                  <a:pt x="0" y="113030"/>
                </a:moveTo>
                <a:lnTo>
                  <a:pt x="8883" y="69008"/>
                </a:lnTo>
                <a:lnTo>
                  <a:pt x="33107" y="33083"/>
                </a:lnTo>
                <a:lnTo>
                  <a:pt x="69035" y="8874"/>
                </a:lnTo>
                <a:lnTo>
                  <a:pt x="113029" y="0"/>
                </a:lnTo>
                <a:lnTo>
                  <a:pt x="1724914" y="0"/>
                </a:lnTo>
                <a:lnTo>
                  <a:pt x="1768935" y="8874"/>
                </a:lnTo>
                <a:lnTo>
                  <a:pt x="1804860" y="33083"/>
                </a:lnTo>
                <a:lnTo>
                  <a:pt x="1829069" y="69008"/>
                </a:lnTo>
                <a:lnTo>
                  <a:pt x="1837944" y="113030"/>
                </a:lnTo>
                <a:lnTo>
                  <a:pt x="1837944" y="565150"/>
                </a:lnTo>
                <a:lnTo>
                  <a:pt x="1829069" y="609117"/>
                </a:lnTo>
                <a:lnTo>
                  <a:pt x="1804860" y="645048"/>
                </a:lnTo>
                <a:lnTo>
                  <a:pt x="1768935" y="669288"/>
                </a:lnTo>
                <a:lnTo>
                  <a:pt x="1724914" y="678180"/>
                </a:lnTo>
                <a:lnTo>
                  <a:pt x="113029" y="678180"/>
                </a:lnTo>
                <a:lnTo>
                  <a:pt x="69035" y="669288"/>
                </a:lnTo>
                <a:lnTo>
                  <a:pt x="33107" y="645048"/>
                </a:lnTo>
                <a:lnTo>
                  <a:pt x="8883" y="609117"/>
                </a:lnTo>
                <a:lnTo>
                  <a:pt x="0" y="565150"/>
                </a:lnTo>
                <a:lnTo>
                  <a:pt x="0" y="113030"/>
                </a:lnTo>
                <a:close/>
              </a:path>
            </a:pathLst>
          </a:custGeom>
          <a:ln w="254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26719" y="2054478"/>
            <a:ext cx="623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Roboto"/>
                <a:cs typeface="Roboto"/>
              </a:rPr>
              <a:t>Doing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7170" y="3783329"/>
            <a:ext cx="1838325" cy="680085"/>
          </a:xfrm>
          <a:custGeom>
            <a:avLst/>
            <a:gdLst/>
            <a:ahLst/>
            <a:cxnLst/>
            <a:rect l="l" t="t" r="r" b="b"/>
            <a:pathLst>
              <a:path w="1838325" h="680085">
                <a:moveTo>
                  <a:pt x="0" y="113284"/>
                </a:moveTo>
                <a:lnTo>
                  <a:pt x="8903" y="69169"/>
                </a:lnTo>
                <a:lnTo>
                  <a:pt x="33181" y="33162"/>
                </a:lnTo>
                <a:lnTo>
                  <a:pt x="69190" y="8895"/>
                </a:lnTo>
                <a:lnTo>
                  <a:pt x="113283" y="0"/>
                </a:lnTo>
                <a:lnTo>
                  <a:pt x="1724660" y="0"/>
                </a:lnTo>
                <a:lnTo>
                  <a:pt x="1768774" y="8895"/>
                </a:lnTo>
                <a:lnTo>
                  <a:pt x="1804781" y="33162"/>
                </a:lnTo>
                <a:lnTo>
                  <a:pt x="1829048" y="69169"/>
                </a:lnTo>
                <a:lnTo>
                  <a:pt x="1837944" y="113284"/>
                </a:lnTo>
                <a:lnTo>
                  <a:pt x="1837944" y="566420"/>
                </a:lnTo>
                <a:lnTo>
                  <a:pt x="1829048" y="610534"/>
                </a:lnTo>
                <a:lnTo>
                  <a:pt x="1804781" y="646541"/>
                </a:lnTo>
                <a:lnTo>
                  <a:pt x="1768774" y="670808"/>
                </a:lnTo>
                <a:lnTo>
                  <a:pt x="1724660" y="679704"/>
                </a:lnTo>
                <a:lnTo>
                  <a:pt x="113283" y="679704"/>
                </a:lnTo>
                <a:lnTo>
                  <a:pt x="69190" y="670808"/>
                </a:lnTo>
                <a:lnTo>
                  <a:pt x="33181" y="646541"/>
                </a:lnTo>
                <a:lnTo>
                  <a:pt x="8903" y="610534"/>
                </a:lnTo>
                <a:lnTo>
                  <a:pt x="0" y="566420"/>
                </a:lnTo>
                <a:lnTo>
                  <a:pt x="0" y="113284"/>
                </a:lnTo>
                <a:close/>
              </a:path>
            </a:pathLst>
          </a:custGeom>
          <a:ln w="254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80110" y="3962780"/>
            <a:ext cx="9124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Roboto"/>
                <a:cs typeface="Roboto"/>
              </a:rPr>
              <a:t>Thinking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7170" y="5016246"/>
            <a:ext cx="1849120" cy="629920"/>
          </a:xfrm>
          <a:custGeom>
            <a:avLst/>
            <a:gdLst/>
            <a:ahLst/>
            <a:cxnLst/>
            <a:rect l="l" t="t" r="r" b="b"/>
            <a:pathLst>
              <a:path w="1849120" h="629920">
                <a:moveTo>
                  <a:pt x="0" y="104901"/>
                </a:moveTo>
                <a:lnTo>
                  <a:pt x="8243" y="64079"/>
                </a:lnTo>
                <a:lnTo>
                  <a:pt x="30724" y="30733"/>
                </a:lnTo>
                <a:lnTo>
                  <a:pt x="64068" y="8247"/>
                </a:lnTo>
                <a:lnTo>
                  <a:pt x="104901" y="0"/>
                </a:lnTo>
                <a:lnTo>
                  <a:pt x="1743710" y="0"/>
                </a:lnTo>
                <a:lnTo>
                  <a:pt x="1784532" y="8247"/>
                </a:lnTo>
                <a:lnTo>
                  <a:pt x="1817877" y="30733"/>
                </a:lnTo>
                <a:lnTo>
                  <a:pt x="1840364" y="64079"/>
                </a:lnTo>
                <a:lnTo>
                  <a:pt x="1848612" y="104901"/>
                </a:lnTo>
                <a:lnTo>
                  <a:pt x="1848612" y="524509"/>
                </a:lnTo>
                <a:lnTo>
                  <a:pt x="1840364" y="565343"/>
                </a:lnTo>
                <a:lnTo>
                  <a:pt x="1817878" y="598687"/>
                </a:lnTo>
                <a:lnTo>
                  <a:pt x="1784532" y="621168"/>
                </a:lnTo>
                <a:lnTo>
                  <a:pt x="1743710" y="629411"/>
                </a:lnTo>
                <a:lnTo>
                  <a:pt x="104901" y="629411"/>
                </a:lnTo>
                <a:lnTo>
                  <a:pt x="64068" y="621168"/>
                </a:lnTo>
                <a:lnTo>
                  <a:pt x="30724" y="598687"/>
                </a:lnTo>
                <a:lnTo>
                  <a:pt x="8243" y="565343"/>
                </a:lnTo>
                <a:lnTo>
                  <a:pt x="0" y="524509"/>
                </a:lnTo>
                <a:lnTo>
                  <a:pt x="0" y="104901"/>
                </a:lnTo>
                <a:close/>
              </a:path>
            </a:pathLst>
          </a:custGeom>
          <a:ln w="25399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54176" y="5171058"/>
            <a:ext cx="770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Roboto"/>
                <a:cs typeface="Roboto"/>
              </a:rPr>
              <a:t>Feeling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240152" y="731773"/>
            <a:ext cx="5516880" cy="6129655"/>
            <a:chOff x="2240152" y="731773"/>
            <a:chExt cx="5516880" cy="6129655"/>
          </a:xfrm>
        </p:grpSpPr>
        <p:sp>
          <p:nvSpPr>
            <p:cNvPr id="17" name="object 17"/>
            <p:cNvSpPr/>
            <p:nvPr/>
          </p:nvSpPr>
          <p:spPr>
            <a:xfrm>
              <a:off x="2243327" y="746759"/>
              <a:ext cx="0" cy="6111240"/>
            </a:xfrm>
            <a:custGeom>
              <a:avLst/>
              <a:gdLst/>
              <a:ahLst/>
              <a:cxnLst/>
              <a:rect l="l" t="t" r="r" b="b"/>
              <a:pathLst>
                <a:path h="6111240">
                  <a:moveTo>
                    <a:pt x="0" y="0"/>
                  </a:moveTo>
                  <a:lnTo>
                    <a:pt x="0" y="6111240"/>
                  </a:lnTo>
                </a:path>
              </a:pathLst>
            </a:custGeom>
            <a:ln w="6350">
              <a:solidFill>
                <a:srgbClr val="FF99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06262" y="744473"/>
              <a:ext cx="1838325" cy="558165"/>
            </a:xfrm>
            <a:custGeom>
              <a:avLst/>
              <a:gdLst/>
              <a:ahLst/>
              <a:cxnLst/>
              <a:rect l="l" t="t" r="r" b="b"/>
              <a:pathLst>
                <a:path w="1838325" h="558165">
                  <a:moveTo>
                    <a:pt x="0" y="0"/>
                  </a:moveTo>
                  <a:lnTo>
                    <a:pt x="1559052" y="0"/>
                  </a:lnTo>
                  <a:lnTo>
                    <a:pt x="1837943" y="278891"/>
                  </a:lnTo>
                  <a:lnTo>
                    <a:pt x="1559052" y="557784"/>
                  </a:lnTo>
                  <a:lnTo>
                    <a:pt x="0" y="557784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089141" y="724611"/>
            <a:ext cx="13322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Roboto"/>
                <a:cs typeface="Roboto"/>
              </a:rPr>
              <a:t>Order</a:t>
            </a:r>
            <a:r>
              <a:rPr sz="1800" spc="-7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Roboto"/>
                <a:cs typeface="Roboto"/>
              </a:rPr>
              <a:t>detail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solidFill>
                  <a:srgbClr val="FFFFFF"/>
                </a:solidFill>
                <a:latin typeface="Roboto"/>
                <a:cs typeface="Roboto"/>
              </a:rPr>
              <a:t>confirmation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17170" y="5822441"/>
            <a:ext cx="1838325" cy="733425"/>
          </a:xfrm>
          <a:custGeom>
            <a:avLst/>
            <a:gdLst/>
            <a:ahLst/>
            <a:cxnLst/>
            <a:rect l="l" t="t" r="r" b="b"/>
            <a:pathLst>
              <a:path w="1838325" h="733425">
                <a:moveTo>
                  <a:pt x="0" y="122174"/>
                </a:moveTo>
                <a:lnTo>
                  <a:pt x="9601" y="74618"/>
                </a:lnTo>
                <a:lnTo>
                  <a:pt x="35783" y="35783"/>
                </a:lnTo>
                <a:lnTo>
                  <a:pt x="74618" y="9601"/>
                </a:lnTo>
                <a:lnTo>
                  <a:pt x="122173" y="0"/>
                </a:lnTo>
                <a:lnTo>
                  <a:pt x="1715770" y="0"/>
                </a:lnTo>
                <a:lnTo>
                  <a:pt x="1763309" y="9601"/>
                </a:lnTo>
                <a:lnTo>
                  <a:pt x="1802145" y="35783"/>
                </a:lnTo>
                <a:lnTo>
                  <a:pt x="1828337" y="74618"/>
                </a:lnTo>
                <a:lnTo>
                  <a:pt x="1837944" y="122174"/>
                </a:lnTo>
                <a:lnTo>
                  <a:pt x="1837944" y="610870"/>
                </a:lnTo>
                <a:lnTo>
                  <a:pt x="1828337" y="658425"/>
                </a:lnTo>
                <a:lnTo>
                  <a:pt x="1802145" y="697260"/>
                </a:lnTo>
                <a:lnTo>
                  <a:pt x="1763309" y="723442"/>
                </a:lnTo>
                <a:lnTo>
                  <a:pt x="1715770" y="733044"/>
                </a:lnTo>
                <a:lnTo>
                  <a:pt x="122173" y="733044"/>
                </a:lnTo>
                <a:lnTo>
                  <a:pt x="74618" y="723442"/>
                </a:lnTo>
                <a:lnTo>
                  <a:pt x="35783" y="697260"/>
                </a:lnTo>
                <a:lnTo>
                  <a:pt x="9601" y="658425"/>
                </a:lnTo>
                <a:lnTo>
                  <a:pt x="0" y="610870"/>
                </a:lnTo>
                <a:lnTo>
                  <a:pt x="0" y="122174"/>
                </a:lnTo>
                <a:close/>
              </a:path>
            </a:pathLst>
          </a:custGeom>
          <a:ln w="254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35051" y="5891580"/>
            <a:ext cx="14027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2090" marR="5080" indent="-20002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Roboto"/>
                <a:cs typeface="Roboto"/>
              </a:rPr>
              <a:t>Pain</a:t>
            </a:r>
            <a:r>
              <a:rPr sz="1800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FFFFFF"/>
                </a:solidFill>
                <a:latin typeface="Roboto"/>
                <a:cs typeface="Roboto"/>
              </a:rPr>
              <a:t>Points</a:t>
            </a:r>
            <a:r>
              <a:rPr sz="18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Roboto"/>
                <a:cs typeface="Roboto"/>
              </a:rPr>
              <a:t>&amp; </a:t>
            </a:r>
            <a:r>
              <a:rPr sz="1800" spc="-10" dirty="0">
                <a:solidFill>
                  <a:srgbClr val="FFFFFF"/>
                </a:solidFill>
                <a:latin typeface="Roboto"/>
                <a:cs typeface="Roboto"/>
              </a:rPr>
              <a:t>Solutions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2296" y="726948"/>
            <a:ext cx="11872595" cy="6131560"/>
          </a:xfrm>
          <a:custGeom>
            <a:avLst/>
            <a:gdLst/>
            <a:ahLst/>
            <a:cxnLst/>
            <a:rect l="l" t="t" r="r" b="b"/>
            <a:pathLst>
              <a:path w="11872595" h="6131559">
                <a:moveTo>
                  <a:pt x="0" y="4977383"/>
                </a:moveTo>
                <a:lnTo>
                  <a:pt x="11872087" y="4977383"/>
                </a:lnTo>
              </a:path>
              <a:path w="11872595" h="6131559">
                <a:moveTo>
                  <a:pt x="0" y="4211701"/>
                </a:moveTo>
                <a:lnTo>
                  <a:pt x="11815318" y="4198620"/>
                </a:lnTo>
              </a:path>
              <a:path w="11872595" h="6131559">
                <a:moveTo>
                  <a:pt x="57911" y="2749296"/>
                </a:moveTo>
                <a:lnTo>
                  <a:pt x="11816461" y="2749296"/>
                </a:lnTo>
              </a:path>
              <a:path w="11872595" h="6131559">
                <a:moveTo>
                  <a:pt x="4815840" y="0"/>
                </a:moveTo>
                <a:lnTo>
                  <a:pt x="4815840" y="6120140"/>
                </a:lnTo>
              </a:path>
              <a:path w="11872595" h="6131559">
                <a:moveTo>
                  <a:pt x="8397240" y="0"/>
                </a:moveTo>
                <a:lnTo>
                  <a:pt x="8397240" y="6131051"/>
                </a:lnTo>
              </a:path>
            </a:pathLst>
          </a:custGeom>
          <a:ln w="6350">
            <a:solidFill>
              <a:srgbClr val="FF99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332734" y="5034533"/>
            <a:ext cx="5130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989" dirty="0">
                <a:solidFill>
                  <a:srgbClr val="FFFFFF"/>
                </a:solidFill>
                <a:latin typeface="Segoe UI Emoji"/>
                <a:cs typeface="Segoe UI Emoji"/>
              </a:rPr>
              <a:t>☺️</a:t>
            </a:r>
            <a:endParaRPr sz="2800">
              <a:latin typeface="Segoe UI Emoji"/>
              <a:cs typeface="Segoe UI Emoj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81064" y="4958334"/>
            <a:ext cx="5842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solidFill>
                  <a:srgbClr val="FB8018"/>
                </a:solidFill>
                <a:latin typeface="Segoe UI Emoji"/>
                <a:cs typeface="Segoe UI Emoji"/>
              </a:rPr>
              <a:t>😁</a:t>
            </a:r>
            <a:endParaRPr sz="3200">
              <a:latin typeface="Segoe UI Emoji"/>
              <a:cs typeface="Segoe UI Emoj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917048" y="4953380"/>
            <a:ext cx="6534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395" dirty="0">
                <a:solidFill>
                  <a:srgbClr val="FB8018"/>
                </a:solidFill>
                <a:latin typeface="Segoe UI Emoji"/>
                <a:cs typeface="Segoe UI Emoji"/>
              </a:rPr>
              <a:t>🥳</a:t>
            </a:r>
            <a:endParaRPr sz="3600">
              <a:latin typeface="Segoe UI Emoji"/>
              <a:cs typeface="Segoe UI Emoj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686050" y="778001"/>
            <a:ext cx="2047239" cy="565785"/>
          </a:xfrm>
          <a:custGeom>
            <a:avLst/>
            <a:gdLst/>
            <a:ahLst/>
            <a:cxnLst/>
            <a:rect l="l" t="t" r="r" b="b"/>
            <a:pathLst>
              <a:path w="2047239" h="565785">
                <a:moveTo>
                  <a:pt x="0" y="0"/>
                </a:moveTo>
                <a:lnTo>
                  <a:pt x="1764029" y="0"/>
                </a:lnTo>
                <a:lnTo>
                  <a:pt x="2046732" y="282701"/>
                </a:lnTo>
                <a:lnTo>
                  <a:pt x="1764029" y="565403"/>
                </a:lnTo>
                <a:lnTo>
                  <a:pt x="0" y="56540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169157" y="762380"/>
            <a:ext cx="9372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660" marR="5080" indent="-6096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Roboto"/>
                <a:cs typeface="Roboto"/>
              </a:rPr>
              <a:t>Payment Method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489185" y="762762"/>
            <a:ext cx="1667510" cy="550545"/>
          </a:xfrm>
          <a:custGeom>
            <a:avLst/>
            <a:gdLst/>
            <a:ahLst/>
            <a:cxnLst/>
            <a:rect l="l" t="t" r="r" b="b"/>
            <a:pathLst>
              <a:path w="1667509" h="550544">
                <a:moveTo>
                  <a:pt x="0" y="0"/>
                </a:moveTo>
                <a:lnTo>
                  <a:pt x="1392174" y="0"/>
                </a:lnTo>
                <a:lnTo>
                  <a:pt x="1667256" y="275082"/>
                </a:lnTo>
                <a:lnTo>
                  <a:pt x="1392174" y="550163"/>
                </a:lnTo>
                <a:lnTo>
                  <a:pt x="0" y="55016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946005" y="876680"/>
            <a:ext cx="616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Roboto"/>
                <a:cs typeface="Roboto"/>
              </a:rPr>
              <a:t>Done!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0" y="0"/>
            <a:ext cx="11901170" cy="6842125"/>
            <a:chOff x="0" y="0"/>
            <a:chExt cx="11901170" cy="6842125"/>
          </a:xfrm>
        </p:grpSpPr>
        <p:sp>
          <p:nvSpPr>
            <p:cNvPr id="31" name="object 31"/>
            <p:cNvSpPr/>
            <p:nvPr/>
          </p:nvSpPr>
          <p:spPr>
            <a:xfrm>
              <a:off x="11897867" y="726948"/>
              <a:ext cx="0" cy="6115050"/>
            </a:xfrm>
            <a:custGeom>
              <a:avLst/>
              <a:gdLst/>
              <a:ahLst/>
              <a:cxnLst/>
              <a:rect l="l" t="t" r="r" b="b"/>
              <a:pathLst>
                <a:path h="6115050">
                  <a:moveTo>
                    <a:pt x="0" y="0"/>
                  </a:moveTo>
                  <a:lnTo>
                    <a:pt x="0" y="6114859"/>
                  </a:lnTo>
                </a:path>
              </a:pathLst>
            </a:custGeom>
            <a:ln w="6350">
              <a:solidFill>
                <a:srgbClr val="FF99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 descr="Amazon dark Logo PNG Transparent &amp; SVG Vector - Freebie Supply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1409699" cy="121005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04787" y="1330452"/>
              <a:ext cx="949452" cy="210921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93720" y="1363980"/>
              <a:ext cx="928116" cy="206197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732264" y="1370075"/>
              <a:ext cx="915924" cy="203453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9765029" y="1820417"/>
              <a:ext cx="575945" cy="35560"/>
            </a:xfrm>
            <a:custGeom>
              <a:avLst/>
              <a:gdLst/>
              <a:ahLst/>
              <a:cxnLst/>
              <a:rect l="l" t="t" r="r" b="b"/>
              <a:pathLst>
                <a:path w="575945" h="35560">
                  <a:moveTo>
                    <a:pt x="0" y="35052"/>
                  </a:moveTo>
                  <a:lnTo>
                    <a:pt x="575437" y="35052"/>
                  </a:lnTo>
                </a:path>
                <a:path w="575945" h="35560">
                  <a:moveTo>
                    <a:pt x="179831" y="0"/>
                  </a:moveTo>
                  <a:lnTo>
                    <a:pt x="545846" y="0"/>
                  </a:lnTo>
                </a:path>
              </a:pathLst>
            </a:custGeom>
            <a:ln w="1079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758945" y="1593341"/>
              <a:ext cx="112395" cy="0"/>
            </a:xfrm>
            <a:custGeom>
              <a:avLst/>
              <a:gdLst/>
              <a:ahLst/>
              <a:cxnLst/>
              <a:rect l="l" t="t" r="r" b="b"/>
              <a:pathLst>
                <a:path w="112395">
                  <a:moveTo>
                    <a:pt x="0" y="0"/>
                  </a:moveTo>
                  <a:lnTo>
                    <a:pt x="112140" y="0"/>
                  </a:lnTo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565391" y="1933955"/>
              <a:ext cx="652780" cy="830580"/>
            </a:xfrm>
            <a:custGeom>
              <a:avLst/>
              <a:gdLst/>
              <a:ahLst/>
              <a:cxnLst/>
              <a:rect l="l" t="t" r="r" b="b"/>
              <a:pathLst>
                <a:path w="652779" h="830580">
                  <a:moveTo>
                    <a:pt x="0" y="0"/>
                  </a:moveTo>
                  <a:lnTo>
                    <a:pt x="652399" y="0"/>
                  </a:lnTo>
                </a:path>
                <a:path w="652779" h="830580">
                  <a:moveTo>
                    <a:pt x="414527" y="830580"/>
                  </a:moveTo>
                  <a:lnTo>
                    <a:pt x="567308" y="830580"/>
                  </a:lnTo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433954" y="3566922"/>
            <a:ext cx="236791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I</a:t>
            </a:r>
            <a:r>
              <a:rPr sz="1600" spc="-2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have some</a:t>
            </a:r>
            <a:r>
              <a:rPr sz="1600" spc="-2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FB8018"/>
                </a:solidFill>
                <a:latin typeface="Roboto"/>
                <a:cs typeface="Roboto"/>
              </a:rPr>
              <a:t>cashback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balance</a:t>
            </a:r>
            <a:r>
              <a:rPr sz="1600" spc="-2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from</a:t>
            </a:r>
            <a:r>
              <a:rPr sz="1600" spc="-1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last</a:t>
            </a:r>
            <a:r>
              <a:rPr sz="1600" spc="-2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FB8018"/>
                </a:solidFill>
                <a:latin typeface="Roboto"/>
                <a:cs typeface="Roboto"/>
              </a:rPr>
              <a:t>order’s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offers.</a:t>
            </a:r>
            <a:r>
              <a:rPr sz="1600" spc="-1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I</a:t>
            </a:r>
            <a:r>
              <a:rPr sz="1600" spc="-1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like</a:t>
            </a:r>
            <a:r>
              <a:rPr sz="1600" spc="-4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how</a:t>
            </a:r>
            <a:r>
              <a:rPr sz="1600" spc="-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FB8018"/>
                </a:solidFill>
                <a:latin typeface="Roboto"/>
                <a:cs typeface="Roboto"/>
              </a:rPr>
              <a:t>simple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the</a:t>
            </a:r>
            <a:r>
              <a:rPr sz="1600" spc="-2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offers</a:t>
            </a:r>
            <a:r>
              <a:rPr sz="1600" spc="-1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&amp;</a:t>
            </a:r>
            <a:r>
              <a:rPr sz="1600" spc="-1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credit</a:t>
            </a:r>
            <a:r>
              <a:rPr sz="1600" spc="-1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work</a:t>
            </a:r>
            <a:r>
              <a:rPr sz="1600" spc="-1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spc="-25" dirty="0">
                <a:solidFill>
                  <a:srgbClr val="FB8018"/>
                </a:solidFill>
                <a:latin typeface="Roboto"/>
                <a:cs typeface="Roboto"/>
              </a:rPr>
              <a:t>in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this</a:t>
            </a:r>
            <a:r>
              <a:rPr sz="1600" spc="-1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spc="-20" dirty="0">
                <a:solidFill>
                  <a:srgbClr val="FB8018"/>
                </a:solidFill>
                <a:latin typeface="Roboto"/>
                <a:cs typeface="Roboto"/>
              </a:rPr>
              <a:t>app.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140197" y="3854272"/>
            <a:ext cx="2992120" cy="513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Everything</a:t>
            </a:r>
            <a:r>
              <a:rPr sz="1600" spc="-2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looks</a:t>
            </a:r>
            <a:r>
              <a:rPr sz="1600" spc="-3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good.</a:t>
            </a:r>
            <a:r>
              <a:rPr sz="1600" spc="-3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That</a:t>
            </a:r>
            <a:r>
              <a:rPr sz="1600" spc="-4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spc="-25" dirty="0">
                <a:solidFill>
                  <a:srgbClr val="FB8018"/>
                </a:solidFill>
                <a:latin typeface="Roboto"/>
                <a:cs typeface="Roboto"/>
              </a:rPr>
              <a:t>was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20" dirty="0">
                <a:solidFill>
                  <a:srgbClr val="FB8018"/>
                </a:solidFill>
                <a:latin typeface="Roboto"/>
                <a:cs typeface="Roboto"/>
              </a:rPr>
              <a:t>fast!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631173" y="3720210"/>
            <a:ext cx="308356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Yay!</a:t>
            </a:r>
            <a:r>
              <a:rPr sz="1600" spc="-2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Its</a:t>
            </a:r>
            <a:r>
              <a:rPr sz="1600" spc="-2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going</a:t>
            </a:r>
            <a:r>
              <a:rPr sz="1600" spc="-2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to</a:t>
            </a:r>
            <a:r>
              <a:rPr sz="1600" spc="-2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get</a:t>
            </a:r>
            <a:r>
              <a:rPr sz="1600" spc="-1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FB8018"/>
                </a:solidFill>
                <a:latin typeface="Roboto"/>
                <a:cs typeface="Roboto"/>
              </a:rPr>
              <a:t>delivered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tomorrow?</a:t>
            </a:r>
            <a:r>
              <a:rPr sz="1600" spc="-2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Wow!</a:t>
            </a:r>
            <a:r>
              <a:rPr sz="1600" spc="-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I</a:t>
            </a:r>
            <a:r>
              <a:rPr sz="1600" spc="-3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hope</a:t>
            </a:r>
            <a:r>
              <a:rPr sz="1600" spc="-25" dirty="0">
                <a:solidFill>
                  <a:srgbClr val="FB8018"/>
                </a:solidFill>
                <a:latin typeface="Roboto"/>
                <a:cs typeface="Roboto"/>
              </a:rPr>
              <a:t> the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product</a:t>
            </a:r>
            <a:r>
              <a:rPr sz="1600" spc="-3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turns</a:t>
            </a:r>
            <a:r>
              <a:rPr sz="1600" spc="-2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out</a:t>
            </a:r>
            <a:r>
              <a:rPr sz="1600" spc="-30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great.</a:t>
            </a:r>
            <a:r>
              <a:rPr sz="1600" spc="-2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That</a:t>
            </a:r>
            <a:r>
              <a:rPr sz="1600" spc="-25" dirty="0">
                <a:solidFill>
                  <a:srgbClr val="FB8018"/>
                </a:solidFill>
                <a:latin typeface="Roboto"/>
                <a:cs typeface="Roboto"/>
              </a:rPr>
              <a:t> was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a</a:t>
            </a:r>
            <a:r>
              <a:rPr sz="1600" spc="-1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B8018"/>
                </a:solidFill>
                <a:latin typeface="Roboto"/>
                <a:cs typeface="Roboto"/>
              </a:rPr>
              <a:t>great</a:t>
            </a:r>
            <a:r>
              <a:rPr sz="1600" spc="-5" dirty="0">
                <a:solidFill>
                  <a:srgbClr val="FB8018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FB8018"/>
                </a:solidFill>
                <a:latin typeface="Roboto"/>
                <a:cs typeface="Roboto"/>
              </a:rPr>
              <a:t>deal!</a:t>
            </a:r>
            <a:endParaRPr sz="1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4666" y="207263"/>
            <a:ext cx="834961" cy="1783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49546" y="197230"/>
            <a:ext cx="1142822" cy="1783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08371" y="207263"/>
            <a:ext cx="1518793" cy="17830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146670" y="188087"/>
            <a:ext cx="2138045" cy="178435"/>
            <a:chOff x="7146670" y="188087"/>
            <a:chExt cx="2138045" cy="178435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47559" y="188087"/>
              <a:ext cx="2137155" cy="17830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146670" y="349504"/>
              <a:ext cx="2051685" cy="3175"/>
            </a:xfrm>
            <a:custGeom>
              <a:avLst/>
              <a:gdLst/>
              <a:ahLst/>
              <a:cxnLst/>
              <a:rect l="l" t="t" r="r" b="b"/>
              <a:pathLst>
                <a:path w="2051684" h="3175">
                  <a:moveTo>
                    <a:pt x="2051303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2051303" y="3048"/>
                  </a:lnTo>
                  <a:lnTo>
                    <a:pt x="2051303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13747" y="189611"/>
            <a:ext cx="989215" cy="17830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0"/>
            <a:ext cx="12192000" cy="1210310"/>
            <a:chOff x="0" y="0"/>
            <a:chExt cx="12192000" cy="1210310"/>
          </a:xfrm>
        </p:grpSpPr>
        <p:sp>
          <p:nvSpPr>
            <p:cNvPr id="10" name="object 10"/>
            <p:cNvSpPr/>
            <p:nvPr/>
          </p:nvSpPr>
          <p:spPr>
            <a:xfrm>
              <a:off x="0" y="726948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6350">
              <a:solidFill>
                <a:srgbClr val="FF9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 descr="Amazon dark Logo PNG Transparent &amp; SVG Vector - Freebie Supply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1409699" cy="121005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64921" y="1535049"/>
            <a:ext cx="5480685" cy="3881754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400" b="1" dirty="0">
                <a:solidFill>
                  <a:srgbClr val="FF9900"/>
                </a:solidFill>
                <a:latin typeface="Calibri"/>
                <a:cs typeface="Calibri"/>
              </a:rPr>
              <a:t>The</a:t>
            </a:r>
            <a:r>
              <a:rPr sz="2400" b="1" spc="-55" dirty="0">
                <a:solidFill>
                  <a:srgbClr val="FF99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9900"/>
                </a:solidFill>
                <a:latin typeface="Calibri"/>
                <a:cs typeface="Calibri"/>
              </a:rPr>
              <a:t>Pros</a:t>
            </a:r>
            <a:endParaRPr sz="2400">
              <a:latin typeface="Calibri"/>
              <a:cs typeface="Calibri"/>
            </a:endParaRPr>
          </a:p>
          <a:p>
            <a:pPr marL="240029" marR="521970" indent="-227329">
              <a:lnSpc>
                <a:spcPts val="2590"/>
              </a:lnSpc>
              <a:spcBef>
                <a:spcPts val="76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Voice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search,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360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AR</a:t>
            </a:r>
            <a:r>
              <a:rPr sz="2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feature 	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really</a:t>
            </a:r>
            <a:r>
              <a:rPr sz="2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take</a:t>
            </a:r>
            <a:r>
              <a:rPr sz="24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UX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another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level.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100"/>
              </a:lnSpc>
              <a:spcBef>
                <a:spcPts val="969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address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details</a:t>
            </a:r>
            <a:r>
              <a:rPr sz="2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selected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are 	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automatically</a:t>
            </a:r>
            <a:r>
              <a:rPr sz="24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recent</a:t>
            </a:r>
            <a:r>
              <a:rPr sz="24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ones,</a:t>
            </a:r>
            <a:r>
              <a:rPr sz="24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saves</a:t>
            </a:r>
            <a:r>
              <a:rPr sz="24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user 	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effort.</a:t>
            </a:r>
            <a:endParaRPr sz="2400">
              <a:latin typeface="Calibri"/>
              <a:cs typeface="Calibri"/>
            </a:endParaRPr>
          </a:p>
          <a:p>
            <a:pPr marL="240029" marR="161290" indent="-227329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UI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intuitive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simple,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easier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locate 	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elements</a:t>
            </a:r>
            <a:r>
              <a:rPr sz="2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due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contrast.</a:t>
            </a:r>
            <a:endParaRPr sz="2400">
              <a:latin typeface="Calibri"/>
              <a:cs typeface="Calibri"/>
            </a:endParaRPr>
          </a:p>
          <a:p>
            <a:pPr marL="240029" marR="130175" indent="-227329">
              <a:lnSpc>
                <a:spcPts val="25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search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feature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really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easy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find 	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use.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75628" y="1535049"/>
            <a:ext cx="5726430" cy="322326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400" b="1" dirty="0">
                <a:solidFill>
                  <a:srgbClr val="FF9900"/>
                </a:solidFill>
                <a:latin typeface="Calibri"/>
                <a:cs typeface="Calibri"/>
              </a:rPr>
              <a:t>The</a:t>
            </a:r>
            <a:r>
              <a:rPr sz="2400" b="1" spc="-55" dirty="0">
                <a:solidFill>
                  <a:srgbClr val="FF99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F9900"/>
                </a:solidFill>
                <a:latin typeface="Calibri"/>
                <a:cs typeface="Calibri"/>
              </a:rPr>
              <a:t>Cons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43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Should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remind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delete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unused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addresses.</a:t>
            </a:r>
            <a:endParaRPr sz="2400">
              <a:latin typeface="Calibri"/>
              <a:cs typeface="Calibri"/>
            </a:endParaRPr>
          </a:p>
          <a:p>
            <a:pPr marL="240029" marR="559435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Although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UX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very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good,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overall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UI 	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looks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slightly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basic.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Listing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page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fewer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search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filters.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Amazon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pay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used,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COD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is 	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unavailable.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Considering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Indian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base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prefers 	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COD,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should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change.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9900"/>
                </a:solidFill>
              </a:rPr>
              <a:t>North</a:t>
            </a:r>
            <a:r>
              <a:rPr spc="-55" dirty="0">
                <a:solidFill>
                  <a:srgbClr val="FF9900"/>
                </a:solidFill>
              </a:rPr>
              <a:t> </a:t>
            </a:r>
            <a:r>
              <a:rPr dirty="0">
                <a:solidFill>
                  <a:srgbClr val="FF9900"/>
                </a:solidFill>
              </a:rPr>
              <a:t>Star</a:t>
            </a:r>
            <a:r>
              <a:rPr spc="-20" dirty="0">
                <a:solidFill>
                  <a:srgbClr val="FF9900"/>
                </a:solidFill>
              </a:rPr>
              <a:t> </a:t>
            </a:r>
            <a:r>
              <a:rPr dirty="0">
                <a:solidFill>
                  <a:srgbClr val="FF9900"/>
                </a:solidFill>
              </a:rPr>
              <a:t>Metric:</a:t>
            </a:r>
            <a:r>
              <a:rPr spc="-25" dirty="0">
                <a:solidFill>
                  <a:srgbClr val="FF9900"/>
                </a:solidFill>
              </a:rPr>
              <a:t> </a:t>
            </a:r>
            <a:r>
              <a:rPr dirty="0"/>
              <a:t>#</a:t>
            </a:r>
            <a:r>
              <a:rPr spc="-30" dirty="0"/>
              <a:t> </a:t>
            </a:r>
            <a:r>
              <a:rPr dirty="0"/>
              <a:t>Net</a:t>
            </a:r>
            <a:r>
              <a:rPr spc="-45" dirty="0"/>
              <a:t> </a:t>
            </a:r>
            <a:r>
              <a:rPr spc="-10" dirty="0"/>
              <a:t>completed</a:t>
            </a:r>
            <a:r>
              <a:rPr spc="-30" dirty="0"/>
              <a:t> </a:t>
            </a:r>
            <a:r>
              <a:rPr spc="-10" dirty="0"/>
              <a:t>orders.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3561" y="2400655"/>
            <a:ext cx="4596765" cy="19310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Conversion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Rate</a:t>
            </a:r>
            <a:endParaRPr sz="20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Bounce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Rate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UJ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steps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place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endParaRPr sz="20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Average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endParaRPr sz="20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Cancellation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rate</a:t>
            </a:r>
            <a:endParaRPr sz="20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#Orders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returned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#Orders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completed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08597" y="2554579"/>
            <a:ext cx="3528695" cy="15500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DAU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MAU</a:t>
            </a:r>
            <a:endParaRPr sz="20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#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Fresh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endParaRPr sz="20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CTR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Search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Button</a:t>
            </a:r>
            <a:endParaRPr sz="20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99085" algn="l"/>
              </a:tabLst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Average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completion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596</Words>
  <Application>Microsoft Office PowerPoint</Application>
  <PresentationFormat>Widescreen</PresentationFormat>
  <Paragraphs>97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 MT</vt:lpstr>
      <vt:lpstr>Calibri</vt:lpstr>
      <vt:lpstr>Roboto</vt:lpstr>
      <vt:lpstr>Segoe UI Emoji</vt:lpstr>
      <vt:lpstr>Office Theme</vt:lpstr>
      <vt:lpstr>PowerPoint Presentation</vt:lpstr>
      <vt:lpstr>PowerPoint Presentation</vt:lpstr>
      <vt:lpstr>PowerPoint Presentation</vt:lpstr>
      <vt:lpstr>The User Flow to Order a Product</vt:lpstr>
      <vt:lpstr>PowerPoint Presentation</vt:lpstr>
      <vt:lpstr>PowerPoint Presentation</vt:lpstr>
      <vt:lpstr>PowerPoint Presentation</vt:lpstr>
      <vt:lpstr>PowerPoint Presentation</vt:lpstr>
      <vt:lpstr>North Star Metric: # Net completed orders.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Teardown</dc:title>
  <dc:creator>Mayank Kumar</dc:creator>
  <cp:lastModifiedBy>Mayank Kumar</cp:lastModifiedBy>
  <cp:revision>2</cp:revision>
  <dcterms:created xsi:type="dcterms:W3CDTF">2026-05-21T11:02:21Z</dcterms:created>
  <dcterms:modified xsi:type="dcterms:W3CDTF">2026-05-21T11:06:55Z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2022-12-23T00:00:00Z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2026-05-21T00:00:00Z</vt:filetime>
  </property>
  <property fmtid="{D5CDD505-2E9C-101B-9397-08002B2CF9AE}" pid="6" name="Producer">
    <vt:lpwstr>Microsoft® PowerPoint® for Microsoft 365</vt:lpwstr>
  </property>
</Properties>
</file>